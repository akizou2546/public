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 saveSubsetFonts="1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12192000" cy="6858000"/>
  <p:notesSz cx="7559675" cy="10691813"/>
  <p:embeddedFontLst>
    <p:embeddedFont>
      <p:font typeface="Noto Sans JP" panose="020B0200000000000000" pitchFamily="34" charset="-128"/>
      <p:regular r:id="rIdFont1"/>
      <p:bold r:id="rIdFont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presProps" Target="presProps.xml"/>
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ja-JP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ja-JP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ja-JP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ja-JP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ja-JP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ja-JP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ja-JP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ja-JP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ja-JP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ja-JP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ja-JP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ja-JP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ja-JP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Relationship Id="rIdL1" Type="http://schemas.openxmlformats.org/officeDocument/2006/relationships/hyperlink" Target="https://www.jipdec.or.jp/archives/publications/JIP-ISMS111-4.0.pdf" TargetMode="External"/><Relationship Id="rIdL2" Type="http://schemas.openxmlformats.org/officeDocument/2006/relationships/hyperlink" Target="https://www.ipa.go.jp/security/sme/f55m8k000000587z-att/outline_guidance_risk.pdf" TargetMode="External"/><Relationship Id="rIdL3" Type="http://schemas.openxmlformats.org/officeDocument/2006/relationships/hyperlink" Target="https://code.claude.com/docs/en/devcontainer" TargetMode="External"/><Relationship Id="rIdL4" Type="http://schemas.openxmlformats.org/officeDocument/2006/relationships/hyperlink" Target="https://isms-guide.com/controls/" TargetMode="External"/>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Relationship Id="rIdL1" Type="http://schemas.openxmlformats.org/officeDocument/2006/relationships/hyperlink" Target="https://kikakurui.com/q/Q27001-2014-01.html" TargetMode="External"/><Relationship Id="rIdL2" Type="http://schemas.openxmlformats.org/officeDocument/2006/relationships/hyperlink" Target="https://code.claude.com/docs/en/managed-mcp" TargetMode="External"/><Relationship Id="rIdL3" Type="http://schemas.openxmlformats.org/officeDocument/2006/relationships/hyperlink" Target="https://code.claude.com/docs/en/claude-directory" TargetMode="External"/><Relationship Id="rIdL4" Type="http://schemas.openxmlformats.org/officeDocument/2006/relationships/hyperlink" Target="https://github.com/anthropics/claude-code/tree/main/.devcontainer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" name=""/>
          <p:cNvSpPr/>
          <p:nvPr/>
        </p:nvSpPr>
        <p:spPr>
          <a:xfrm>
            <a:off x="609480" y="3657240"/>
            <a:ext cx="10973160" cy="38520"/>
          </a:xfrm>
          <a:custGeom>
            <a:avLst/>
            <a:gdLst/>
            <a:ahLst/>
            <a:rect l="0" t="0" r="r" b="b"/>
            <a:pathLst>
              <a:path w="30481" h="107">
                <a:moveTo>
                  <a:pt x="0" y="0"/>
                </a:moveTo>
                <a:lnTo>
                  <a:pt x="30481" y="0"/>
                </a:lnTo>
                <a:lnTo>
                  <a:pt x="3048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8" name=""/>
          <p:cNvSpPr txBox="1"/>
          <p:nvPr/>
        </p:nvSpPr>
        <p:spPr>
          <a:xfrm>
            <a:off x="609480" y="2219040"/>
            <a:ext cx="6713640" cy="606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3300" spc="-1" strike="noStrike">
                <a:solidFill>
                  <a:srgbClr val="1a1a1a"/>
                </a:solidFill>
                <a:latin typeface="Noto Sans JP"/>
                <a:ea typeface="Noto Sans JP"/>
              </a:rPr>
              <a:t>Claude Code</a:t>
            </a:r>
            <a:r>
              <a:rPr b="1" lang="ja-JP" sz="33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の</a:t>
            </a:r>
            <a:r>
              <a:rPr b="1" lang="ja-JP" sz="3300" spc="-1" strike="noStrike">
                <a:solidFill>
                  <a:srgbClr val="1a1a1a"/>
                </a:solidFill>
                <a:latin typeface="Noto Sans JP"/>
                <a:ea typeface="Noto Sans JP"/>
              </a:rPr>
              <a:t>Dev Container</a:t>
            </a:r>
            <a:r>
              <a:rPr b="1" lang="ja-JP" sz="3300" spc="-1" strike="noStrike">
                <a:solidFill>
                  <a:srgbClr val="1a1a1a"/>
                </a:solidFill>
                <a:latin typeface="Noto Sans JP"/>
                <a:ea typeface="Noto Sans JP"/>
              </a:rPr>
              <a:t>を</a:t>
            </a:r>
            <a:endParaRPr b="0" lang="ja-JP" sz="33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609480" y="2847600"/>
            <a:ext cx="4073760" cy="606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3300" spc="-1" strike="noStrike">
                <a:solidFill>
                  <a:srgbClr val="1a1a1a"/>
                </a:solidFill>
                <a:latin typeface="Noto Sans JP"/>
                <a:ea typeface="Noto Sans JP"/>
              </a:rPr>
              <a:t>ISMS</a:t>
            </a:r>
            <a:r>
              <a:rPr b="1" lang="ja-JP" sz="33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で運用する流れ</a:t>
            </a:r>
            <a:endParaRPr b="0" lang="ja-JP" sz="33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609480" y="3887640"/>
            <a:ext cx="915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800" spc="-1" strike="noStrike">
                <a:solidFill>
                  <a:srgbClr val="1a1a1a"/>
                </a:solidFill>
                <a:latin typeface="Noto Sans JP"/>
                <a:ea typeface="Noto Sans JP"/>
              </a:rPr>
              <a:t>（氏名）</a:t>
            </a:r>
            <a:endParaRPr b="0" lang="ja-JP" sz="18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609480" y="4230720"/>
            <a:ext cx="19029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800" spc="-1" strike="noStrike">
                <a:solidFill>
                  <a:srgbClr val="1a1a1a"/>
                </a:solidFill>
                <a:latin typeface="Noto Sans JP"/>
                <a:ea typeface="Noto Sans JP"/>
              </a:rPr>
              <a:t>2026</a:t>
            </a:r>
            <a:r>
              <a:rPr b="0" lang="ja-JP" sz="1800" spc="-1" strike="noStrike">
                <a:solidFill>
                  <a:srgbClr val="1a1a1a"/>
                </a:solidFill>
                <a:latin typeface="Noto Sans JP"/>
                <a:ea typeface="Noto Sans JP"/>
              </a:rPr>
              <a:t>年</a:t>
            </a:r>
            <a:r>
              <a:rPr b="0" lang="ja-JP" sz="1800" spc="-1" strike="noStrike">
                <a:solidFill>
                  <a:srgbClr val="1a1a1a"/>
                </a:solidFill>
                <a:latin typeface="Noto Sans JP"/>
                <a:ea typeface="Noto Sans JP"/>
              </a:rPr>
              <a:t>10</a:t>
            </a:r>
            <a:r>
              <a:rPr b="0" lang="ja-JP" sz="1800" spc="-1" strike="noStrike">
                <a:solidFill>
                  <a:srgbClr val="1a1a1a"/>
                </a:solidFill>
                <a:latin typeface="Noto Sans JP"/>
                <a:ea typeface="Noto Sans JP"/>
              </a:rPr>
              <a:t>月</a:t>
            </a:r>
            <a:r>
              <a:rPr b="0" lang="ja-JP" sz="1800" spc="-1" strike="noStrike">
                <a:solidFill>
                  <a:srgbClr val="1a1a1a"/>
                </a:solidFill>
                <a:latin typeface="Noto Sans JP"/>
                <a:ea typeface="Noto Sans JP"/>
              </a:rPr>
              <a:t>4</a:t>
            </a:r>
            <a:r>
              <a:rPr b="0" lang="ja-JP" sz="1800" spc="-1" strike="noStrike">
                <a:solidFill>
                  <a:srgbClr val="1a1a1a"/>
                </a:solidFill>
                <a:latin typeface="Noto Sans JP"/>
                <a:ea typeface="Noto Sans JP"/>
              </a:rPr>
              <a:t>日</a:t>
            </a:r>
            <a:endParaRPr b="0" lang="ja-JP" sz="1800" spc="-1" strike="noStrike">
              <a:solidFill>
                <a:srgbClr val="000000"/>
              </a:solidFill>
              <a:latin typeface="Noto Sans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" name=""/>
          <p:cNvSpPr/>
          <p:nvPr/>
        </p:nvSpPr>
        <p:spPr>
          <a:xfrm>
            <a:off x="609480" y="971280"/>
            <a:ext cx="10973160" cy="38520"/>
          </a:xfrm>
          <a:custGeom>
            <a:avLst/>
            <a:gdLst/>
            <a:ahLst/>
            <a:rect l="0" t="0" r="r" b="b"/>
            <a:pathLst>
              <a:path w="30481" h="107">
                <a:moveTo>
                  <a:pt x="0" y="0"/>
                </a:moveTo>
                <a:lnTo>
                  <a:pt x="30481" y="0"/>
                </a:lnTo>
                <a:lnTo>
                  <a:pt x="3048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609480" y="392760"/>
            <a:ext cx="2401200" cy="497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27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この資料の目的</a:t>
            </a:r>
            <a:endParaRPr b="0" lang="ja-JP" sz="27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7" name=""/>
          <p:cNvSpPr/>
          <p:nvPr/>
        </p:nvSpPr>
        <p:spPr>
          <a:xfrm>
            <a:off x="609480" y="1599840"/>
            <a:ext cx="5334120" cy="4800960"/>
          </a:xfrm>
          <a:custGeom>
            <a:avLst/>
            <a:gdLst/>
            <a:ahLst/>
            <a:rect l="0" t="0" r="r" b="b"/>
            <a:pathLst>
              <a:path w="14817" h="13336">
                <a:moveTo>
                  <a:pt x="0" y="13125"/>
                </a:moveTo>
                <a:lnTo>
                  <a:pt x="0" y="212"/>
                </a:lnTo>
                <a:cubicBezTo>
                  <a:pt x="0" y="198"/>
                  <a:pt x="1" y="185"/>
                  <a:pt x="4" y="171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1" y="118"/>
                  <a:pt x="28" y="106"/>
                  <a:pt x="36" y="95"/>
                </a:cubicBezTo>
                <a:cubicBezTo>
                  <a:pt x="43" y="83"/>
                  <a:pt x="52" y="72"/>
                  <a:pt x="62" y="62"/>
                </a:cubicBezTo>
                <a:cubicBezTo>
                  <a:pt x="72" y="53"/>
                  <a:pt x="82" y="44"/>
                  <a:pt x="94" y="36"/>
                </a:cubicBezTo>
                <a:cubicBezTo>
                  <a:pt x="105" y="28"/>
                  <a:pt x="118" y="22"/>
                  <a:pt x="130" y="17"/>
                </a:cubicBezTo>
                <a:cubicBezTo>
                  <a:pt x="143" y="11"/>
                  <a:pt x="157" y="7"/>
                  <a:pt x="170" y="5"/>
                </a:cubicBezTo>
                <a:cubicBezTo>
                  <a:pt x="184" y="2"/>
                  <a:pt x="198" y="0"/>
                  <a:pt x="211" y="0"/>
                </a:cubicBezTo>
                <a:lnTo>
                  <a:pt x="14606" y="0"/>
                </a:lnTo>
                <a:cubicBezTo>
                  <a:pt x="14620" y="0"/>
                  <a:pt x="14633" y="2"/>
                  <a:pt x="14647" y="5"/>
                </a:cubicBezTo>
                <a:cubicBezTo>
                  <a:pt x="14661" y="7"/>
                  <a:pt x="14674" y="11"/>
                  <a:pt x="14687" y="17"/>
                </a:cubicBezTo>
                <a:cubicBezTo>
                  <a:pt x="14700" y="22"/>
                  <a:pt x="14712" y="28"/>
                  <a:pt x="14723" y="36"/>
                </a:cubicBezTo>
                <a:cubicBezTo>
                  <a:pt x="14735" y="44"/>
                  <a:pt x="14746" y="53"/>
                  <a:pt x="14756" y="62"/>
                </a:cubicBezTo>
                <a:cubicBezTo>
                  <a:pt x="14765" y="72"/>
                  <a:pt x="14774" y="83"/>
                  <a:pt x="14782" y="95"/>
                </a:cubicBezTo>
                <a:cubicBezTo>
                  <a:pt x="14790" y="106"/>
                  <a:pt x="14796" y="118"/>
                  <a:pt x="14801" y="131"/>
                </a:cubicBezTo>
                <a:cubicBezTo>
                  <a:pt x="14807" y="144"/>
                  <a:pt x="14811" y="157"/>
                  <a:pt x="14813" y="171"/>
                </a:cubicBezTo>
                <a:cubicBezTo>
                  <a:pt x="14816" y="185"/>
                  <a:pt x="14817" y="198"/>
                  <a:pt x="14817" y="212"/>
                </a:cubicBezTo>
                <a:lnTo>
                  <a:pt x="14817" y="13125"/>
                </a:lnTo>
                <a:cubicBezTo>
                  <a:pt x="14817" y="13139"/>
                  <a:pt x="14816" y="13152"/>
                  <a:pt x="14813" y="13166"/>
                </a:cubicBezTo>
                <a:cubicBezTo>
                  <a:pt x="14811" y="13180"/>
                  <a:pt x="14807" y="13193"/>
                  <a:pt x="14801" y="13206"/>
                </a:cubicBezTo>
                <a:cubicBezTo>
                  <a:pt x="14796" y="13219"/>
                  <a:pt x="14790" y="13231"/>
                  <a:pt x="14782" y="13242"/>
                </a:cubicBezTo>
                <a:cubicBezTo>
                  <a:pt x="14774" y="13254"/>
                  <a:pt x="14765" y="13265"/>
                  <a:pt x="14756" y="13275"/>
                </a:cubicBezTo>
                <a:cubicBezTo>
                  <a:pt x="14746" y="13284"/>
                  <a:pt x="14735" y="13293"/>
                  <a:pt x="14723" y="13301"/>
                </a:cubicBezTo>
                <a:cubicBezTo>
                  <a:pt x="14712" y="13309"/>
                  <a:pt x="14700" y="13315"/>
                  <a:pt x="14687" y="13320"/>
                </a:cubicBezTo>
                <a:cubicBezTo>
                  <a:pt x="14674" y="13326"/>
                  <a:pt x="14661" y="13330"/>
                  <a:pt x="14647" y="13332"/>
                </a:cubicBezTo>
                <a:cubicBezTo>
                  <a:pt x="14633" y="13335"/>
                  <a:pt x="14620" y="13336"/>
                  <a:pt x="14606" y="13336"/>
                </a:cubicBezTo>
                <a:lnTo>
                  <a:pt x="211" y="13336"/>
                </a:lnTo>
                <a:cubicBezTo>
                  <a:pt x="198" y="13336"/>
                  <a:pt x="184" y="13335"/>
                  <a:pt x="170" y="13332"/>
                </a:cubicBezTo>
                <a:cubicBezTo>
                  <a:pt x="157" y="13330"/>
                  <a:pt x="143" y="13326"/>
                  <a:pt x="130" y="13320"/>
                </a:cubicBezTo>
                <a:cubicBezTo>
                  <a:pt x="118" y="13315"/>
                  <a:pt x="105" y="13309"/>
                  <a:pt x="94" y="13301"/>
                </a:cubicBezTo>
                <a:cubicBezTo>
                  <a:pt x="82" y="13293"/>
                  <a:pt x="72" y="13284"/>
                  <a:pt x="62" y="13275"/>
                </a:cubicBezTo>
                <a:cubicBezTo>
                  <a:pt x="52" y="13265"/>
                  <a:pt x="43" y="13254"/>
                  <a:pt x="36" y="13242"/>
                </a:cubicBezTo>
                <a:cubicBezTo>
                  <a:pt x="28" y="13231"/>
                  <a:pt x="21" y="13219"/>
                  <a:pt x="16" y="13206"/>
                </a:cubicBezTo>
                <a:cubicBezTo>
                  <a:pt x="11" y="13193"/>
                  <a:pt x="7" y="13180"/>
                  <a:pt x="4" y="13166"/>
                </a:cubicBezTo>
                <a:cubicBezTo>
                  <a:pt x="1" y="13152"/>
                  <a:pt x="0" y="13139"/>
                  <a:pt x="0" y="13125"/>
                </a:cubicBezTo>
                <a:close/>
              </a:path>
            </a:pathLst>
          </a:custGeom>
          <a:solidFill>
            <a:srgbClr val="e8f1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609480" y="1090800"/>
            <a:ext cx="785664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Dev Container</a:t>
            </a:r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の運用を、</a:t>
            </a:r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ISMS</a:t>
            </a:r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の</a:t>
            </a:r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4</a:t>
            </a:r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つの段階に沿って整理する</a:t>
            </a:r>
            <a:endParaRPr b="0" lang="ja-JP" sz="21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799920" y="1716120"/>
            <a:ext cx="50455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前回の資料は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10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のリスクで管理策を評価した</a:t>
            </a:r>
            <a:r>
              <a:rPr b="0" lang="ja-JP" sz="2100" baseline="30000" spc="-1" strike="noStrike">
                <a:solidFill>
                  <a:srgbClr val="0017c1"/>
                </a:solidFill>
                <a:latin typeface="Noto Sans JP"/>
                <a:ea typeface="Noto Sans JP"/>
              </a:rPr>
              <a:t>1</a:t>
            </a:r>
            <a:endParaRPr b="0" lang="ja-JP" sz="18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0" name=""/>
          <p:cNvSpPr/>
          <p:nvPr/>
        </p:nvSpPr>
        <p:spPr>
          <a:xfrm>
            <a:off x="828360" y="3133440"/>
            <a:ext cx="1962720" cy="2115000"/>
          </a:xfrm>
          <a:custGeom>
            <a:avLst/>
            <a:gdLst/>
            <a:ahLst/>
            <a:rect l="0" t="0" r="r" b="b"/>
            <a:pathLst>
              <a:path w="5452" h="5875">
                <a:moveTo>
                  <a:pt x="0" y="5690"/>
                </a:moveTo>
                <a:lnTo>
                  <a:pt x="0" y="186"/>
                </a:lnTo>
                <a:cubicBezTo>
                  <a:pt x="0" y="174"/>
                  <a:pt x="2" y="162"/>
                  <a:pt x="4" y="150"/>
                </a:cubicBezTo>
                <a:cubicBezTo>
                  <a:pt x="6" y="138"/>
                  <a:pt x="10" y="127"/>
                  <a:pt x="14" y="116"/>
                </a:cubicBezTo>
                <a:cubicBezTo>
                  <a:pt x="19" y="103"/>
                  <a:pt x="25" y="93"/>
                  <a:pt x="32" y="83"/>
                </a:cubicBezTo>
                <a:cubicBezTo>
                  <a:pt x="38" y="72"/>
                  <a:pt x="46" y="63"/>
                  <a:pt x="55" y="55"/>
                </a:cubicBezTo>
                <a:cubicBezTo>
                  <a:pt x="63" y="46"/>
                  <a:pt x="73" y="38"/>
                  <a:pt x="83" y="32"/>
                </a:cubicBezTo>
                <a:cubicBezTo>
                  <a:pt x="93" y="25"/>
                  <a:pt x="103" y="19"/>
                  <a:pt x="115" y="14"/>
                </a:cubicBezTo>
                <a:cubicBezTo>
                  <a:pt x="126" y="10"/>
                  <a:pt x="138" y="6"/>
                  <a:pt x="149" y="4"/>
                </a:cubicBezTo>
                <a:cubicBezTo>
                  <a:pt x="161" y="1"/>
                  <a:pt x="173" y="0"/>
                  <a:pt x="186" y="0"/>
                </a:cubicBezTo>
                <a:lnTo>
                  <a:pt x="5267" y="0"/>
                </a:lnTo>
                <a:cubicBezTo>
                  <a:pt x="5279" y="0"/>
                  <a:pt x="5291" y="1"/>
                  <a:pt x="5303" y="4"/>
                </a:cubicBezTo>
                <a:cubicBezTo>
                  <a:pt x="5315" y="6"/>
                  <a:pt x="5326" y="10"/>
                  <a:pt x="5337" y="14"/>
                </a:cubicBezTo>
                <a:cubicBezTo>
                  <a:pt x="5349" y="19"/>
                  <a:pt x="5359" y="25"/>
                  <a:pt x="5369" y="32"/>
                </a:cubicBezTo>
                <a:cubicBezTo>
                  <a:pt x="5380" y="38"/>
                  <a:pt x="5389" y="46"/>
                  <a:pt x="5398" y="55"/>
                </a:cubicBezTo>
                <a:cubicBezTo>
                  <a:pt x="5406" y="63"/>
                  <a:pt x="5414" y="72"/>
                  <a:pt x="5421" y="83"/>
                </a:cubicBezTo>
                <a:cubicBezTo>
                  <a:pt x="5427" y="93"/>
                  <a:pt x="5433" y="103"/>
                  <a:pt x="5438" y="116"/>
                </a:cubicBezTo>
                <a:cubicBezTo>
                  <a:pt x="5442" y="127"/>
                  <a:pt x="5446" y="138"/>
                  <a:pt x="5448" y="150"/>
                </a:cubicBezTo>
                <a:cubicBezTo>
                  <a:pt x="5451" y="162"/>
                  <a:pt x="5452" y="174"/>
                  <a:pt x="5452" y="186"/>
                </a:cubicBezTo>
                <a:lnTo>
                  <a:pt x="5452" y="5690"/>
                </a:lnTo>
                <a:cubicBezTo>
                  <a:pt x="5452" y="5702"/>
                  <a:pt x="5451" y="5714"/>
                  <a:pt x="5448" y="5726"/>
                </a:cubicBezTo>
                <a:cubicBezTo>
                  <a:pt x="5446" y="5738"/>
                  <a:pt x="5442" y="5749"/>
                  <a:pt x="5438" y="5761"/>
                </a:cubicBezTo>
                <a:cubicBezTo>
                  <a:pt x="5433" y="5772"/>
                  <a:pt x="5427" y="5783"/>
                  <a:pt x="5421" y="5793"/>
                </a:cubicBezTo>
                <a:cubicBezTo>
                  <a:pt x="5414" y="5803"/>
                  <a:pt x="5406" y="5812"/>
                  <a:pt x="5398" y="5821"/>
                </a:cubicBezTo>
                <a:cubicBezTo>
                  <a:pt x="5389" y="5829"/>
                  <a:pt x="5380" y="5837"/>
                  <a:pt x="5369" y="5844"/>
                </a:cubicBezTo>
                <a:cubicBezTo>
                  <a:pt x="5359" y="5851"/>
                  <a:pt x="5349" y="5856"/>
                  <a:pt x="5337" y="5861"/>
                </a:cubicBezTo>
                <a:cubicBezTo>
                  <a:pt x="5326" y="5866"/>
                  <a:pt x="5315" y="5869"/>
                  <a:pt x="5303" y="5871"/>
                </a:cubicBezTo>
                <a:cubicBezTo>
                  <a:pt x="5291" y="5874"/>
                  <a:pt x="5279" y="5875"/>
                  <a:pt x="5267" y="5875"/>
                </a:cubicBezTo>
                <a:lnTo>
                  <a:pt x="186" y="5875"/>
                </a:lnTo>
                <a:cubicBezTo>
                  <a:pt x="173" y="5875"/>
                  <a:pt x="161" y="5874"/>
                  <a:pt x="149" y="5871"/>
                </a:cubicBezTo>
                <a:cubicBezTo>
                  <a:pt x="138" y="5869"/>
                  <a:pt x="126" y="5866"/>
                  <a:pt x="115" y="5861"/>
                </a:cubicBezTo>
                <a:cubicBezTo>
                  <a:pt x="103" y="5856"/>
                  <a:pt x="93" y="5851"/>
                  <a:pt x="83" y="5844"/>
                </a:cubicBezTo>
                <a:cubicBezTo>
                  <a:pt x="73" y="5837"/>
                  <a:pt x="63" y="5829"/>
                  <a:pt x="55" y="5821"/>
                </a:cubicBezTo>
                <a:cubicBezTo>
                  <a:pt x="46" y="5812"/>
                  <a:pt x="38" y="5803"/>
                  <a:pt x="32" y="5793"/>
                </a:cubicBezTo>
                <a:cubicBezTo>
                  <a:pt x="25" y="5783"/>
                  <a:pt x="19" y="5772"/>
                  <a:pt x="14" y="5761"/>
                </a:cubicBezTo>
                <a:cubicBezTo>
                  <a:pt x="10" y="5749"/>
                  <a:pt x="6" y="5738"/>
                  <a:pt x="4" y="5726"/>
                </a:cubicBezTo>
                <a:cubicBezTo>
                  <a:pt x="2" y="5714"/>
                  <a:pt x="0" y="5702"/>
                  <a:pt x="0" y="569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1" name=""/>
          <p:cNvSpPr/>
          <p:nvPr/>
        </p:nvSpPr>
        <p:spPr>
          <a:xfrm>
            <a:off x="828360" y="3133440"/>
            <a:ext cx="1962720" cy="2115000"/>
          </a:xfrm>
          <a:custGeom>
            <a:avLst/>
            <a:gdLst/>
            <a:ahLst/>
            <a:rect l="0" t="0" r="r" b="b"/>
            <a:pathLst>
              <a:path w="5452" h="5875">
                <a:moveTo>
                  <a:pt x="0" y="5690"/>
                </a:moveTo>
                <a:lnTo>
                  <a:pt x="0" y="186"/>
                </a:lnTo>
                <a:cubicBezTo>
                  <a:pt x="0" y="174"/>
                  <a:pt x="2" y="162"/>
                  <a:pt x="4" y="150"/>
                </a:cubicBezTo>
                <a:cubicBezTo>
                  <a:pt x="6" y="138"/>
                  <a:pt x="10" y="127"/>
                  <a:pt x="14" y="116"/>
                </a:cubicBezTo>
                <a:cubicBezTo>
                  <a:pt x="19" y="103"/>
                  <a:pt x="25" y="93"/>
                  <a:pt x="32" y="83"/>
                </a:cubicBezTo>
                <a:cubicBezTo>
                  <a:pt x="38" y="72"/>
                  <a:pt x="46" y="63"/>
                  <a:pt x="55" y="55"/>
                </a:cubicBezTo>
                <a:cubicBezTo>
                  <a:pt x="63" y="46"/>
                  <a:pt x="73" y="38"/>
                  <a:pt x="83" y="32"/>
                </a:cubicBezTo>
                <a:cubicBezTo>
                  <a:pt x="93" y="25"/>
                  <a:pt x="103" y="19"/>
                  <a:pt x="115" y="14"/>
                </a:cubicBezTo>
                <a:cubicBezTo>
                  <a:pt x="126" y="10"/>
                  <a:pt x="138" y="6"/>
                  <a:pt x="149" y="4"/>
                </a:cubicBezTo>
                <a:cubicBezTo>
                  <a:pt x="161" y="1"/>
                  <a:pt x="173" y="0"/>
                  <a:pt x="186" y="0"/>
                </a:cubicBezTo>
                <a:lnTo>
                  <a:pt x="5267" y="0"/>
                </a:lnTo>
                <a:cubicBezTo>
                  <a:pt x="5279" y="0"/>
                  <a:pt x="5291" y="1"/>
                  <a:pt x="5303" y="4"/>
                </a:cubicBezTo>
                <a:cubicBezTo>
                  <a:pt x="5315" y="6"/>
                  <a:pt x="5326" y="10"/>
                  <a:pt x="5337" y="14"/>
                </a:cubicBezTo>
                <a:cubicBezTo>
                  <a:pt x="5349" y="19"/>
                  <a:pt x="5359" y="25"/>
                  <a:pt x="5369" y="32"/>
                </a:cubicBezTo>
                <a:cubicBezTo>
                  <a:pt x="5380" y="38"/>
                  <a:pt x="5389" y="46"/>
                  <a:pt x="5398" y="55"/>
                </a:cubicBezTo>
                <a:cubicBezTo>
                  <a:pt x="5406" y="63"/>
                  <a:pt x="5414" y="72"/>
                  <a:pt x="5421" y="83"/>
                </a:cubicBezTo>
                <a:cubicBezTo>
                  <a:pt x="5427" y="93"/>
                  <a:pt x="5433" y="103"/>
                  <a:pt x="5438" y="116"/>
                </a:cubicBezTo>
                <a:cubicBezTo>
                  <a:pt x="5442" y="127"/>
                  <a:pt x="5446" y="138"/>
                  <a:pt x="5448" y="150"/>
                </a:cubicBezTo>
                <a:cubicBezTo>
                  <a:pt x="5451" y="162"/>
                  <a:pt x="5452" y="174"/>
                  <a:pt x="5452" y="186"/>
                </a:cubicBezTo>
                <a:lnTo>
                  <a:pt x="5452" y="5690"/>
                </a:lnTo>
                <a:cubicBezTo>
                  <a:pt x="5452" y="5702"/>
                  <a:pt x="5451" y="5714"/>
                  <a:pt x="5448" y="5726"/>
                </a:cubicBezTo>
                <a:cubicBezTo>
                  <a:pt x="5446" y="5738"/>
                  <a:pt x="5442" y="5749"/>
                  <a:pt x="5438" y="5761"/>
                </a:cubicBezTo>
                <a:cubicBezTo>
                  <a:pt x="5433" y="5772"/>
                  <a:pt x="5427" y="5783"/>
                  <a:pt x="5421" y="5793"/>
                </a:cubicBezTo>
                <a:cubicBezTo>
                  <a:pt x="5414" y="5803"/>
                  <a:pt x="5406" y="5812"/>
                  <a:pt x="5398" y="5821"/>
                </a:cubicBezTo>
                <a:cubicBezTo>
                  <a:pt x="5389" y="5829"/>
                  <a:pt x="5380" y="5837"/>
                  <a:pt x="5369" y="5844"/>
                </a:cubicBezTo>
                <a:cubicBezTo>
                  <a:pt x="5359" y="5851"/>
                  <a:pt x="5349" y="5856"/>
                  <a:pt x="5337" y="5861"/>
                </a:cubicBezTo>
                <a:cubicBezTo>
                  <a:pt x="5326" y="5866"/>
                  <a:pt x="5315" y="5869"/>
                  <a:pt x="5303" y="5871"/>
                </a:cubicBezTo>
                <a:cubicBezTo>
                  <a:pt x="5291" y="5874"/>
                  <a:pt x="5279" y="5875"/>
                  <a:pt x="5267" y="5875"/>
                </a:cubicBezTo>
                <a:lnTo>
                  <a:pt x="186" y="5875"/>
                </a:lnTo>
                <a:cubicBezTo>
                  <a:pt x="173" y="5875"/>
                  <a:pt x="161" y="5874"/>
                  <a:pt x="149" y="5871"/>
                </a:cubicBezTo>
                <a:cubicBezTo>
                  <a:pt x="138" y="5869"/>
                  <a:pt x="126" y="5866"/>
                  <a:pt x="115" y="5861"/>
                </a:cubicBezTo>
                <a:cubicBezTo>
                  <a:pt x="103" y="5856"/>
                  <a:pt x="93" y="5851"/>
                  <a:pt x="83" y="5844"/>
                </a:cubicBezTo>
                <a:cubicBezTo>
                  <a:pt x="73" y="5837"/>
                  <a:pt x="63" y="5829"/>
                  <a:pt x="55" y="5821"/>
                </a:cubicBezTo>
                <a:cubicBezTo>
                  <a:pt x="46" y="5812"/>
                  <a:pt x="38" y="5803"/>
                  <a:pt x="32" y="5793"/>
                </a:cubicBezTo>
                <a:cubicBezTo>
                  <a:pt x="25" y="5783"/>
                  <a:pt x="19" y="5772"/>
                  <a:pt x="14" y="5761"/>
                </a:cubicBezTo>
                <a:cubicBezTo>
                  <a:pt x="10" y="5749"/>
                  <a:pt x="6" y="5738"/>
                  <a:pt x="4" y="5726"/>
                </a:cubicBezTo>
                <a:cubicBezTo>
                  <a:pt x="2" y="5714"/>
                  <a:pt x="0" y="5702"/>
                  <a:pt x="0" y="5690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2" name=""/>
          <p:cNvSpPr/>
          <p:nvPr/>
        </p:nvSpPr>
        <p:spPr>
          <a:xfrm>
            <a:off x="1609560" y="3300120"/>
            <a:ext cx="400320" cy="448200"/>
          </a:xfrm>
          <a:custGeom>
            <a:avLst/>
            <a:gdLst/>
            <a:ahLst/>
            <a:rect l="0" t="0" r="r" b="b"/>
            <a:pathLst>
              <a:path w="1112" h="1245">
                <a:moveTo>
                  <a:pt x="509" y="1126"/>
                </a:moveTo>
                <a:lnTo>
                  <a:pt x="509" y="649"/>
                </a:lnTo>
                <a:lnTo>
                  <a:pt x="93" y="409"/>
                </a:lnTo>
                <a:lnTo>
                  <a:pt x="93" y="885"/>
                </a:lnTo>
                <a:lnTo>
                  <a:pt x="509" y="1126"/>
                </a:lnTo>
                <a:moveTo>
                  <a:pt x="603" y="1126"/>
                </a:moveTo>
                <a:lnTo>
                  <a:pt x="1020" y="885"/>
                </a:lnTo>
                <a:lnTo>
                  <a:pt x="1020" y="407"/>
                </a:lnTo>
                <a:lnTo>
                  <a:pt x="603" y="649"/>
                </a:lnTo>
                <a:lnTo>
                  <a:pt x="603" y="1126"/>
                </a:lnTo>
                <a:moveTo>
                  <a:pt x="557" y="571"/>
                </a:moveTo>
                <a:lnTo>
                  <a:pt x="967" y="331"/>
                </a:lnTo>
                <a:lnTo>
                  <a:pt x="557" y="93"/>
                </a:lnTo>
                <a:lnTo>
                  <a:pt x="143" y="331"/>
                </a:lnTo>
                <a:lnTo>
                  <a:pt x="557" y="571"/>
                </a:lnTo>
                <a:moveTo>
                  <a:pt x="46" y="966"/>
                </a:moveTo>
                <a:cubicBezTo>
                  <a:pt x="32" y="957"/>
                  <a:pt x="20" y="946"/>
                  <a:pt x="12" y="931"/>
                </a:cubicBezTo>
                <a:cubicBezTo>
                  <a:pt x="4" y="917"/>
                  <a:pt x="0" y="902"/>
                  <a:pt x="0" y="885"/>
                </a:cubicBezTo>
                <a:lnTo>
                  <a:pt x="0" y="361"/>
                </a:lnTo>
                <a:cubicBezTo>
                  <a:pt x="0" y="344"/>
                  <a:pt x="4" y="329"/>
                  <a:pt x="12" y="315"/>
                </a:cubicBezTo>
                <a:cubicBezTo>
                  <a:pt x="20" y="301"/>
                  <a:pt x="32" y="289"/>
                  <a:pt x="46" y="280"/>
                </a:cubicBezTo>
                <a:lnTo>
                  <a:pt x="509" y="12"/>
                </a:lnTo>
                <a:cubicBezTo>
                  <a:pt x="524" y="4"/>
                  <a:pt x="541" y="0"/>
                  <a:pt x="557" y="0"/>
                </a:cubicBezTo>
                <a:cubicBezTo>
                  <a:pt x="573" y="0"/>
                  <a:pt x="588" y="4"/>
                  <a:pt x="603" y="12"/>
                </a:cubicBezTo>
                <a:lnTo>
                  <a:pt x="1066" y="280"/>
                </a:lnTo>
                <a:cubicBezTo>
                  <a:pt x="1081" y="289"/>
                  <a:pt x="1092" y="301"/>
                  <a:pt x="1100" y="315"/>
                </a:cubicBezTo>
                <a:cubicBezTo>
                  <a:pt x="1108" y="329"/>
                  <a:pt x="1112" y="344"/>
                  <a:pt x="1112" y="361"/>
                </a:cubicBezTo>
                <a:lnTo>
                  <a:pt x="1112" y="885"/>
                </a:lnTo>
                <a:cubicBezTo>
                  <a:pt x="1112" y="902"/>
                  <a:pt x="1108" y="917"/>
                  <a:pt x="1100" y="931"/>
                </a:cubicBezTo>
                <a:cubicBezTo>
                  <a:pt x="1092" y="946"/>
                  <a:pt x="1081" y="957"/>
                  <a:pt x="1066" y="966"/>
                </a:cubicBezTo>
                <a:lnTo>
                  <a:pt x="603" y="1233"/>
                </a:lnTo>
                <a:cubicBezTo>
                  <a:pt x="588" y="1241"/>
                  <a:pt x="573" y="1245"/>
                  <a:pt x="556" y="1245"/>
                </a:cubicBezTo>
                <a:cubicBezTo>
                  <a:pt x="540" y="1245"/>
                  <a:pt x="524" y="1241"/>
                  <a:pt x="509" y="1233"/>
                </a:cubicBezTo>
                <a:lnTo>
                  <a:pt x="46" y="966"/>
                </a:lnTo>
                <a:moveTo>
                  <a:pt x="557" y="623"/>
                </a:moveTo>
                <a:lnTo>
                  <a:pt x="557" y="623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1058760" y="3786120"/>
            <a:ext cx="1554480" cy="30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650" spc="-1" strike="noStrike">
                <a:solidFill>
                  <a:srgbClr val="1a1a1a"/>
                </a:solidFill>
                <a:latin typeface="Noto Sans JP"/>
                <a:ea typeface="Noto Sans JP"/>
              </a:rPr>
              <a:t>Claude Code</a:t>
            </a:r>
            <a:r>
              <a:rPr b="1" lang="ja-JP" sz="1650" spc="-1" strike="noStrike">
                <a:solidFill>
                  <a:srgbClr val="1a1a1a"/>
                </a:solidFill>
                <a:latin typeface="Noto Sans JP"/>
                <a:ea typeface="Noto Sans JP"/>
              </a:rPr>
              <a:t>の</a:t>
            </a:r>
            <a:endParaRPr b="0" lang="ja-JP" sz="16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1079640" y="4071600"/>
            <a:ext cx="1460880" cy="30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650" spc="-1" strike="noStrike">
                <a:solidFill>
                  <a:srgbClr val="1a1a1a"/>
                </a:solidFill>
                <a:latin typeface="Noto Sans JP"/>
                <a:ea typeface="Noto Sans JP"/>
              </a:rPr>
              <a:t>Dev Container</a:t>
            </a:r>
            <a:endParaRPr b="0" lang="ja-JP" sz="16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978120" y="4423680"/>
            <a:ext cx="170568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AI</a:t>
            </a:r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がコードを書く道具を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1125000" y="4642920"/>
            <a:ext cx="13723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隔離して動かす環境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8" name=""/>
          <p:cNvSpPr/>
          <p:nvPr/>
        </p:nvSpPr>
        <p:spPr>
          <a:xfrm>
            <a:off x="6248160" y="1599840"/>
            <a:ext cx="5334480" cy="4800960"/>
          </a:xfrm>
          <a:custGeom>
            <a:avLst/>
            <a:gdLst/>
            <a:ahLst/>
            <a:rect l="0" t="0" r="r" b="b"/>
            <a:pathLst>
              <a:path w="14818" h="13336">
                <a:moveTo>
                  <a:pt x="0" y="13125"/>
                </a:moveTo>
                <a:lnTo>
                  <a:pt x="0" y="212"/>
                </a:lnTo>
                <a:cubicBezTo>
                  <a:pt x="0" y="198"/>
                  <a:pt x="2" y="185"/>
                  <a:pt x="4" y="171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2" y="118"/>
                  <a:pt x="28" y="106"/>
                  <a:pt x="36" y="95"/>
                </a:cubicBezTo>
                <a:cubicBezTo>
                  <a:pt x="44" y="83"/>
                  <a:pt x="52" y="72"/>
                  <a:pt x="62" y="62"/>
                </a:cubicBezTo>
                <a:cubicBezTo>
                  <a:pt x="72" y="53"/>
                  <a:pt x="83" y="44"/>
                  <a:pt x="94" y="36"/>
                </a:cubicBezTo>
                <a:cubicBezTo>
                  <a:pt x="106" y="28"/>
                  <a:pt x="118" y="22"/>
                  <a:pt x="131" y="17"/>
                </a:cubicBezTo>
                <a:cubicBezTo>
                  <a:pt x="144" y="11"/>
                  <a:pt x="157" y="7"/>
                  <a:pt x="171" y="5"/>
                </a:cubicBezTo>
                <a:cubicBezTo>
                  <a:pt x="184" y="2"/>
                  <a:pt x="198" y="0"/>
                  <a:pt x="212" y="0"/>
                </a:cubicBezTo>
                <a:lnTo>
                  <a:pt x="14606" y="0"/>
                </a:lnTo>
                <a:cubicBezTo>
                  <a:pt x="14620" y="0"/>
                  <a:pt x="14634" y="2"/>
                  <a:pt x="14647" y="5"/>
                </a:cubicBezTo>
                <a:cubicBezTo>
                  <a:pt x="14661" y="7"/>
                  <a:pt x="14674" y="11"/>
                  <a:pt x="14687" y="17"/>
                </a:cubicBezTo>
                <a:cubicBezTo>
                  <a:pt x="14700" y="22"/>
                  <a:pt x="14712" y="28"/>
                  <a:pt x="14724" y="36"/>
                </a:cubicBezTo>
                <a:cubicBezTo>
                  <a:pt x="14735" y="44"/>
                  <a:pt x="14746" y="53"/>
                  <a:pt x="14756" y="62"/>
                </a:cubicBezTo>
                <a:cubicBezTo>
                  <a:pt x="14766" y="72"/>
                  <a:pt x="14774" y="83"/>
                  <a:pt x="14782" y="95"/>
                </a:cubicBezTo>
                <a:cubicBezTo>
                  <a:pt x="14790" y="106"/>
                  <a:pt x="14796" y="118"/>
                  <a:pt x="14802" y="131"/>
                </a:cubicBezTo>
                <a:cubicBezTo>
                  <a:pt x="14807" y="144"/>
                  <a:pt x="14811" y="157"/>
                  <a:pt x="14814" y="171"/>
                </a:cubicBezTo>
                <a:cubicBezTo>
                  <a:pt x="14816" y="185"/>
                  <a:pt x="14818" y="198"/>
                  <a:pt x="14818" y="212"/>
                </a:cubicBezTo>
                <a:lnTo>
                  <a:pt x="14818" y="13125"/>
                </a:lnTo>
                <a:cubicBezTo>
                  <a:pt x="14818" y="13139"/>
                  <a:pt x="14816" y="13152"/>
                  <a:pt x="14814" y="13166"/>
                </a:cubicBezTo>
                <a:cubicBezTo>
                  <a:pt x="14811" y="13180"/>
                  <a:pt x="14807" y="13193"/>
                  <a:pt x="14802" y="13206"/>
                </a:cubicBezTo>
                <a:cubicBezTo>
                  <a:pt x="14796" y="13219"/>
                  <a:pt x="14790" y="13231"/>
                  <a:pt x="14782" y="13242"/>
                </a:cubicBezTo>
                <a:cubicBezTo>
                  <a:pt x="14774" y="13254"/>
                  <a:pt x="14766" y="13265"/>
                  <a:pt x="14756" y="13275"/>
                </a:cubicBezTo>
                <a:cubicBezTo>
                  <a:pt x="14746" y="13284"/>
                  <a:pt x="14735" y="13293"/>
                  <a:pt x="14724" y="13301"/>
                </a:cubicBezTo>
                <a:cubicBezTo>
                  <a:pt x="14712" y="13309"/>
                  <a:pt x="14700" y="13315"/>
                  <a:pt x="14687" y="13320"/>
                </a:cubicBezTo>
                <a:cubicBezTo>
                  <a:pt x="14674" y="13326"/>
                  <a:pt x="14661" y="13330"/>
                  <a:pt x="14647" y="13332"/>
                </a:cubicBezTo>
                <a:cubicBezTo>
                  <a:pt x="14634" y="13335"/>
                  <a:pt x="14620" y="13336"/>
                  <a:pt x="14606" y="13336"/>
                </a:cubicBezTo>
                <a:lnTo>
                  <a:pt x="212" y="13336"/>
                </a:lnTo>
                <a:cubicBezTo>
                  <a:pt x="198" y="13336"/>
                  <a:pt x="184" y="13335"/>
                  <a:pt x="171" y="13332"/>
                </a:cubicBezTo>
                <a:cubicBezTo>
                  <a:pt x="157" y="13330"/>
                  <a:pt x="144" y="13326"/>
                  <a:pt x="131" y="13320"/>
                </a:cubicBezTo>
                <a:cubicBezTo>
                  <a:pt x="118" y="13315"/>
                  <a:pt x="106" y="13309"/>
                  <a:pt x="94" y="13301"/>
                </a:cubicBezTo>
                <a:cubicBezTo>
                  <a:pt x="83" y="13293"/>
                  <a:pt x="72" y="13284"/>
                  <a:pt x="62" y="13275"/>
                </a:cubicBezTo>
                <a:cubicBezTo>
                  <a:pt x="52" y="13265"/>
                  <a:pt x="44" y="13254"/>
                  <a:pt x="36" y="13242"/>
                </a:cubicBezTo>
                <a:cubicBezTo>
                  <a:pt x="28" y="13231"/>
                  <a:pt x="22" y="13219"/>
                  <a:pt x="16" y="13206"/>
                </a:cubicBezTo>
                <a:cubicBezTo>
                  <a:pt x="11" y="13193"/>
                  <a:pt x="7" y="13180"/>
                  <a:pt x="4" y="13166"/>
                </a:cubicBezTo>
                <a:cubicBezTo>
                  <a:pt x="2" y="13152"/>
                  <a:pt x="0" y="13139"/>
                  <a:pt x="0" y="13125"/>
                </a:cubicBezTo>
                <a:close/>
              </a:path>
            </a:pathLst>
          </a:custGeom>
          <a:solidFill>
            <a:srgbClr val="e8f1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972720" y="4909680"/>
            <a:ext cx="16772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実機では検証していない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6438960" y="1716120"/>
            <a:ext cx="51110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ISMS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では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3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つの承認を得て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4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つの段階を回す</a:t>
            </a:r>
            <a:r>
              <a:rPr b="0" lang="ja-JP" sz="2100" baseline="30000" spc="-1" strike="noStrike">
                <a:solidFill>
                  <a:srgbClr val="0017c1"/>
                </a:solidFill>
                <a:latin typeface="Noto Sans JP"/>
                <a:ea typeface="Noto Sans JP"/>
              </a:rPr>
              <a:t>2</a:t>
            </a:r>
            <a:endParaRPr b="0" lang="ja-JP" sz="18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1" name=""/>
          <p:cNvSpPr/>
          <p:nvPr/>
        </p:nvSpPr>
        <p:spPr>
          <a:xfrm>
            <a:off x="6419520" y="3171600"/>
            <a:ext cx="1810080" cy="2038680"/>
          </a:xfrm>
          <a:custGeom>
            <a:avLst/>
            <a:gdLst/>
            <a:ahLst/>
            <a:rect l="0" t="0" r="r" b="b"/>
            <a:pathLst>
              <a:path w="5028" h="5663">
                <a:moveTo>
                  <a:pt x="0" y="5478"/>
                </a:moveTo>
                <a:lnTo>
                  <a:pt x="0" y="185"/>
                </a:lnTo>
                <a:cubicBezTo>
                  <a:pt x="0" y="173"/>
                  <a:pt x="2" y="161"/>
                  <a:pt x="4" y="149"/>
                </a:cubicBezTo>
                <a:cubicBezTo>
                  <a:pt x="6" y="137"/>
                  <a:pt x="10" y="126"/>
                  <a:pt x="15" y="114"/>
                </a:cubicBezTo>
                <a:cubicBezTo>
                  <a:pt x="19" y="103"/>
                  <a:pt x="25" y="93"/>
                  <a:pt x="32" y="82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6"/>
                  <a:pt x="73" y="38"/>
                  <a:pt x="83" y="31"/>
                </a:cubicBezTo>
                <a:cubicBezTo>
                  <a:pt x="93" y="25"/>
                  <a:pt x="104" y="19"/>
                  <a:pt x="115" y="14"/>
                </a:cubicBezTo>
                <a:cubicBezTo>
                  <a:pt x="126" y="10"/>
                  <a:pt x="138" y="6"/>
                  <a:pt x="149" y="4"/>
                </a:cubicBezTo>
                <a:cubicBezTo>
                  <a:pt x="161" y="1"/>
                  <a:pt x="173" y="0"/>
                  <a:pt x="186" y="0"/>
                </a:cubicBezTo>
                <a:lnTo>
                  <a:pt x="4843" y="0"/>
                </a:lnTo>
                <a:cubicBezTo>
                  <a:pt x="4855" y="0"/>
                  <a:pt x="4867" y="1"/>
                  <a:pt x="4879" y="4"/>
                </a:cubicBezTo>
                <a:cubicBezTo>
                  <a:pt x="4891" y="6"/>
                  <a:pt x="4903" y="10"/>
                  <a:pt x="4914" y="14"/>
                </a:cubicBezTo>
                <a:cubicBezTo>
                  <a:pt x="4925" y="19"/>
                  <a:pt x="4936" y="25"/>
                  <a:pt x="4946" y="31"/>
                </a:cubicBezTo>
                <a:cubicBezTo>
                  <a:pt x="4956" y="38"/>
                  <a:pt x="4966" y="46"/>
                  <a:pt x="4974" y="54"/>
                </a:cubicBezTo>
                <a:cubicBezTo>
                  <a:pt x="4983" y="63"/>
                  <a:pt x="4991" y="72"/>
                  <a:pt x="4997" y="82"/>
                </a:cubicBezTo>
                <a:cubicBezTo>
                  <a:pt x="5004" y="93"/>
                  <a:pt x="5010" y="103"/>
                  <a:pt x="5014" y="114"/>
                </a:cubicBezTo>
                <a:cubicBezTo>
                  <a:pt x="5019" y="126"/>
                  <a:pt x="5023" y="137"/>
                  <a:pt x="5025" y="149"/>
                </a:cubicBezTo>
                <a:cubicBezTo>
                  <a:pt x="5027" y="161"/>
                  <a:pt x="5028" y="173"/>
                  <a:pt x="5028" y="185"/>
                </a:cubicBezTo>
                <a:lnTo>
                  <a:pt x="5028" y="5478"/>
                </a:lnTo>
                <a:cubicBezTo>
                  <a:pt x="5028" y="5490"/>
                  <a:pt x="5027" y="5502"/>
                  <a:pt x="5025" y="5514"/>
                </a:cubicBezTo>
                <a:cubicBezTo>
                  <a:pt x="5023" y="5526"/>
                  <a:pt x="5019" y="5538"/>
                  <a:pt x="5014" y="5549"/>
                </a:cubicBezTo>
                <a:cubicBezTo>
                  <a:pt x="5010" y="5560"/>
                  <a:pt x="5004" y="5571"/>
                  <a:pt x="4997" y="5581"/>
                </a:cubicBezTo>
                <a:cubicBezTo>
                  <a:pt x="4991" y="5591"/>
                  <a:pt x="4983" y="5600"/>
                  <a:pt x="4974" y="5609"/>
                </a:cubicBezTo>
                <a:cubicBezTo>
                  <a:pt x="4966" y="5618"/>
                  <a:pt x="4956" y="5625"/>
                  <a:pt x="4946" y="5632"/>
                </a:cubicBezTo>
                <a:cubicBezTo>
                  <a:pt x="4936" y="5639"/>
                  <a:pt x="4925" y="5644"/>
                  <a:pt x="4914" y="5649"/>
                </a:cubicBezTo>
                <a:cubicBezTo>
                  <a:pt x="4903" y="5654"/>
                  <a:pt x="4891" y="5657"/>
                  <a:pt x="4879" y="5660"/>
                </a:cubicBezTo>
                <a:cubicBezTo>
                  <a:pt x="4867" y="5662"/>
                  <a:pt x="4855" y="5663"/>
                  <a:pt x="4843" y="5663"/>
                </a:cubicBezTo>
                <a:lnTo>
                  <a:pt x="186" y="5663"/>
                </a:lnTo>
                <a:cubicBezTo>
                  <a:pt x="173" y="5663"/>
                  <a:pt x="161" y="5662"/>
                  <a:pt x="149" y="5660"/>
                </a:cubicBezTo>
                <a:cubicBezTo>
                  <a:pt x="138" y="5657"/>
                  <a:pt x="126" y="5654"/>
                  <a:pt x="115" y="5649"/>
                </a:cubicBezTo>
                <a:cubicBezTo>
                  <a:pt x="104" y="5644"/>
                  <a:pt x="93" y="5639"/>
                  <a:pt x="83" y="5632"/>
                </a:cubicBezTo>
                <a:cubicBezTo>
                  <a:pt x="73" y="5625"/>
                  <a:pt x="63" y="5618"/>
                  <a:pt x="55" y="5609"/>
                </a:cubicBezTo>
                <a:cubicBezTo>
                  <a:pt x="46" y="5600"/>
                  <a:pt x="38" y="5591"/>
                  <a:pt x="32" y="5581"/>
                </a:cubicBezTo>
                <a:cubicBezTo>
                  <a:pt x="25" y="5571"/>
                  <a:pt x="19" y="5560"/>
                  <a:pt x="15" y="5549"/>
                </a:cubicBezTo>
                <a:cubicBezTo>
                  <a:pt x="10" y="5538"/>
                  <a:pt x="6" y="5526"/>
                  <a:pt x="4" y="5514"/>
                </a:cubicBezTo>
                <a:cubicBezTo>
                  <a:pt x="2" y="5502"/>
                  <a:pt x="0" y="5490"/>
                  <a:pt x="0" y="547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2" name=""/>
          <p:cNvSpPr/>
          <p:nvPr/>
        </p:nvSpPr>
        <p:spPr>
          <a:xfrm>
            <a:off x="6419520" y="3171600"/>
            <a:ext cx="1810080" cy="2038680"/>
          </a:xfrm>
          <a:custGeom>
            <a:avLst/>
            <a:gdLst/>
            <a:ahLst/>
            <a:rect l="0" t="0" r="r" b="b"/>
            <a:pathLst>
              <a:path w="5028" h="5663">
                <a:moveTo>
                  <a:pt x="0" y="5478"/>
                </a:moveTo>
                <a:lnTo>
                  <a:pt x="0" y="185"/>
                </a:lnTo>
                <a:cubicBezTo>
                  <a:pt x="0" y="173"/>
                  <a:pt x="2" y="161"/>
                  <a:pt x="4" y="149"/>
                </a:cubicBezTo>
                <a:cubicBezTo>
                  <a:pt x="6" y="137"/>
                  <a:pt x="10" y="126"/>
                  <a:pt x="15" y="114"/>
                </a:cubicBezTo>
                <a:cubicBezTo>
                  <a:pt x="19" y="103"/>
                  <a:pt x="25" y="93"/>
                  <a:pt x="32" y="82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6"/>
                  <a:pt x="73" y="38"/>
                  <a:pt x="83" y="31"/>
                </a:cubicBezTo>
                <a:cubicBezTo>
                  <a:pt x="93" y="25"/>
                  <a:pt x="104" y="19"/>
                  <a:pt x="115" y="14"/>
                </a:cubicBezTo>
                <a:cubicBezTo>
                  <a:pt x="126" y="10"/>
                  <a:pt x="138" y="6"/>
                  <a:pt x="149" y="4"/>
                </a:cubicBezTo>
                <a:cubicBezTo>
                  <a:pt x="161" y="1"/>
                  <a:pt x="173" y="0"/>
                  <a:pt x="186" y="0"/>
                </a:cubicBezTo>
                <a:lnTo>
                  <a:pt x="4843" y="0"/>
                </a:lnTo>
                <a:cubicBezTo>
                  <a:pt x="4855" y="0"/>
                  <a:pt x="4867" y="1"/>
                  <a:pt x="4879" y="4"/>
                </a:cubicBezTo>
                <a:cubicBezTo>
                  <a:pt x="4891" y="6"/>
                  <a:pt x="4903" y="10"/>
                  <a:pt x="4914" y="14"/>
                </a:cubicBezTo>
                <a:cubicBezTo>
                  <a:pt x="4925" y="19"/>
                  <a:pt x="4936" y="25"/>
                  <a:pt x="4946" y="31"/>
                </a:cubicBezTo>
                <a:cubicBezTo>
                  <a:pt x="4956" y="38"/>
                  <a:pt x="4966" y="46"/>
                  <a:pt x="4974" y="54"/>
                </a:cubicBezTo>
                <a:cubicBezTo>
                  <a:pt x="4983" y="63"/>
                  <a:pt x="4991" y="72"/>
                  <a:pt x="4997" y="82"/>
                </a:cubicBezTo>
                <a:cubicBezTo>
                  <a:pt x="5004" y="93"/>
                  <a:pt x="5010" y="103"/>
                  <a:pt x="5014" y="114"/>
                </a:cubicBezTo>
                <a:cubicBezTo>
                  <a:pt x="5019" y="126"/>
                  <a:pt x="5023" y="137"/>
                  <a:pt x="5025" y="149"/>
                </a:cubicBezTo>
                <a:cubicBezTo>
                  <a:pt x="5027" y="161"/>
                  <a:pt x="5028" y="173"/>
                  <a:pt x="5028" y="185"/>
                </a:cubicBezTo>
                <a:lnTo>
                  <a:pt x="5028" y="5478"/>
                </a:lnTo>
                <a:cubicBezTo>
                  <a:pt x="5028" y="5490"/>
                  <a:pt x="5027" y="5502"/>
                  <a:pt x="5025" y="5514"/>
                </a:cubicBezTo>
                <a:cubicBezTo>
                  <a:pt x="5023" y="5526"/>
                  <a:pt x="5019" y="5538"/>
                  <a:pt x="5014" y="5549"/>
                </a:cubicBezTo>
                <a:cubicBezTo>
                  <a:pt x="5010" y="5560"/>
                  <a:pt x="5004" y="5571"/>
                  <a:pt x="4997" y="5581"/>
                </a:cubicBezTo>
                <a:cubicBezTo>
                  <a:pt x="4991" y="5591"/>
                  <a:pt x="4983" y="5600"/>
                  <a:pt x="4974" y="5609"/>
                </a:cubicBezTo>
                <a:cubicBezTo>
                  <a:pt x="4966" y="5618"/>
                  <a:pt x="4956" y="5625"/>
                  <a:pt x="4946" y="5632"/>
                </a:cubicBezTo>
                <a:cubicBezTo>
                  <a:pt x="4936" y="5639"/>
                  <a:pt x="4925" y="5644"/>
                  <a:pt x="4914" y="5649"/>
                </a:cubicBezTo>
                <a:cubicBezTo>
                  <a:pt x="4903" y="5654"/>
                  <a:pt x="4891" y="5657"/>
                  <a:pt x="4879" y="5660"/>
                </a:cubicBezTo>
                <a:cubicBezTo>
                  <a:pt x="4867" y="5662"/>
                  <a:pt x="4855" y="5663"/>
                  <a:pt x="4843" y="5663"/>
                </a:cubicBezTo>
                <a:lnTo>
                  <a:pt x="186" y="5663"/>
                </a:lnTo>
                <a:cubicBezTo>
                  <a:pt x="173" y="5663"/>
                  <a:pt x="161" y="5662"/>
                  <a:pt x="149" y="5660"/>
                </a:cubicBezTo>
                <a:cubicBezTo>
                  <a:pt x="138" y="5657"/>
                  <a:pt x="126" y="5654"/>
                  <a:pt x="115" y="5649"/>
                </a:cubicBezTo>
                <a:cubicBezTo>
                  <a:pt x="104" y="5644"/>
                  <a:pt x="93" y="5639"/>
                  <a:pt x="83" y="5632"/>
                </a:cubicBezTo>
                <a:cubicBezTo>
                  <a:pt x="73" y="5625"/>
                  <a:pt x="63" y="5618"/>
                  <a:pt x="55" y="5609"/>
                </a:cubicBezTo>
                <a:cubicBezTo>
                  <a:pt x="46" y="5600"/>
                  <a:pt x="38" y="5591"/>
                  <a:pt x="32" y="5581"/>
                </a:cubicBezTo>
                <a:cubicBezTo>
                  <a:pt x="25" y="5571"/>
                  <a:pt x="19" y="5560"/>
                  <a:pt x="15" y="5549"/>
                </a:cubicBezTo>
                <a:cubicBezTo>
                  <a:pt x="10" y="5538"/>
                  <a:pt x="6" y="5526"/>
                  <a:pt x="4" y="5514"/>
                </a:cubicBezTo>
                <a:cubicBezTo>
                  <a:pt x="2" y="5502"/>
                  <a:pt x="0" y="5490"/>
                  <a:pt x="0" y="5478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3" name=""/>
          <p:cNvSpPr/>
          <p:nvPr/>
        </p:nvSpPr>
        <p:spPr>
          <a:xfrm>
            <a:off x="7146720" y="3339360"/>
            <a:ext cx="356040" cy="444960"/>
          </a:xfrm>
          <a:custGeom>
            <a:avLst/>
            <a:gdLst/>
            <a:ahLst/>
            <a:rect l="0" t="0" r="r" b="b"/>
            <a:pathLst>
              <a:path w="989" h="1236">
                <a:moveTo>
                  <a:pt x="427" y="824"/>
                </a:moveTo>
                <a:lnTo>
                  <a:pt x="779" y="472"/>
                </a:lnTo>
                <a:lnTo>
                  <a:pt x="714" y="409"/>
                </a:lnTo>
                <a:lnTo>
                  <a:pt x="432" y="691"/>
                </a:lnTo>
                <a:lnTo>
                  <a:pt x="275" y="536"/>
                </a:lnTo>
                <a:lnTo>
                  <a:pt x="207" y="603"/>
                </a:lnTo>
                <a:lnTo>
                  <a:pt x="427" y="824"/>
                </a:lnTo>
                <a:moveTo>
                  <a:pt x="495" y="1236"/>
                </a:moveTo>
                <a:cubicBezTo>
                  <a:pt x="350" y="1199"/>
                  <a:pt x="232" y="1115"/>
                  <a:pt x="139" y="984"/>
                </a:cubicBezTo>
                <a:cubicBezTo>
                  <a:pt x="46" y="853"/>
                  <a:pt x="0" y="709"/>
                  <a:pt x="0" y="553"/>
                </a:cubicBezTo>
                <a:lnTo>
                  <a:pt x="0" y="185"/>
                </a:lnTo>
                <a:lnTo>
                  <a:pt x="495" y="0"/>
                </a:lnTo>
                <a:lnTo>
                  <a:pt x="989" y="185"/>
                </a:lnTo>
                <a:lnTo>
                  <a:pt x="989" y="553"/>
                </a:lnTo>
                <a:cubicBezTo>
                  <a:pt x="989" y="709"/>
                  <a:pt x="943" y="853"/>
                  <a:pt x="850" y="984"/>
                </a:cubicBezTo>
                <a:cubicBezTo>
                  <a:pt x="757" y="1115"/>
                  <a:pt x="639" y="1199"/>
                  <a:pt x="495" y="1236"/>
                </a:cubicBezTo>
                <a:moveTo>
                  <a:pt x="495" y="1139"/>
                </a:moveTo>
                <a:cubicBezTo>
                  <a:pt x="613" y="1100"/>
                  <a:pt x="710" y="1026"/>
                  <a:pt x="784" y="918"/>
                </a:cubicBezTo>
                <a:cubicBezTo>
                  <a:pt x="859" y="809"/>
                  <a:pt x="896" y="687"/>
                  <a:pt x="896" y="553"/>
                </a:cubicBezTo>
                <a:lnTo>
                  <a:pt x="896" y="250"/>
                </a:lnTo>
                <a:lnTo>
                  <a:pt x="495" y="99"/>
                </a:lnTo>
                <a:lnTo>
                  <a:pt x="93" y="250"/>
                </a:lnTo>
                <a:lnTo>
                  <a:pt x="93" y="553"/>
                </a:lnTo>
                <a:cubicBezTo>
                  <a:pt x="93" y="687"/>
                  <a:pt x="130" y="809"/>
                  <a:pt x="205" y="918"/>
                </a:cubicBezTo>
                <a:cubicBezTo>
                  <a:pt x="279" y="1026"/>
                  <a:pt x="376" y="1100"/>
                  <a:pt x="495" y="1139"/>
                </a:cubicBezTo>
                <a:moveTo>
                  <a:pt x="495" y="619"/>
                </a:moveTo>
                <a:lnTo>
                  <a:pt x="495" y="619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7070040" y="3823920"/>
            <a:ext cx="508320" cy="30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650" spc="-1" strike="noStrike">
                <a:solidFill>
                  <a:srgbClr val="1a1a1a"/>
                </a:solidFill>
                <a:latin typeface="Noto Sans JP"/>
                <a:ea typeface="Noto Sans JP"/>
              </a:rPr>
              <a:t>ISMS</a:t>
            </a:r>
            <a:endParaRPr b="0" lang="ja-JP" sz="16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6643440" y="4176000"/>
            <a:ext cx="13723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情報セキュリティを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6562800" y="4385520"/>
            <a:ext cx="15246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組織で管理する仕組み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6562800" y="4652280"/>
            <a:ext cx="15246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現行の規格の本文とは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6638760" y="4871520"/>
            <a:ext cx="13723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突き合わせていない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0" name=""/>
          <p:cNvSpPr/>
          <p:nvPr/>
        </p:nvSpPr>
        <p:spPr>
          <a:xfrm>
            <a:off x="2800080" y="4181400"/>
            <a:ext cx="153000" cy="19440"/>
          </a:xfrm>
          <a:custGeom>
            <a:avLst/>
            <a:gdLst/>
            <a:ahLst/>
            <a:rect l="0" t="0" r="r" b="b"/>
            <a:pathLst>
              <a:path w="425" h="54">
                <a:moveTo>
                  <a:pt x="0" y="0"/>
                </a:moveTo>
                <a:lnTo>
                  <a:pt x="425" y="0"/>
                </a:lnTo>
                <a:lnTo>
                  <a:pt x="425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41" name=""/>
          <p:cNvSpPr/>
          <p:nvPr/>
        </p:nvSpPr>
        <p:spPr>
          <a:xfrm>
            <a:off x="3228840" y="2876400"/>
            <a:ext cx="2495880" cy="457560"/>
          </a:xfrm>
          <a:custGeom>
            <a:avLst/>
            <a:gdLst/>
            <a:ahLst/>
            <a:rect l="0" t="0" r="r" b="b"/>
            <a:pathLst>
              <a:path w="6933" h="1271">
                <a:moveTo>
                  <a:pt x="0" y="1086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9" y="103"/>
                  <a:pt x="24" y="92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6"/>
                  <a:pt x="72" y="38"/>
                  <a:pt x="82" y="31"/>
                </a:cubicBezTo>
                <a:cubicBezTo>
                  <a:pt x="92" y="24"/>
                  <a:pt x="103" y="19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6748" y="0"/>
                </a:lnTo>
                <a:cubicBezTo>
                  <a:pt x="6760" y="0"/>
                  <a:pt x="6772" y="1"/>
                  <a:pt x="6784" y="3"/>
                </a:cubicBezTo>
                <a:cubicBezTo>
                  <a:pt x="6796" y="6"/>
                  <a:pt x="6807" y="9"/>
                  <a:pt x="6819" y="14"/>
                </a:cubicBezTo>
                <a:cubicBezTo>
                  <a:pt x="6830" y="19"/>
                  <a:pt x="6841" y="24"/>
                  <a:pt x="6851" y="31"/>
                </a:cubicBezTo>
                <a:cubicBezTo>
                  <a:pt x="6861" y="38"/>
                  <a:pt x="6870" y="46"/>
                  <a:pt x="6879" y="54"/>
                </a:cubicBezTo>
                <a:cubicBezTo>
                  <a:pt x="6887" y="63"/>
                  <a:pt x="6895" y="72"/>
                  <a:pt x="6902" y="82"/>
                </a:cubicBezTo>
                <a:cubicBezTo>
                  <a:pt x="6909" y="92"/>
                  <a:pt x="6914" y="103"/>
                  <a:pt x="6919" y="114"/>
                </a:cubicBezTo>
                <a:cubicBezTo>
                  <a:pt x="6924" y="125"/>
                  <a:pt x="6927" y="137"/>
                  <a:pt x="6929" y="149"/>
                </a:cubicBezTo>
                <a:cubicBezTo>
                  <a:pt x="6932" y="161"/>
                  <a:pt x="6933" y="173"/>
                  <a:pt x="6933" y="185"/>
                </a:cubicBezTo>
                <a:lnTo>
                  <a:pt x="6933" y="1086"/>
                </a:lnTo>
                <a:cubicBezTo>
                  <a:pt x="6933" y="1098"/>
                  <a:pt x="6932" y="1110"/>
                  <a:pt x="6929" y="1122"/>
                </a:cubicBezTo>
                <a:cubicBezTo>
                  <a:pt x="6927" y="1134"/>
                  <a:pt x="6924" y="1145"/>
                  <a:pt x="6919" y="1157"/>
                </a:cubicBezTo>
                <a:cubicBezTo>
                  <a:pt x="6914" y="1168"/>
                  <a:pt x="6909" y="1178"/>
                  <a:pt x="6902" y="1189"/>
                </a:cubicBezTo>
                <a:cubicBezTo>
                  <a:pt x="6895" y="1199"/>
                  <a:pt x="6887" y="1208"/>
                  <a:pt x="6879" y="1217"/>
                </a:cubicBezTo>
                <a:cubicBezTo>
                  <a:pt x="6870" y="1225"/>
                  <a:pt x="6861" y="1233"/>
                  <a:pt x="6851" y="1240"/>
                </a:cubicBezTo>
                <a:cubicBezTo>
                  <a:pt x="6841" y="1246"/>
                  <a:pt x="6830" y="1252"/>
                  <a:pt x="6819" y="1257"/>
                </a:cubicBezTo>
                <a:cubicBezTo>
                  <a:pt x="6807" y="1261"/>
                  <a:pt x="6796" y="1265"/>
                  <a:pt x="6784" y="1267"/>
                </a:cubicBezTo>
                <a:cubicBezTo>
                  <a:pt x="6772" y="1270"/>
                  <a:pt x="6760" y="1271"/>
                  <a:pt x="6748" y="1271"/>
                </a:cubicBezTo>
                <a:lnTo>
                  <a:pt x="185" y="1271"/>
                </a:lnTo>
                <a:cubicBezTo>
                  <a:pt x="173" y="1271"/>
                  <a:pt x="161" y="1270"/>
                  <a:pt x="149" y="1267"/>
                </a:cubicBezTo>
                <a:cubicBezTo>
                  <a:pt x="137" y="1265"/>
                  <a:pt x="125" y="1261"/>
                  <a:pt x="114" y="1257"/>
                </a:cubicBezTo>
                <a:cubicBezTo>
                  <a:pt x="103" y="1252"/>
                  <a:pt x="92" y="1246"/>
                  <a:pt x="82" y="1240"/>
                </a:cubicBezTo>
                <a:cubicBezTo>
                  <a:pt x="72" y="1233"/>
                  <a:pt x="63" y="1225"/>
                  <a:pt x="54" y="1217"/>
                </a:cubicBezTo>
                <a:cubicBezTo>
                  <a:pt x="46" y="1208"/>
                  <a:pt x="38" y="1199"/>
                  <a:pt x="31" y="1189"/>
                </a:cubicBezTo>
                <a:cubicBezTo>
                  <a:pt x="24" y="1178"/>
                  <a:pt x="19" y="1168"/>
                  <a:pt x="14" y="1157"/>
                </a:cubicBezTo>
                <a:cubicBezTo>
                  <a:pt x="9" y="1145"/>
                  <a:pt x="6" y="1134"/>
                  <a:pt x="3" y="1122"/>
                </a:cubicBezTo>
                <a:cubicBezTo>
                  <a:pt x="1" y="1110"/>
                  <a:pt x="0" y="1098"/>
                  <a:pt x="0" y="108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2" name=""/>
          <p:cNvSpPr/>
          <p:nvPr/>
        </p:nvSpPr>
        <p:spPr>
          <a:xfrm>
            <a:off x="3228840" y="2876400"/>
            <a:ext cx="2495880" cy="457560"/>
          </a:xfrm>
          <a:custGeom>
            <a:avLst/>
            <a:gdLst/>
            <a:ahLst/>
            <a:rect l="0" t="0" r="r" b="b"/>
            <a:pathLst>
              <a:path w="6933" h="1271">
                <a:moveTo>
                  <a:pt x="0" y="1086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9" y="103"/>
                  <a:pt x="24" y="92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6"/>
                  <a:pt x="72" y="38"/>
                  <a:pt x="82" y="31"/>
                </a:cubicBezTo>
                <a:cubicBezTo>
                  <a:pt x="92" y="24"/>
                  <a:pt x="103" y="19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6748" y="0"/>
                </a:lnTo>
                <a:cubicBezTo>
                  <a:pt x="6760" y="0"/>
                  <a:pt x="6772" y="1"/>
                  <a:pt x="6784" y="3"/>
                </a:cubicBezTo>
                <a:cubicBezTo>
                  <a:pt x="6796" y="6"/>
                  <a:pt x="6807" y="9"/>
                  <a:pt x="6819" y="14"/>
                </a:cubicBezTo>
                <a:cubicBezTo>
                  <a:pt x="6830" y="19"/>
                  <a:pt x="6841" y="24"/>
                  <a:pt x="6851" y="31"/>
                </a:cubicBezTo>
                <a:cubicBezTo>
                  <a:pt x="6861" y="38"/>
                  <a:pt x="6870" y="46"/>
                  <a:pt x="6879" y="54"/>
                </a:cubicBezTo>
                <a:cubicBezTo>
                  <a:pt x="6887" y="63"/>
                  <a:pt x="6895" y="72"/>
                  <a:pt x="6902" y="82"/>
                </a:cubicBezTo>
                <a:cubicBezTo>
                  <a:pt x="6909" y="92"/>
                  <a:pt x="6914" y="103"/>
                  <a:pt x="6919" y="114"/>
                </a:cubicBezTo>
                <a:cubicBezTo>
                  <a:pt x="6924" y="125"/>
                  <a:pt x="6927" y="137"/>
                  <a:pt x="6929" y="149"/>
                </a:cubicBezTo>
                <a:cubicBezTo>
                  <a:pt x="6932" y="161"/>
                  <a:pt x="6933" y="173"/>
                  <a:pt x="6933" y="185"/>
                </a:cubicBezTo>
                <a:lnTo>
                  <a:pt x="6933" y="1086"/>
                </a:lnTo>
                <a:cubicBezTo>
                  <a:pt x="6933" y="1098"/>
                  <a:pt x="6932" y="1110"/>
                  <a:pt x="6929" y="1122"/>
                </a:cubicBezTo>
                <a:cubicBezTo>
                  <a:pt x="6927" y="1134"/>
                  <a:pt x="6924" y="1145"/>
                  <a:pt x="6919" y="1157"/>
                </a:cubicBezTo>
                <a:cubicBezTo>
                  <a:pt x="6914" y="1168"/>
                  <a:pt x="6909" y="1178"/>
                  <a:pt x="6902" y="1189"/>
                </a:cubicBezTo>
                <a:cubicBezTo>
                  <a:pt x="6895" y="1199"/>
                  <a:pt x="6887" y="1208"/>
                  <a:pt x="6879" y="1217"/>
                </a:cubicBezTo>
                <a:cubicBezTo>
                  <a:pt x="6870" y="1225"/>
                  <a:pt x="6861" y="1233"/>
                  <a:pt x="6851" y="1240"/>
                </a:cubicBezTo>
                <a:cubicBezTo>
                  <a:pt x="6841" y="1246"/>
                  <a:pt x="6830" y="1252"/>
                  <a:pt x="6819" y="1257"/>
                </a:cubicBezTo>
                <a:cubicBezTo>
                  <a:pt x="6807" y="1261"/>
                  <a:pt x="6796" y="1265"/>
                  <a:pt x="6784" y="1267"/>
                </a:cubicBezTo>
                <a:cubicBezTo>
                  <a:pt x="6772" y="1270"/>
                  <a:pt x="6760" y="1271"/>
                  <a:pt x="6748" y="1271"/>
                </a:cubicBezTo>
                <a:lnTo>
                  <a:pt x="185" y="1271"/>
                </a:lnTo>
                <a:cubicBezTo>
                  <a:pt x="173" y="1271"/>
                  <a:pt x="161" y="1270"/>
                  <a:pt x="149" y="1267"/>
                </a:cubicBezTo>
                <a:cubicBezTo>
                  <a:pt x="137" y="1265"/>
                  <a:pt x="125" y="1261"/>
                  <a:pt x="114" y="1257"/>
                </a:cubicBezTo>
                <a:cubicBezTo>
                  <a:pt x="103" y="1252"/>
                  <a:pt x="92" y="1246"/>
                  <a:pt x="82" y="1240"/>
                </a:cubicBezTo>
                <a:cubicBezTo>
                  <a:pt x="72" y="1233"/>
                  <a:pt x="63" y="1225"/>
                  <a:pt x="54" y="1217"/>
                </a:cubicBezTo>
                <a:cubicBezTo>
                  <a:pt x="46" y="1208"/>
                  <a:pt x="38" y="1199"/>
                  <a:pt x="31" y="1189"/>
                </a:cubicBezTo>
                <a:cubicBezTo>
                  <a:pt x="24" y="1178"/>
                  <a:pt x="19" y="1168"/>
                  <a:pt x="14" y="1157"/>
                </a:cubicBezTo>
                <a:cubicBezTo>
                  <a:pt x="9" y="1145"/>
                  <a:pt x="6" y="1134"/>
                  <a:pt x="3" y="1122"/>
                </a:cubicBezTo>
                <a:cubicBezTo>
                  <a:pt x="1" y="1110"/>
                  <a:pt x="0" y="1098"/>
                  <a:pt x="0" y="1086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8497800" y="556560"/>
            <a:ext cx="29329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全体 ∕ 計画 ∕ 運用 ∕ 評価 ∕ 改善 ∕ 承認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4" name=""/>
          <p:cNvSpPr/>
          <p:nvPr/>
        </p:nvSpPr>
        <p:spPr>
          <a:xfrm>
            <a:off x="2952720" y="3105000"/>
            <a:ext cx="19080" cy="352800"/>
          </a:xfrm>
          <a:custGeom>
            <a:avLst/>
            <a:gdLst/>
            <a:ahLst/>
            <a:rect l="0" t="0" r="r" b="b"/>
            <a:pathLst>
              <a:path w="53" h="980">
                <a:moveTo>
                  <a:pt x="0" y="0"/>
                </a:moveTo>
                <a:lnTo>
                  <a:pt x="53" y="0"/>
                </a:lnTo>
                <a:lnTo>
                  <a:pt x="53" y="980"/>
                </a:lnTo>
                <a:lnTo>
                  <a:pt x="0" y="98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45" name=""/>
          <p:cNvSpPr/>
          <p:nvPr/>
        </p:nvSpPr>
        <p:spPr>
          <a:xfrm>
            <a:off x="2952720" y="3095280"/>
            <a:ext cx="266760" cy="19440"/>
          </a:xfrm>
          <a:custGeom>
            <a:avLst/>
            <a:gdLst/>
            <a:ahLst/>
            <a:rect l="0" t="0" r="r" b="b"/>
            <a:pathLst>
              <a:path w="741" h="54">
                <a:moveTo>
                  <a:pt x="0" y="0"/>
                </a:moveTo>
                <a:lnTo>
                  <a:pt x="741" y="0"/>
                </a:lnTo>
                <a:lnTo>
                  <a:pt x="741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46" name=""/>
          <p:cNvSpPr/>
          <p:nvPr/>
        </p:nvSpPr>
        <p:spPr>
          <a:xfrm>
            <a:off x="3124080" y="3047760"/>
            <a:ext cx="95400" cy="114840"/>
          </a:xfrm>
          <a:custGeom>
            <a:avLst/>
            <a:gdLst/>
            <a:ahLst/>
            <a:rect l="0" t="0" r="r" b="b"/>
            <a:pathLst>
              <a:path w="265" h="319">
                <a:moveTo>
                  <a:pt x="0" y="0"/>
                </a:moveTo>
                <a:lnTo>
                  <a:pt x="0" y="319"/>
                </a:lnTo>
                <a:lnTo>
                  <a:pt x="265" y="159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47" name=""/>
          <p:cNvSpPr/>
          <p:nvPr/>
        </p:nvSpPr>
        <p:spPr>
          <a:xfrm>
            <a:off x="3228840" y="3581280"/>
            <a:ext cx="2495880" cy="476640"/>
          </a:xfrm>
          <a:custGeom>
            <a:avLst/>
            <a:gdLst/>
            <a:ahLst/>
            <a:rect l="0" t="0" r="r" b="b"/>
            <a:pathLst>
              <a:path w="6933" h="1324">
                <a:moveTo>
                  <a:pt x="0" y="1138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9" y="103"/>
                  <a:pt x="24" y="92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5"/>
                  <a:pt x="72" y="38"/>
                  <a:pt x="82" y="31"/>
                </a:cubicBezTo>
                <a:cubicBezTo>
                  <a:pt x="92" y="24"/>
                  <a:pt x="103" y="19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6748" y="0"/>
                </a:lnTo>
                <a:cubicBezTo>
                  <a:pt x="6760" y="0"/>
                  <a:pt x="6772" y="1"/>
                  <a:pt x="6784" y="3"/>
                </a:cubicBezTo>
                <a:cubicBezTo>
                  <a:pt x="6796" y="6"/>
                  <a:pt x="6807" y="9"/>
                  <a:pt x="6819" y="14"/>
                </a:cubicBezTo>
                <a:cubicBezTo>
                  <a:pt x="6830" y="19"/>
                  <a:pt x="6841" y="24"/>
                  <a:pt x="6851" y="31"/>
                </a:cubicBezTo>
                <a:cubicBezTo>
                  <a:pt x="6861" y="38"/>
                  <a:pt x="6870" y="45"/>
                  <a:pt x="6879" y="54"/>
                </a:cubicBezTo>
                <a:cubicBezTo>
                  <a:pt x="6887" y="63"/>
                  <a:pt x="6895" y="72"/>
                  <a:pt x="6902" y="82"/>
                </a:cubicBezTo>
                <a:cubicBezTo>
                  <a:pt x="6909" y="92"/>
                  <a:pt x="6914" y="103"/>
                  <a:pt x="6919" y="114"/>
                </a:cubicBezTo>
                <a:cubicBezTo>
                  <a:pt x="6924" y="125"/>
                  <a:pt x="6927" y="137"/>
                  <a:pt x="6929" y="149"/>
                </a:cubicBezTo>
                <a:cubicBezTo>
                  <a:pt x="6932" y="161"/>
                  <a:pt x="6933" y="173"/>
                  <a:pt x="6933" y="185"/>
                </a:cubicBezTo>
                <a:lnTo>
                  <a:pt x="6933" y="1138"/>
                </a:lnTo>
                <a:cubicBezTo>
                  <a:pt x="6933" y="1150"/>
                  <a:pt x="6932" y="1162"/>
                  <a:pt x="6929" y="1174"/>
                </a:cubicBezTo>
                <a:cubicBezTo>
                  <a:pt x="6927" y="1186"/>
                  <a:pt x="6924" y="1197"/>
                  <a:pt x="6919" y="1208"/>
                </a:cubicBezTo>
                <a:cubicBezTo>
                  <a:pt x="6914" y="1220"/>
                  <a:pt x="6909" y="1230"/>
                  <a:pt x="6902" y="1240"/>
                </a:cubicBezTo>
                <a:cubicBezTo>
                  <a:pt x="6895" y="1251"/>
                  <a:pt x="6887" y="1260"/>
                  <a:pt x="6879" y="1269"/>
                </a:cubicBezTo>
                <a:cubicBezTo>
                  <a:pt x="6870" y="1277"/>
                  <a:pt x="6861" y="1285"/>
                  <a:pt x="6851" y="1293"/>
                </a:cubicBezTo>
                <a:cubicBezTo>
                  <a:pt x="6841" y="1299"/>
                  <a:pt x="6830" y="1305"/>
                  <a:pt x="6819" y="1310"/>
                </a:cubicBezTo>
                <a:cubicBezTo>
                  <a:pt x="6807" y="1314"/>
                  <a:pt x="6796" y="1318"/>
                  <a:pt x="6784" y="1320"/>
                </a:cubicBezTo>
                <a:cubicBezTo>
                  <a:pt x="6772" y="1323"/>
                  <a:pt x="6760" y="1324"/>
                  <a:pt x="6748" y="1324"/>
                </a:cubicBezTo>
                <a:lnTo>
                  <a:pt x="185" y="1324"/>
                </a:lnTo>
                <a:cubicBezTo>
                  <a:pt x="173" y="1324"/>
                  <a:pt x="161" y="1323"/>
                  <a:pt x="149" y="1320"/>
                </a:cubicBezTo>
                <a:cubicBezTo>
                  <a:pt x="137" y="1318"/>
                  <a:pt x="125" y="1314"/>
                  <a:pt x="114" y="1310"/>
                </a:cubicBezTo>
                <a:cubicBezTo>
                  <a:pt x="103" y="1305"/>
                  <a:pt x="92" y="1299"/>
                  <a:pt x="82" y="1293"/>
                </a:cubicBezTo>
                <a:cubicBezTo>
                  <a:pt x="72" y="1285"/>
                  <a:pt x="63" y="1277"/>
                  <a:pt x="54" y="1269"/>
                </a:cubicBezTo>
                <a:cubicBezTo>
                  <a:pt x="46" y="1260"/>
                  <a:pt x="38" y="1251"/>
                  <a:pt x="31" y="1240"/>
                </a:cubicBezTo>
                <a:cubicBezTo>
                  <a:pt x="24" y="1230"/>
                  <a:pt x="19" y="1220"/>
                  <a:pt x="14" y="1208"/>
                </a:cubicBezTo>
                <a:cubicBezTo>
                  <a:pt x="9" y="1197"/>
                  <a:pt x="6" y="1186"/>
                  <a:pt x="3" y="1174"/>
                </a:cubicBezTo>
                <a:cubicBezTo>
                  <a:pt x="1" y="1162"/>
                  <a:pt x="0" y="1150"/>
                  <a:pt x="0" y="113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8" name=""/>
          <p:cNvSpPr/>
          <p:nvPr/>
        </p:nvSpPr>
        <p:spPr>
          <a:xfrm>
            <a:off x="3228840" y="3581280"/>
            <a:ext cx="2495880" cy="476640"/>
          </a:xfrm>
          <a:custGeom>
            <a:avLst/>
            <a:gdLst/>
            <a:ahLst/>
            <a:rect l="0" t="0" r="r" b="b"/>
            <a:pathLst>
              <a:path w="6933" h="1324">
                <a:moveTo>
                  <a:pt x="0" y="1138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9" y="103"/>
                  <a:pt x="24" y="92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5"/>
                  <a:pt x="72" y="38"/>
                  <a:pt x="82" y="31"/>
                </a:cubicBezTo>
                <a:cubicBezTo>
                  <a:pt x="92" y="24"/>
                  <a:pt x="103" y="19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6748" y="0"/>
                </a:lnTo>
                <a:cubicBezTo>
                  <a:pt x="6760" y="0"/>
                  <a:pt x="6772" y="1"/>
                  <a:pt x="6784" y="3"/>
                </a:cubicBezTo>
                <a:cubicBezTo>
                  <a:pt x="6796" y="6"/>
                  <a:pt x="6807" y="9"/>
                  <a:pt x="6819" y="14"/>
                </a:cubicBezTo>
                <a:cubicBezTo>
                  <a:pt x="6830" y="19"/>
                  <a:pt x="6841" y="24"/>
                  <a:pt x="6851" y="31"/>
                </a:cubicBezTo>
                <a:cubicBezTo>
                  <a:pt x="6861" y="38"/>
                  <a:pt x="6870" y="45"/>
                  <a:pt x="6879" y="54"/>
                </a:cubicBezTo>
                <a:cubicBezTo>
                  <a:pt x="6887" y="63"/>
                  <a:pt x="6895" y="72"/>
                  <a:pt x="6902" y="82"/>
                </a:cubicBezTo>
                <a:cubicBezTo>
                  <a:pt x="6909" y="92"/>
                  <a:pt x="6914" y="103"/>
                  <a:pt x="6919" y="114"/>
                </a:cubicBezTo>
                <a:cubicBezTo>
                  <a:pt x="6924" y="125"/>
                  <a:pt x="6927" y="137"/>
                  <a:pt x="6929" y="149"/>
                </a:cubicBezTo>
                <a:cubicBezTo>
                  <a:pt x="6932" y="161"/>
                  <a:pt x="6933" y="173"/>
                  <a:pt x="6933" y="185"/>
                </a:cubicBezTo>
                <a:lnTo>
                  <a:pt x="6933" y="1138"/>
                </a:lnTo>
                <a:cubicBezTo>
                  <a:pt x="6933" y="1150"/>
                  <a:pt x="6932" y="1162"/>
                  <a:pt x="6929" y="1174"/>
                </a:cubicBezTo>
                <a:cubicBezTo>
                  <a:pt x="6927" y="1186"/>
                  <a:pt x="6924" y="1197"/>
                  <a:pt x="6919" y="1208"/>
                </a:cubicBezTo>
                <a:cubicBezTo>
                  <a:pt x="6914" y="1220"/>
                  <a:pt x="6909" y="1230"/>
                  <a:pt x="6902" y="1240"/>
                </a:cubicBezTo>
                <a:cubicBezTo>
                  <a:pt x="6895" y="1251"/>
                  <a:pt x="6887" y="1260"/>
                  <a:pt x="6879" y="1269"/>
                </a:cubicBezTo>
                <a:cubicBezTo>
                  <a:pt x="6870" y="1277"/>
                  <a:pt x="6861" y="1285"/>
                  <a:pt x="6851" y="1293"/>
                </a:cubicBezTo>
                <a:cubicBezTo>
                  <a:pt x="6841" y="1299"/>
                  <a:pt x="6830" y="1305"/>
                  <a:pt x="6819" y="1310"/>
                </a:cubicBezTo>
                <a:cubicBezTo>
                  <a:pt x="6807" y="1314"/>
                  <a:pt x="6796" y="1318"/>
                  <a:pt x="6784" y="1320"/>
                </a:cubicBezTo>
                <a:cubicBezTo>
                  <a:pt x="6772" y="1323"/>
                  <a:pt x="6760" y="1324"/>
                  <a:pt x="6748" y="1324"/>
                </a:cubicBezTo>
                <a:lnTo>
                  <a:pt x="185" y="1324"/>
                </a:lnTo>
                <a:cubicBezTo>
                  <a:pt x="173" y="1324"/>
                  <a:pt x="161" y="1323"/>
                  <a:pt x="149" y="1320"/>
                </a:cubicBezTo>
                <a:cubicBezTo>
                  <a:pt x="137" y="1318"/>
                  <a:pt x="125" y="1314"/>
                  <a:pt x="114" y="1310"/>
                </a:cubicBezTo>
                <a:cubicBezTo>
                  <a:pt x="103" y="1305"/>
                  <a:pt x="92" y="1299"/>
                  <a:pt x="82" y="1293"/>
                </a:cubicBezTo>
                <a:cubicBezTo>
                  <a:pt x="72" y="1285"/>
                  <a:pt x="63" y="1277"/>
                  <a:pt x="54" y="1269"/>
                </a:cubicBezTo>
                <a:cubicBezTo>
                  <a:pt x="46" y="1260"/>
                  <a:pt x="38" y="1251"/>
                  <a:pt x="31" y="1240"/>
                </a:cubicBezTo>
                <a:cubicBezTo>
                  <a:pt x="24" y="1230"/>
                  <a:pt x="19" y="1220"/>
                  <a:pt x="14" y="1208"/>
                </a:cubicBezTo>
                <a:cubicBezTo>
                  <a:pt x="9" y="1197"/>
                  <a:pt x="6" y="1186"/>
                  <a:pt x="3" y="1174"/>
                </a:cubicBezTo>
                <a:cubicBezTo>
                  <a:pt x="1" y="1162"/>
                  <a:pt x="0" y="1150"/>
                  <a:pt x="0" y="1138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9" name=""/>
          <p:cNvSpPr/>
          <p:nvPr/>
        </p:nvSpPr>
        <p:spPr>
          <a:xfrm>
            <a:off x="3396960" y="3692520"/>
            <a:ext cx="254520" cy="254160"/>
          </a:xfrm>
          <a:custGeom>
            <a:avLst/>
            <a:gdLst/>
            <a:ahLst/>
            <a:rect l="0" t="0" r="r" b="b"/>
            <a:pathLst>
              <a:path w="707" h="706">
                <a:moveTo>
                  <a:pt x="302" y="513"/>
                </a:moveTo>
                <a:lnTo>
                  <a:pt x="552" y="263"/>
                </a:lnTo>
                <a:lnTo>
                  <a:pt x="511" y="224"/>
                </a:lnTo>
                <a:lnTo>
                  <a:pt x="302" y="433"/>
                </a:lnTo>
                <a:lnTo>
                  <a:pt x="196" y="327"/>
                </a:lnTo>
                <a:lnTo>
                  <a:pt x="157" y="366"/>
                </a:lnTo>
                <a:lnTo>
                  <a:pt x="302" y="513"/>
                </a:lnTo>
                <a:moveTo>
                  <a:pt x="354" y="706"/>
                </a:moveTo>
                <a:cubicBezTo>
                  <a:pt x="306" y="706"/>
                  <a:pt x="260" y="697"/>
                  <a:pt x="217" y="678"/>
                </a:cubicBezTo>
                <a:cubicBezTo>
                  <a:pt x="174" y="659"/>
                  <a:pt x="137" y="633"/>
                  <a:pt x="105" y="601"/>
                </a:cubicBezTo>
                <a:cubicBezTo>
                  <a:pt x="72" y="569"/>
                  <a:pt x="47" y="532"/>
                  <a:pt x="28" y="489"/>
                </a:cubicBezTo>
                <a:cubicBezTo>
                  <a:pt x="10" y="446"/>
                  <a:pt x="0" y="401"/>
                  <a:pt x="0" y="352"/>
                </a:cubicBezTo>
                <a:cubicBezTo>
                  <a:pt x="0" y="303"/>
                  <a:pt x="10" y="258"/>
                  <a:pt x="28" y="215"/>
                </a:cubicBezTo>
                <a:cubicBezTo>
                  <a:pt x="47" y="172"/>
                  <a:pt x="72" y="134"/>
                  <a:pt x="105" y="103"/>
                </a:cubicBezTo>
                <a:cubicBezTo>
                  <a:pt x="137" y="71"/>
                  <a:pt x="174" y="46"/>
                  <a:pt x="217" y="27"/>
                </a:cubicBezTo>
                <a:cubicBezTo>
                  <a:pt x="260" y="9"/>
                  <a:pt x="306" y="0"/>
                  <a:pt x="354" y="0"/>
                </a:cubicBezTo>
                <a:cubicBezTo>
                  <a:pt x="403" y="0"/>
                  <a:pt x="449" y="9"/>
                  <a:pt x="492" y="27"/>
                </a:cubicBezTo>
                <a:cubicBezTo>
                  <a:pt x="535" y="46"/>
                  <a:pt x="572" y="71"/>
                  <a:pt x="604" y="103"/>
                </a:cubicBezTo>
                <a:cubicBezTo>
                  <a:pt x="635" y="134"/>
                  <a:pt x="661" y="172"/>
                  <a:pt x="679" y="215"/>
                </a:cubicBezTo>
                <a:cubicBezTo>
                  <a:pt x="698" y="258"/>
                  <a:pt x="707" y="303"/>
                  <a:pt x="707" y="352"/>
                </a:cubicBezTo>
                <a:cubicBezTo>
                  <a:pt x="707" y="401"/>
                  <a:pt x="698" y="446"/>
                  <a:pt x="679" y="489"/>
                </a:cubicBezTo>
                <a:cubicBezTo>
                  <a:pt x="661" y="532"/>
                  <a:pt x="635" y="569"/>
                  <a:pt x="604" y="601"/>
                </a:cubicBezTo>
                <a:cubicBezTo>
                  <a:pt x="572" y="633"/>
                  <a:pt x="535" y="659"/>
                  <a:pt x="492" y="678"/>
                </a:cubicBezTo>
                <a:cubicBezTo>
                  <a:pt x="449" y="697"/>
                  <a:pt x="403" y="706"/>
                  <a:pt x="354" y="706"/>
                </a:cubicBezTo>
                <a:moveTo>
                  <a:pt x="354" y="652"/>
                </a:moveTo>
                <a:cubicBezTo>
                  <a:pt x="438" y="652"/>
                  <a:pt x="508" y="623"/>
                  <a:pt x="567" y="564"/>
                </a:cubicBezTo>
                <a:cubicBezTo>
                  <a:pt x="625" y="506"/>
                  <a:pt x="654" y="435"/>
                  <a:pt x="654" y="352"/>
                </a:cubicBezTo>
                <a:cubicBezTo>
                  <a:pt x="654" y="269"/>
                  <a:pt x="625" y="198"/>
                  <a:pt x="567" y="140"/>
                </a:cubicBezTo>
                <a:cubicBezTo>
                  <a:pt x="508" y="82"/>
                  <a:pt x="438" y="52"/>
                  <a:pt x="354" y="52"/>
                </a:cubicBezTo>
                <a:cubicBezTo>
                  <a:pt x="271" y="52"/>
                  <a:pt x="200" y="82"/>
                  <a:pt x="142" y="140"/>
                </a:cubicBezTo>
                <a:cubicBezTo>
                  <a:pt x="83" y="198"/>
                  <a:pt x="53" y="269"/>
                  <a:pt x="53" y="352"/>
                </a:cubicBezTo>
                <a:cubicBezTo>
                  <a:pt x="53" y="435"/>
                  <a:pt x="83" y="506"/>
                  <a:pt x="142" y="564"/>
                </a:cubicBezTo>
                <a:cubicBezTo>
                  <a:pt x="200" y="623"/>
                  <a:pt x="271" y="652"/>
                  <a:pt x="354" y="652"/>
                </a:cubicBezTo>
                <a:moveTo>
                  <a:pt x="354" y="352"/>
                </a:moveTo>
                <a:lnTo>
                  <a:pt x="354" y="352"/>
                </a:lnTo>
                <a:close/>
              </a:path>
            </a:pathLst>
          </a:custGeom>
          <a:solidFill>
            <a:srgbClr val="197a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3368520" y="2960280"/>
            <a:ext cx="16848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4</a:t>
            </a:r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つの管理策を評価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1" name=""/>
          <p:cNvSpPr/>
          <p:nvPr/>
        </p:nvSpPr>
        <p:spPr>
          <a:xfrm>
            <a:off x="2952720" y="3457440"/>
            <a:ext cx="19080" cy="724320"/>
          </a:xfrm>
          <a:custGeom>
            <a:avLst/>
            <a:gdLst/>
            <a:ahLst/>
            <a:rect l="0" t="0" r="r" b="b"/>
            <a:pathLst>
              <a:path w="53" h="2012">
                <a:moveTo>
                  <a:pt x="0" y="0"/>
                </a:moveTo>
                <a:lnTo>
                  <a:pt x="53" y="0"/>
                </a:lnTo>
                <a:lnTo>
                  <a:pt x="53" y="2012"/>
                </a:lnTo>
                <a:lnTo>
                  <a:pt x="0" y="2012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52" name=""/>
          <p:cNvSpPr/>
          <p:nvPr/>
        </p:nvSpPr>
        <p:spPr>
          <a:xfrm>
            <a:off x="2952720" y="3809880"/>
            <a:ext cx="266760" cy="19440"/>
          </a:xfrm>
          <a:custGeom>
            <a:avLst/>
            <a:gdLst/>
            <a:ahLst/>
            <a:rect l="0" t="0" r="r" b="b"/>
            <a:pathLst>
              <a:path w="741" h="54">
                <a:moveTo>
                  <a:pt x="0" y="0"/>
                </a:moveTo>
                <a:lnTo>
                  <a:pt x="741" y="0"/>
                </a:lnTo>
                <a:lnTo>
                  <a:pt x="741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53" name=""/>
          <p:cNvSpPr/>
          <p:nvPr/>
        </p:nvSpPr>
        <p:spPr>
          <a:xfrm>
            <a:off x="3124080" y="3762360"/>
            <a:ext cx="95400" cy="114480"/>
          </a:xfrm>
          <a:custGeom>
            <a:avLst/>
            <a:gdLst/>
            <a:ahLst/>
            <a:rect l="0" t="0" r="r" b="b"/>
            <a:pathLst>
              <a:path w="265" h="318">
                <a:moveTo>
                  <a:pt x="0" y="0"/>
                </a:moveTo>
                <a:lnTo>
                  <a:pt x="0" y="318"/>
                </a:lnTo>
                <a:lnTo>
                  <a:pt x="265" y="15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54" name=""/>
          <p:cNvSpPr/>
          <p:nvPr/>
        </p:nvSpPr>
        <p:spPr>
          <a:xfrm>
            <a:off x="3228840" y="4305240"/>
            <a:ext cx="2495880" cy="476640"/>
          </a:xfrm>
          <a:custGeom>
            <a:avLst/>
            <a:gdLst/>
            <a:ahLst/>
            <a:rect l="0" t="0" r="r" b="b"/>
            <a:pathLst>
              <a:path w="6933" h="1324">
                <a:moveTo>
                  <a:pt x="0" y="1138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9" y="103"/>
                  <a:pt x="24" y="92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6748" y="0"/>
                </a:lnTo>
                <a:cubicBezTo>
                  <a:pt x="6760" y="0"/>
                  <a:pt x="6772" y="1"/>
                  <a:pt x="6784" y="3"/>
                </a:cubicBezTo>
                <a:cubicBezTo>
                  <a:pt x="6796" y="6"/>
                  <a:pt x="6807" y="9"/>
                  <a:pt x="6819" y="14"/>
                </a:cubicBezTo>
                <a:cubicBezTo>
                  <a:pt x="6830" y="18"/>
                  <a:pt x="6841" y="24"/>
                  <a:pt x="6851" y="31"/>
                </a:cubicBezTo>
                <a:cubicBezTo>
                  <a:pt x="6861" y="38"/>
                  <a:pt x="6870" y="45"/>
                  <a:pt x="6879" y="54"/>
                </a:cubicBezTo>
                <a:cubicBezTo>
                  <a:pt x="6887" y="63"/>
                  <a:pt x="6895" y="72"/>
                  <a:pt x="6902" y="82"/>
                </a:cubicBezTo>
                <a:cubicBezTo>
                  <a:pt x="6909" y="92"/>
                  <a:pt x="6914" y="103"/>
                  <a:pt x="6919" y="114"/>
                </a:cubicBezTo>
                <a:cubicBezTo>
                  <a:pt x="6924" y="125"/>
                  <a:pt x="6927" y="137"/>
                  <a:pt x="6929" y="149"/>
                </a:cubicBezTo>
                <a:cubicBezTo>
                  <a:pt x="6932" y="161"/>
                  <a:pt x="6933" y="173"/>
                  <a:pt x="6933" y="185"/>
                </a:cubicBezTo>
                <a:lnTo>
                  <a:pt x="6933" y="1138"/>
                </a:lnTo>
                <a:cubicBezTo>
                  <a:pt x="6933" y="1151"/>
                  <a:pt x="6932" y="1163"/>
                  <a:pt x="6929" y="1175"/>
                </a:cubicBezTo>
                <a:cubicBezTo>
                  <a:pt x="6927" y="1186"/>
                  <a:pt x="6924" y="1198"/>
                  <a:pt x="6919" y="1209"/>
                </a:cubicBezTo>
                <a:cubicBezTo>
                  <a:pt x="6914" y="1220"/>
                  <a:pt x="6909" y="1231"/>
                  <a:pt x="6902" y="1241"/>
                </a:cubicBezTo>
                <a:cubicBezTo>
                  <a:pt x="6895" y="1251"/>
                  <a:pt x="6887" y="1261"/>
                  <a:pt x="6879" y="1269"/>
                </a:cubicBezTo>
                <a:cubicBezTo>
                  <a:pt x="6870" y="1278"/>
                  <a:pt x="6861" y="1286"/>
                  <a:pt x="6851" y="1292"/>
                </a:cubicBezTo>
                <a:cubicBezTo>
                  <a:pt x="6841" y="1299"/>
                  <a:pt x="6830" y="1305"/>
                  <a:pt x="6819" y="1309"/>
                </a:cubicBezTo>
                <a:cubicBezTo>
                  <a:pt x="6807" y="1314"/>
                  <a:pt x="6796" y="1318"/>
                  <a:pt x="6784" y="1320"/>
                </a:cubicBezTo>
                <a:cubicBezTo>
                  <a:pt x="6772" y="1322"/>
                  <a:pt x="6760" y="1324"/>
                  <a:pt x="6748" y="1324"/>
                </a:cubicBezTo>
                <a:lnTo>
                  <a:pt x="185" y="1324"/>
                </a:lnTo>
                <a:cubicBezTo>
                  <a:pt x="173" y="1324"/>
                  <a:pt x="161" y="1322"/>
                  <a:pt x="149" y="1320"/>
                </a:cubicBezTo>
                <a:cubicBezTo>
                  <a:pt x="137" y="1318"/>
                  <a:pt x="125" y="1314"/>
                  <a:pt x="114" y="1309"/>
                </a:cubicBezTo>
                <a:cubicBezTo>
                  <a:pt x="103" y="1305"/>
                  <a:pt x="92" y="1299"/>
                  <a:pt x="82" y="1292"/>
                </a:cubicBezTo>
                <a:cubicBezTo>
                  <a:pt x="72" y="1286"/>
                  <a:pt x="63" y="1278"/>
                  <a:pt x="54" y="1269"/>
                </a:cubicBezTo>
                <a:cubicBezTo>
                  <a:pt x="46" y="1261"/>
                  <a:pt x="38" y="1251"/>
                  <a:pt x="31" y="1241"/>
                </a:cubicBezTo>
                <a:cubicBezTo>
                  <a:pt x="24" y="1231"/>
                  <a:pt x="19" y="1220"/>
                  <a:pt x="14" y="1209"/>
                </a:cubicBezTo>
                <a:cubicBezTo>
                  <a:pt x="9" y="1198"/>
                  <a:pt x="6" y="1186"/>
                  <a:pt x="3" y="1175"/>
                </a:cubicBezTo>
                <a:cubicBezTo>
                  <a:pt x="1" y="1163"/>
                  <a:pt x="0" y="1151"/>
                  <a:pt x="0" y="113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5" name=""/>
          <p:cNvSpPr/>
          <p:nvPr/>
        </p:nvSpPr>
        <p:spPr>
          <a:xfrm>
            <a:off x="3228840" y="4305240"/>
            <a:ext cx="2495880" cy="476640"/>
          </a:xfrm>
          <a:custGeom>
            <a:avLst/>
            <a:gdLst/>
            <a:ahLst/>
            <a:rect l="0" t="0" r="r" b="b"/>
            <a:pathLst>
              <a:path w="6933" h="1324">
                <a:moveTo>
                  <a:pt x="0" y="1138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9" y="103"/>
                  <a:pt x="24" y="92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6748" y="0"/>
                </a:lnTo>
                <a:cubicBezTo>
                  <a:pt x="6760" y="0"/>
                  <a:pt x="6772" y="1"/>
                  <a:pt x="6784" y="3"/>
                </a:cubicBezTo>
                <a:cubicBezTo>
                  <a:pt x="6796" y="6"/>
                  <a:pt x="6807" y="9"/>
                  <a:pt x="6819" y="14"/>
                </a:cubicBezTo>
                <a:cubicBezTo>
                  <a:pt x="6830" y="18"/>
                  <a:pt x="6841" y="24"/>
                  <a:pt x="6851" y="31"/>
                </a:cubicBezTo>
                <a:cubicBezTo>
                  <a:pt x="6861" y="38"/>
                  <a:pt x="6870" y="45"/>
                  <a:pt x="6879" y="54"/>
                </a:cubicBezTo>
                <a:cubicBezTo>
                  <a:pt x="6887" y="63"/>
                  <a:pt x="6895" y="72"/>
                  <a:pt x="6902" y="82"/>
                </a:cubicBezTo>
                <a:cubicBezTo>
                  <a:pt x="6909" y="92"/>
                  <a:pt x="6914" y="103"/>
                  <a:pt x="6919" y="114"/>
                </a:cubicBezTo>
                <a:cubicBezTo>
                  <a:pt x="6924" y="125"/>
                  <a:pt x="6927" y="137"/>
                  <a:pt x="6929" y="149"/>
                </a:cubicBezTo>
                <a:cubicBezTo>
                  <a:pt x="6932" y="161"/>
                  <a:pt x="6933" y="173"/>
                  <a:pt x="6933" y="185"/>
                </a:cubicBezTo>
                <a:lnTo>
                  <a:pt x="6933" y="1138"/>
                </a:lnTo>
                <a:cubicBezTo>
                  <a:pt x="6933" y="1151"/>
                  <a:pt x="6932" y="1163"/>
                  <a:pt x="6929" y="1175"/>
                </a:cubicBezTo>
                <a:cubicBezTo>
                  <a:pt x="6927" y="1186"/>
                  <a:pt x="6924" y="1198"/>
                  <a:pt x="6919" y="1209"/>
                </a:cubicBezTo>
                <a:cubicBezTo>
                  <a:pt x="6914" y="1220"/>
                  <a:pt x="6909" y="1231"/>
                  <a:pt x="6902" y="1241"/>
                </a:cubicBezTo>
                <a:cubicBezTo>
                  <a:pt x="6895" y="1251"/>
                  <a:pt x="6887" y="1261"/>
                  <a:pt x="6879" y="1269"/>
                </a:cubicBezTo>
                <a:cubicBezTo>
                  <a:pt x="6870" y="1278"/>
                  <a:pt x="6861" y="1286"/>
                  <a:pt x="6851" y="1292"/>
                </a:cubicBezTo>
                <a:cubicBezTo>
                  <a:pt x="6841" y="1299"/>
                  <a:pt x="6830" y="1305"/>
                  <a:pt x="6819" y="1309"/>
                </a:cubicBezTo>
                <a:cubicBezTo>
                  <a:pt x="6807" y="1314"/>
                  <a:pt x="6796" y="1318"/>
                  <a:pt x="6784" y="1320"/>
                </a:cubicBezTo>
                <a:cubicBezTo>
                  <a:pt x="6772" y="1322"/>
                  <a:pt x="6760" y="1324"/>
                  <a:pt x="6748" y="1324"/>
                </a:cubicBezTo>
                <a:lnTo>
                  <a:pt x="185" y="1324"/>
                </a:lnTo>
                <a:cubicBezTo>
                  <a:pt x="173" y="1324"/>
                  <a:pt x="161" y="1322"/>
                  <a:pt x="149" y="1320"/>
                </a:cubicBezTo>
                <a:cubicBezTo>
                  <a:pt x="137" y="1318"/>
                  <a:pt x="125" y="1314"/>
                  <a:pt x="114" y="1309"/>
                </a:cubicBezTo>
                <a:cubicBezTo>
                  <a:pt x="103" y="1305"/>
                  <a:pt x="92" y="1299"/>
                  <a:pt x="82" y="1292"/>
                </a:cubicBezTo>
                <a:cubicBezTo>
                  <a:pt x="72" y="1286"/>
                  <a:pt x="63" y="1278"/>
                  <a:pt x="54" y="1269"/>
                </a:cubicBezTo>
                <a:cubicBezTo>
                  <a:pt x="46" y="1261"/>
                  <a:pt x="38" y="1251"/>
                  <a:pt x="31" y="1241"/>
                </a:cubicBezTo>
                <a:cubicBezTo>
                  <a:pt x="24" y="1231"/>
                  <a:pt x="19" y="1220"/>
                  <a:pt x="14" y="1209"/>
                </a:cubicBezTo>
                <a:cubicBezTo>
                  <a:pt x="9" y="1198"/>
                  <a:pt x="6" y="1186"/>
                  <a:pt x="3" y="1175"/>
                </a:cubicBezTo>
                <a:cubicBezTo>
                  <a:pt x="1" y="1163"/>
                  <a:pt x="0" y="1151"/>
                  <a:pt x="0" y="1138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6" name=""/>
          <p:cNvSpPr/>
          <p:nvPr/>
        </p:nvSpPr>
        <p:spPr>
          <a:xfrm>
            <a:off x="3396960" y="4416120"/>
            <a:ext cx="254520" cy="254520"/>
          </a:xfrm>
          <a:custGeom>
            <a:avLst/>
            <a:gdLst/>
            <a:ahLst/>
            <a:rect l="0" t="0" r="r" b="b"/>
            <a:pathLst>
              <a:path w="707" h="707">
                <a:moveTo>
                  <a:pt x="178" y="378"/>
                </a:moveTo>
                <a:lnTo>
                  <a:pt x="530" y="378"/>
                </a:lnTo>
                <a:lnTo>
                  <a:pt x="530" y="325"/>
                </a:lnTo>
                <a:lnTo>
                  <a:pt x="178" y="325"/>
                </a:lnTo>
                <a:lnTo>
                  <a:pt x="178" y="378"/>
                </a:lnTo>
                <a:moveTo>
                  <a:pt x="354" y="707"/>
                </a:moveTo>
                <a:cubicBezTo>
                  <a:pt x="306" y="707"/>
                  <a:pt x="260" y="698"/>
                  <a:pt x="217" y="679"/>
                </a:cubicBezTo>
                <a:cubicBezTo>
                  <a:pt x="174" y="661"/>
                  <a:pt x="137" y="635"/>
                  <a:pt x="105" y="603"/>
                </a:cubicBezTo>
                <a:cubicBezTo>
                  <a:pt x="72" y="571"/>
                  <a:pt x="47" y="534"/>
                  <a:pt x="28" y="491"/>
                </a:cubicBezTo>
                <a:cubicBezTo>
                  <a:pt x="10" y="448"/>
                  <a:pt x="0" y="402"/>
                  <a:pt x="0" y="354"/>
                </a:cubicBezTo>
                <a:cubicBezTo>
                  <a:pt x="0" y="305"/>
                  <a:pt x="10" y="259"/>
                  <a:pt x="28" y="217"/>
                </a:cubicBezTo>
                <a:cubicBezTo>
                  <a:pt x="47" y="174"/>
                  <a:pt x="72" y="136"/>
                  <a:pt x="105" y="105"/>
                </a:cubicBezTo>
                <a:cubicBezTo>
                  <a:pt x="137" y="73"/>
                  <a:pt x="174" y="47"/>
                  <a:pt x="217" y="28"/>
                </a:cubicBezTo>
                <a:cubicBezTo>
                  <a:pt x="260" y="10"/>
                  <a:pt x="306" y="0"/>
                  <a:pt x="354" y="0"/>
                </a:cubicBezTo>
                <a:cubicBezTo>
                  <a:pt x="403" y="0"/>
                  <a:pt x="449" y="10"/>
                  <a:pt x="492" y="28"/>
                </a:cubicBezTo>
                <a:cubicBezTo>
                  <a:pt x="535" y="47"/>
                  <a:pt x="572" y="73"/>
                  <a:pt x="604" y="105"/>
                </a:cubicBezTo>
                <a:cubicBezTo>
                  <a:pt x="635" y="136"/>
                  <a:pt x="661" y="174"/>
                  <a:pt x="679" y="217"/>
                </a:cubicBezTo>
                <a:cubicBezTo>
                  <a:pt x="698" y="259"/>
                  <a:pt x="707" y="305"/>
                  <a:pt x="707" y="354"/>
                </a:cubicBezTo>
                <a:cubicBezTo>
                  <a:pt x="707" y="402"/>
                  <a:pt x="698" y="448"/>
                  <a:pt x="679" y="491"/>
                </a:cubicBezTo>
                <a:cubicBezTo>
                  <a:pt x="661" y="534"/>
                  <a:pt x="635" y="571"/>
                  <a:pt x="604" y="603"/>
                </a:cubicBezTo>
                <a:cubicBezTo>
                  <a:pt x="572" y="635"/>
                  <a:pt x="535" y="661"/>
                  <a:pt x="492" y="679"/>
                </a:cubicBezTo>
                <a:cubicBezTo>
                  <a:pt x="449" y="698"/>
                  <a:pt x="403" y="707"/>
                  <a:pt x="354" y="707"/>
                </a:cubicBezTo>
                <a:moveTo>
                  <a:pt x="354" y="654"/>
                </a:moveTo>
                <a:cubicBezTo>
                  <a:pt x="438" y="654"/>
                  <a:pt x="508" y="625"/>
                  <a:pt x="567" y="566"/>
                </a:cubicBezTo>
                <a:cubicBezTo>
                  <a:pt x="625" y="508"/>
                  <a:pt x="654" y="437"/>
                  <a:pt x="654" y="354"/>
                </a:cubicBezTo>
                <a:cubicBezTo>
                  <a:pt x="654" y="271"/>
                  <a:pt x="625" y="200"/>
                  <a:pt x="567" y="142"/>
                </a:cubicBezTo>
                <a:cubicBezTo>
                  <a:pt x="508" y="83"/>
                  <a:pt x="438" y="53"/>
                  <a:pt x="354" y="53"/>
                </a:cubicBezTo>
                <a:cubicBezTo>
                  <a:pt x="271" y="53"/>
                  <a:pt x="200" y="83"/>
                  <a:pt x="142" y="142"/>
                </a:cubicBezTo>
                <a:cubicBezTo>
                  <a:pt x="83" y="200"/>
                  <a:pt x="53" y="271"/>
                  <a:pt x="53" y="354"/>
                </a:cubicBezTo>
                <a:cubicBezTo>
                  <a:pt x="53" y="437"/>
                  <a:pt x="83" y="508"/>
                  <a:pt x="142" y="566"/>
                </a:cubicBezTo>
                <a:cubicBezTo>
                  <a:pt x="200" y="625"/>
                  <a:pt x="271" y="654"/>
                  <a:pt x="354" y="654"/>
                </a:cubicBezTo>
                <a:moveTo>
                  <a:pt x="354" y="354"/>
                </a:moveTo>
                <a:lnTo>
                  <a:pt x="354" y="354"/>
                </a:lnTo>
                <a:close/>
              </a:path>
            </a:pathLst>
          </a:custGeom>
          <a:solidFill>
            <a:srgbClr val="4d4d4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3749400" y="3674880"/>
            <a:ext cx="14943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6</a:t>
            </a:r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つは低減できる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8" name=""/>
          <p:cNvSpPr/>
          <p:nvPr/>
        </p:nvSpPr>
        <p:spPr>
          <a:xfrm>
            <a:off x="2952720" y="4181400"/>
            <a:ext cx="19080" cy="724320"/>
          </a:xfrm>
          <a:custGeom>
            <a:avLst/>
            <a:gdLst/>
            <a:ahLst/>
            <a:rect l="0" t="0" r="r" b="b"/>
            <a:pathLst>
              <a:path w="53" h="2012">
                <a:moveTo>
                  <a:pt x="0" y="0"/>
                </a:moveTo>
                <a:lnTo>
                  <a:pt x="53" y="0"/>
                </a:lnTo>
                <a:lnTo>
                  <a:pt x="53" y="2012"/>
                </a:lnTo>
                <a:lnTo>
                  <a:pt x="0" y="2012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59" name=""/>
          <p:cNvSpPr/>
          <p:nvPr/>
        </p:nvSpPr>
        <p:spPr>
          <a:xfrm>
            <a:off x="2952720" y="4533840"/>
            <a:ext cx="266760" cy="19440"/>
          </a:xfrm>
          <a:custGeom>
            <a:avLst/>
            <a:gdLst/>
            <a:ahLst/>
            <a:rect l="0" t="0" r="r" b="b"/>
            <a:pathLst>
              <a:path w="741" h="54">
                <a:moveTo>
                  <a:pt x="0" y="0"/>
                </a:moveTo>
                <a:lnTo>
                  <a:pt x="741" y="0"/>
                </a:lnTo>
                <a:lnTo>
                  <a:pt x="741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60" name=""/>
          <p:cNvSpPr/>
          <p:nvPr/>
        </p:nvSpPr>
        <p:spPr>
          <a:xfrm>
            <a:off x="3124080" y="4485960"/>
            <a:ext cx="95400" cy="114840"/>
          </a:xfrm>
          <a:custGeom>
            <a:avLst/>
            <a:gdLst/>
            <a:ahLst/>
            <a:rect l="0" t="0" r="r" b="b"/>
            <a:pathLst>
              <a:path w="265" h="319">
                <a:moveTo>
                  <a:pt x="0" y="0"/>
                </a:moveTo>
                <a:lnTo>
                  <a:pt x="0" y="319"/>
                </a:lnTo>
                <a:lnTo>
                  <a:pt x="265" y="16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61" name=""/>
          <p:cNvSpPr/>
          <p:nvPr/>
        </p:nvSpPr>
        <p:spPr>
          <a:xfrm>
            <a:off x="3228840" y="5028840"/>
            <a:ext cx="2495880" cy="476640"/>
          </a:xfrm>
          <a:custGeom>
            <a:avLst/>
            <a:gdLst/>
            <a:ahLst/>
            <a:rect l="0" t="0" r="r" b="b"/>
            <a:pathLst>
              <a:path w="6933" h="1324">
                <a:moveTo>
                  <a:pt x="0" y="1138"/>
                </a:moveTo>
                <a:lnTo>
                  <a:pt x="0" y="186"/>
                </a:lnTo>
                <a:cubicBezTo>
                  <a:pt x="0" y="174"/>
                  <a:pt x="1" y="162"/>
                  <a:pt x="3" y="150"/>
                </a:cubicBezTo>
                <a:cubicBezTo>
                  <a:pt x="6" y="138"/>
                  <a:pt x="9" y="126"/>
                  <a:pt x="14" y="115"/>
                </a:cubicBezTo>
                <a:cubicBezTo>
                  <a:pt x="19" y="104"/>
                  <a:pt x="24" y="93"/>
                  <a:pt x="31" y="83"/>
                </a:cubicBezTo>
                <a:cubicBezTo>
                  <a:pt x="38" y="73"/>
                  <a:pt x="46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2" y="25"/>
                  <a:pt x="103" y="19"/>
                  <a:pt x="114" y="15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6748" y="0"/>
                </a:lnTo>
                <a:cubicBezTo>
                  <a:pt x="6760" y="0"/>
                  <a:pt x="6772" y="2"/>
                  <a:pt x="6784" y="4"/>
                </a:cubicBezTo>
                <a:cubicBezTo>
                  <a:pt x="6796" y="6"/>
                  <a:pt x="6807" y="10"/>
                  <a:pt x="6819" y="15"/>
                </a:cubicBezTo>
                <a:cubicBezTo>
                  <a:pt x="6830" y="19"/>
                  <a:pt x="6841" y="25"/>
                  <a:pt x="6851" y="32"/>
                </a:cubicBezTo>
                <a:cubicBezTo>
                  <a:pt x="6861" y="38"/>
                  <a:pt x="6870" y="46"/>
                  <a:pt x="6879" y="55"/>
                </a:cubicBezTo>
                <a:cubicBezTo>
                  <a:pt x="6887" y="63"/>
                  <a:pt x="6895" y="73"/>
                  <a:pt x="6902" y="83"/>
                </a:cubicBezTo>
                <a:cubicBezTo>
                  <a:pt x="6909" y="93"/>
                  <a:pt x="6914" y="104"/>
                  <a:pt x="6919" y="115"/>
                </a:cubicBezTo>
                <a:cubicBezTo>
                  <a:pt x="6924" y="126"/>
                  <a:pt x="6927" y="138"/>
                  <a:pt x="6929" y="150"/>
                </a:cubicBezTo>
                <a:cubicBezTo>
                  <a:pt x="6932" y="162"/>
                  <a:pt x="6933" y="174"/>
                  <a:pt x="6933" y="186"/>
                </a:cubicBezTo>
                <a:lnTo>
                  <a:pt x="6933" y="1138"/>
                </a:lnTo>
                <a:cubicBezTo>
                  <a:pt x="6933" y="1150"/>
                  <a:pt x="6932" y="1162"/>
                  <a:pt x="6929" y="1174"/>
                </a:cubicBezTo>
                <a:cubicBezTo>
                  <a:pt x="6927" y="1186"/>
                  <a:pt x="6924" y="1198"/>
                  <a:pt x="6919" y="1209"/>
                </a:cubicBezTo>
                <a:cubicBezTo>
                  <a:pt x="6914" y="1220"/>
                  <a:pt x="6909" y="1231"/>
                  <a:pt x="6902" y="1242"/>
                </a:cubicBezTo>
                <a:cubicBezTo>
                  <a:pt x="6895" y="1252"/>
                  <a:pt x="6887" y="1262"/>
                  <a:pt x="6879" y="1270"/>
                </a:cubicBezTo>
                <a:cubicBezTo>
                  <a:pt x="6870" y="1279"/>
                  <a:pt x="6861" y="1286"/>
                  <a:pt x="6851" y="1293"/>
                </a:cubicBezTo>
                <a:cubicBezTo>
                  <a:pt x="6841" y="1300"/>
                  <a:pt x="6830" y="1306"/>
                  <a:pt x="6819" y="1310"/>
                </a:cubicBezTo>
                <a:cubicBezTo>
                  <a:pt x="6807" y="1315"/>
                  <a:pt x="6796" y="1318"/>
                  <a:pt x="6784" y="1321"/>
                </a:cubicBezTo>
                <a:cubicBezTo>
                  <a:pt x="6772" y="1323"/>
                  <a:pt x="6760" y="1324"/>
                  <a:pt x="6748" y="1324"/>
                </a:cubicBezTo>
                <a:lnTo>
                  <a:pt x="185" y="1324"/>
                </a:lnTo>
                <a:cubicBezTo>
                  <a:pt x="173" y="1324"/>
                  <a:pt x="161" y="1323"/>
                  <a:pt x="149" y="1321"/>
                </a:cubicBezTo>
                <a:cubicBezTo>
                  <a:pt x="137" y="1318"/>
                  <a:pt x="125" y="1315"/>
                  <a:pt x="114" y="1310"/>
                </a:cubicBezTo>
                <a:cubicBezTo>
                  <a:pt x="103" y="1306"/>
                  <a:pt x="92" y="1300"/>
                  <a:pt x="82" y="1293"/>
                </a:cubicBezTo>
                <a:cubicBezTo>
                  <a:pt x="72" y="1286"/>
                  <a:pt x="63" y="1279"/>
                  <a:pt x="54" y="1270"/>
                </a:cubicBezTo>
                <a:cubicBezTo>
                  <a:pt x="46" y="1262"/>
                  <a:pt x="38" y="1252"/>
                  <a:pt x="31" y="1242"/>
                </a:cubicBezTo>
                <a:cubicBezTo>
                  <a:pt x="24" y="1231"/>
                  <a:pt x="19" y="1220"/>
                  <a:pt x="14" y="1209"/>
                </a:cubicBezTo>
                <a:cubicBezTo>
                  <a:pt x="9" y="1198"/>
                  <a:pt x="6" y="1186"/>
                  <a:pt x="3" y="1174"/>
                </a:cubicBezTo>
                <a:cubicBezTo>
                  <a:pt x="1" y="1162"/>
                  <a:pt x="0" y="1150"/>
                  <a:pt x="0" y="113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2" name=""/>
          <p:cNvSpPr/>
          <p:nvPr/>
        </p:nvSpPr>
        <p:spPr>
          <a:xfrm>
            <a:off x="3228840" y="5028840"/>
            <a:ext cx="2495880" cy="476640"/>
          </a:xfrm>
          <a:custGeom>
            <a:avLst/>
            <a:gdLst/>
            <a:ahLst/>
            <a:rect l="0" t="0" r="r" b="b"/>
            <a:pathLst>
              <a:path w="6933" h="1324">
                <a:moveTo>
                  <a:pt x="0" y="1138"/>
                </a:moveTo>
                <a:lnTo>
                  <a:pt x="0" y="186"/>
                </a:lnTo>
                <a:cubicBezTo>
                  <a:pt x="0" y="174"/>
                  <a:pt x="1" y="162"/>
                  <a:pt x="3" y="150"/>
                </a:cubicBezTo>
                <a:cubicBezTo>
                  <a:pt x="6" y="138"/>
                  <a:pt x="9" y="126"/>
                  <a:pt x="14" y="115"/>
                </a:cubicBezTo>
                <a:cubicBezTo>
                  <a:pt x="19" y="104"/>
                  <a:pt x="24" y="93"/>
                  <a:pt x="31" y="83"/>
                </a:cubicBezTo>
                <a:cubicBezTo>
                  <a:pt x="38" y="73"/>
                  <a:pt x="46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2" y="25"/>
                  <a:pt x="103" y="19"/>
                  <a:pt x="114" y="15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6748" y="0"/>
                </a:lnTo>
                <a:cubicBezTo>
                  <a:pt x="6760" y="0"/>
                  <a:pt x="6772" y="2"/>
                  <a:pt x="6784" y="4"/>
                </a:cubicBezTo>
                <a:cubicBezTo>
                  <a:pt x="6796" y="6"/>
                  <a:pt x="6807" y="10"/>
                  <a:pt x="6819" y="15"/>
                </a:cubicBezTo>
                <a:cubicBezTo>
                  <a:pt x="6830" y="19"/>
                  <a:pt x="6841" y="25"/>
                  <a:pt x="6851" y="32"/>
                </a:cubicBezTo>
                <a:cubicBezTo>
                  <a:pt x="6861" y="38"/>
                  <a:pt x="6870" y="46"/>
                  <a:pt x="6879" y="55"/>
                </a:cubicBezTo>
                <a:cubicBezTo>
                  <a:pt x="6887" y="63"/>
                  <a:pt x="6895" y="73"/>
                  <a:pt x="6902" y="83"/>
                </a:cubicBezTo>
                <a:cubicBezTo>
                  <a:pt x="6909" y="93"/>
                  <a:pt x="6914" y="104"/>
                  <a:pt x="6919" y="115"/>
                </a:cubicBezTo>
                <a:cubicBezTo>
                  <a:pt x="6924" y="126"/>
                  <a:pt x="6927" y="138"/>
                  <a:pt x="6929" y="150"/>
                </a:cubicBezTo>
                <a:cubicBezTo>
                  <a:pt x="6932" y="162"/>
                  <a:pt x="6933" y="174"/>
                  <a:pt x="6933" y="186"/>
                </a:cubicBezTo>
                <a:lnTo>
                  <a:pt x="6933" y="1138"/>
                </a:lnTo>
                <a:cubicBezTo>
                  <a:pt x="6933" y="1150"/>
                  <a:pt x="6932" y="1162"/>
                  <a:pt x="6929" y="1174"/>
                </a:cubicBezTo>
                <a:cubicBezTo>
                  <a:pt x="6927" y="1186"/>
                  <a:pt x="6924" y="1198"/>
                  <a:pt x="6919" y="1209"/>
                </a:cubicBezTo>
                <a:cubicBezTo>
                  <a:pt x="6914" y="1220"/>
                  <a:pt x="6909" y="1231"/>
                  <a:pt x="6902" y="1242"/>
                </a:cubicBezTo>
                <a:cubicBezTo>
                  <a:pt x="6895" y="1252"/>
                  <a:pt x="6887" y="1262"/>
                  <a:pt x="6879" y="1270"/>
                </a:cubicBezTo>
                <a:cubicBezTo>
                  <a:pt x="6870" y="1279"/>
                  <a:pt x="6861" y="1286"/>
                  <a:pt x="6851" y="1293"/>
                </a:cubicBezTo>
                <a:cubicBezTo>
                  <a:pt x="6841" y="1300"/>
                  <a:pt x="6830" y="1306"/>
                  <a:pt x="6819" y="1310"/>
                </a:cubicBezTo>
                <a:cubicBezTo>
                  <a:pt x="6807" y="1315"/>
                  <a:pt x="6796" y="1318"/>
                  <a:pt x="6784" y="1321"/>
                </a:cubicBezTo>
                <a:cubicBezTo>
                  <a:pt x="6772" y="1323"/>
                  <a:pt x="6760" y="1324"/>
                  <a:pt x="6748" y="1324"/>
                </a:cubicBezTo>
                <a:lnTo>
                  <a:pt x="185" y="1324"/>
                </a:lnTo>
                <a:cubicBezTo>
                  <a:pt x="173" y="1324"/>
                  <a:pt x="161" y="1323"/>
                  <a:pt x="149" y="1321"/>
                </a:cubicBezTo>
                <a:cubicBezTo>
                  <a:pt x="137" y="1318"/>
                  <a:pt x="125" y="1315"/>
                  <a:pt x="114" y="1310"/>
                </a:cubicBezTo>
                <a:cubicBezTo>
                  <a:pt x="103" y="1306"/>
                  <a:pt x="92" y="1300"/>
                  <a:pt x="82" y="1293"/>
                </a:cubicBezTo>
                <a:cubicBezTo>
                  <a:pt x="72" y="1286"/>
                  <a:pt x="63" y="1279"/>
                  <a:pt x="54" y="1270"/>
                </a:cubicBezTo>
                <a:cubicBezTo>
                  <a:pt x="46" y="1262"/>
                  <a:pt x="38" y="1252"/>
                  <a:pt x="31" y="1242"/>
                </a:cubicBezTo>
                <a:cubicBezTo>
                  <a:pt x="24" y="1231"/>
                  <a:pt x="19" y="1220"/>
                  <a:pt x="14" y="1209"/>
                </a:cubicBezTo>
                <a:cubicBezTo>
                  <a:pt x="9" y="1198"/>
                  <a:pt x="6" y="1186"/>
                  <a:pt x="3" y="1174"/>
                </a:cubicBezTo>
                <a:cubicBezTo>
                  <a:pt x="1" y="1162"/>
                  <a:pt x="0" y="1150"/>
                  <a:pt x="0" y="1138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3" name=""/>
          <p:cNvSpPr/>
          <p:nvPr/>
        </p:nvSpPr>
        <p:spPr>
          <a:xfrm>
            <a:off x="3422520" y="5127480"/>
            <a:ext cx="203400" cy="267120"/>
          </a:xfrm>
          <a:custGeom>
            <a:avLst/>
            <a:gdLst/>
            <a:ahLst/>
            <a:rect l="0" t="0" r="r" b="b"/>
            <a:pathLst>
              <a:path w="565" h="742">
                <a:moveTo>
                  <a:pt x="53" y="253"/>
                </a:moveTo>
                <a:lnTo>
                  <a:pt x="398" y="253"/>
                </a:lnTo>
                <a:lnTo>
                  <a:pt x="398" y="167"/>
                </a:lnTo>
                <a:cubicBezTo>
                  <a:pt x="398" y="136"/>
                  <a:pt x="387" y="109"/>
                  <a:pt x="364" y="86"/>
                </a:cubicBezTo>
                <a:cubicBezTo>
                  <a:pt x="341" y="64"/>
                  <a:pt x="314" y="53"/>
                  <a:pt x="282" y="53"/>
                </a:cubicBezTo>
                <a:cubicBezTo>
                  <a:pt x="250" y="53"/>
                  <a:pt x="223" y="64"/>
                  <a:pt x="201" y="86"/>
                </a:cubicBezTo>
                <a:cubicBezTo>
                  <a:pt x="179" y="109"/>
                  <a:pt x="167" y="136"/>
                  <a:pt x="167" y="167"/>
                </a:cubicBezTo>
                <a:lnTo>
                  <a:pt x="115" y="167"/>
                </a:lnTo>
                <a:cubicBezTo>
                  <a:pt x="115" y="121"/>
                  <a:pt x="131" y="81"/>
                  <a:pt x="164" y="49"/>
                </a:cubicBezTo>
                <a:cubicBezTo>
                  <a:pt x="196" y="16"/>
                  <a:pt x="236" y="0"/>
                  <a:pt x="282" y="0"/>
                </a:cubicBezTo>
                <a:cubicBezTo>
                  <a:pt x="329" y="0"/>
                  <a:pt x="369" y="16"/>
                  <a:pt x="402" y="49"/>
                </a:cubicBezTo>
                <a:cubicBezTo>
                  <a:pt x="434" y="82"/>
                  <a:pt x="451" y="121"/>
                  <a:pt x="451" y="167"/>
                </a:cubicBezTo>
                <a:lnTo>
                  <a:pt x="451" y="253"/>
                </a:lnTo>
                <a:lnTo>
                  <a:pt x="512" y="253"/>
                </a:lnTo>
                <a:cubicBezTo>
                  <a:pt x="527" y="253"/>
                  <a:pt x="539" y="258"/>
                  <a:pt x="550" y="269"/>
                </a:cubicBezTo>
                <a:cubicBezTo>
                  <a:pt x="560" y="279"/>
                  <a:pt x="565" y="292"/>
                  <a:pt x="565" y="306"/>
                </a:cubicBezTo>
                <a:lnTo>
                  <a:pt x="565" y="689"/>
                </a:lnTo>
                <a:cubicBezTo>
                  <a:pt x="565" y="703"/>
                  <a:pt x="560" y="716"/>
                  <a:pt x="550" y="726"/>
                </a:cubicBezTo>
                <a:cubicBezTo>
                  <a:pt x="539" y="737"/>
                  <a:pt x="527" y="742"/>
                  <a:pt x="512" y="742"/>
                </a:cubicBezTo>
                <a:lnTo>
                  <a:pt x="53" y="742"/>
                </a:lnTo>
                <a:cubicBezTo>
                  <a:pt x="38" y="742"/>
                  <a:pt x="26" y="737"/>
                  <a:pt x="15" y="726"/>
                </a:cubicBezTo>
                <a:cubicBezTo>
                  <a:pt x="5" y="716"/>
                  <a:pt x="0" y="703"/>
                  <a:pt x="0" y="689"/>
                </a:cubicBezTo>
                <a:lnTo>
                  <a:pt x="0" y="306"/>
                </a:lnTo>
                <a:cubicBezTo>
                  <a:pt x="0" y="292"/>
                  <a:pt x="5" y="279"/>
                  <a:pt x="15" y="269"/>
                </a:cubicBezTo>
                <a:cubicBezTo>
                  <a:pt x="26" y="258"/>
                  <a:pt x="38" y="253"/>
                  <a:pt x="53" y="253"/>
                </a:cubicBezTo>
                <a:moveTo>
                  <a:pt x="53" y="689"/>
                </a:moveTo>
                <a:lnTo>
                  <a:pt x="512" y="689"/>
                </a:lnTo>
                <a:lnTo>
                  <a:pt x="512" y="306"/>
                </a:lnTo>
                <a:lnTo>
                  <a:pt x="53" y="306"/>
                </a:lnTo>
                <a:lnTo>
                  <a:pt x="53" y="689"/>
                </a:lnTo>
                <a:moveTo>
                  <a:pt x="330" y="546"/>
                </a:moveTo>
                <a:cubicBezTo>
                  <a:pt x="343" y="533"/>
                  <a:pt x="350" y="517"/>
                  <a:pt x="350" y="499"/>
                </a:cubicBezTo>
                <a:cubicBezTo>
                  <a:pt x="350" y="482"/>
                  <a:pt x="343" y="466"/>
                  <a:pt x="330" y="451"/>
                </a:cubicBezTo>
                <a:cubicBezTo>
                  <a:pt x="317" y="437"/>
                  <a:pt x="301" y="430"/>
                  <a:pt x="282" y="430"/>
                </a:cubicBezTo>
                <a:cubicBezTo>
                  <a:pt x="263" y="430"/>
                  <a:pt x="247" y="437"/>
                  <a:pt x="234" y="451"/>
                </a:cubicBezTo>
                <a:cubicBezTo>
                  <a:pt x="221" y="466"/>
                  <a:pt x="214" y="482"/>
                  <a:pt x="214" y="500"/>
                </a:cubicBezTo>
                <a:cubicBezTo>
                  <a:pt x="214" y="518"/>
                  <a:pt x="221" y="533"/>
                  <a:pt x="234" y="546"/>
                </a:cubicBezTo>
                <a:cubicBezTo>
                  <a:pt x="247" y="559"/>
                  <a:pt x="264" y="565"/>
                  <a:pt x="282" y="565"/>
                </a:cubicBezTo>
                <a:cubicBezTo>
                  <a:pt x="301" y="565"/>
                  <a:pt x="317" y="559"/>
                  <a:pt x="330" y="546"/>
                </a:cubicBezTo>
                <a:moveTo>
                  <a:pt x="53" y="689"/>
                </a:moveTo>
                <a:lnTo>
                  <a:pt x="53" y="306"/>
                </a:lnTo>
                <a:lnTo>
                  <a:pt x="53" y="689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3749400" y="4398480"/>
            <a:ext cx="16848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4</a:t>
            </a:r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つは低減できない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5" name=""/>
          <p:cNvSpPr/>
          <p:nvPr/>
        </p:nvSpPr>
        <p:spPr>
          <a:xfrm>
            <a:off x="2952720" y="4905360"/>
            <a:ext cx="19080" cy="362160"/>
          </a:xfrm>
          <a:custGeom>
            <a:avLst/>
            <a:gdLst/>
            <a:ahLst/>
            <a:rect l="0" t="0" r="r" b="b"/>
            <a:pathLst>
              <a:path w="53" h="1006">
                <a:moveTo>
                  <a:pt x="0" y="0"/>
                </a:moveTo>
                <a:lnTo>
                  <a:pt x="53" y="0"/>
                </a:lnTo>
                <a:lnTo>
                  <a:pt x="53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66" name=""/>
          <p:cNvSpPr/>
          <p:nvPr/>
        </p:nvSpPr>
        <p:spPr>
          <a:xfrm>
            <a:off x="2952720" y="5257440"/>
            <a:ext cx="266760" cy="19440"/>
          </a:xfrm>
          <a:custGeom>
            <a:avLst/>
            <a:gdLst/>
            <a:ahLst/>
            <a:rect l="0" t="0" r="r" b="b"/>
            <a:pathLst>
              <a:path w="741" h="54">
                <a:moveTo>
                  <a:pt x="0" y="0"/>
                </a:moveTo>
                <a:lnTo>
                  <a:pt x="741" y="0"/>
                </a:lnTo>
                <a:lnTo>
                  <a:pt x="741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67" name=""/>
          <p:cNvSpPr/>
          <p:nvPr/>
        </p:nvSpPr>
        <p:spPr>
          <a:xfrm>
            <a:off x="3124080" y="5209920"/>
            <a:ext cx="95400" cy="114840"/>
          </a:xfrm>
          <a:custGeom>
            <a:avLst/>
            <a:gdLst/>
            <a:ahLst/>
            <a:rect l="0" t="0" r="r" b="b"/>
            <a:pathLst>
              <a:path w="265" h="319">
                <a:moveTo>
                  <a:pt x="0" y="0"/>
                </a:moveTo>
                <a:lnTo>
                  <a:pt x="0" y="319"/>
                </a:lnTo>
                <a:lnTo>
                  <a:pt x="265" y="159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68" name=""/>
          <p:cNvSpPr/>
          <p:nvPr/>
        </p:nvSpPr>
        <p:spPr>
          <a:xfrm>
            <a:off x="8238960" y="4181400"/>
            <a:ext cx="152640" cy="19440"/>
          </a:xfrm>
          <a:custGeom>
            <a:avLst/>
            <a:gdLst/>
            <a:ahLst/>
            <a:rect l="0" t="0" r="r" b="b"/>
            <a:pathLst>
              <a:path w="424" h="54">
                <a:moveTo>
                  <a:pt x="0" y="0"/>
                </a:moveTo>
                <a:lnTo>
                  <a:pt x="424" y="0"/>
                </a:lnTo>
                <a:lnTo>
                  <a:pt x="424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69" name=""/>
          <p:cNvSpPr/>
          <p:nvPr/>
        </p:nvSpPr>
        <p:spPr>
          <a:xfrm>
            <a:off x="8667720" y="2705040"/>
            <a:ext cx="2743560" cy="457560"/>
          </a:xfrm>
          <a:custGeom>
            <a:avLst/>
            <a:gdLst/>
            <a:ahLst/>
            <a:rect l="0" t="0" r="r" b="b"/>
            <a:pathLst>
              <a:path w="7621" h="1271">
                <a:moveTo>
                  <a:pt x="0" y="1085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7435" y="0"/>
                </a:lnTo>
                <a:cubicBezTo>
                  <a:pt x="7448" y="0"/>
                  <a:pt x="7460" y="1"/>
                  <a:pt x="7472" y="3"/>
                </a:cubicBezTo>
                <a:cubicBezTo>
                  <a:pt x="7483" y="6"/>
                  <a:pt x="7495" y="9"/>
                  <a:pt x="7506" y="14"/>
                </a:cubicBezTo>
                <a:cubicBezTo>
                  <a:pt x="7517" y="18"/>
                  <a:pt x="7528" y="24"/>
                  <a:pt x="7538" y="31"/>
                </a:cubicBezTo>
                <a:cubicBezTo>
                  <a:pt x="7548" y="38"/>
                  <a:pt x="7558" y="45"/>
                  <a:pt x="7566" y="54"/>
                </a:cubicBezTo>
                <a:cubicBezTo>
                  <a:pt x="7575" y="63"/>
                  <a:pt x="7583" y="72"/>
                  <a:pt x="7589" y="82"/>
                </a:cubicBezTo>
                <a:cubicBezTo>
                  <a:pt x="7596" y="92"/>
                  <a:pt x="7602" y="103"/>
                  <a:pt x="7606" y="114"/>
                </a:cubicBezTo>
                <a:cubicBezTo>
                  <a:pt x="7611" y="125"/>
                  <a:pt x="7615" y="137"/>
                  <a:pt x="7617" y="149"/>
                </a:cubicBezTo>
                <a:cubicBezTo>
                  <a:pt x="7619" y="161"/>
                  <a:pt x="7621" y="173"/>
                  <a:pt x="7621" y="185"/>
                </a:cubicBezTo>
                <a:lnTo>
                  <a:pt x="7621" y="1085"/>
                </a:lnTo>
                <a:cubicBezTo>
                  <a:pt x="7621" y="1098"/>
                  <a:pt x="7619" y="1110"/>
                  <a:pt x="7617" y="1122"/>
                </a:cubicBezTo>
                <a:cubicBezTo>
                  <a:pt x="7615" y="1134"/>
                  <a:pt x="7611" y="1145"/>
                  <a:pt x="7606" y="1156"/>
                </a:cubicBezTo>
                <a:cubicBezTo>
                  <a:pt x="7602" y="1168"/>
                  <a:pt x="7596" y="1178"/>
                  <a:pt x="7589" y="1188"/>
                </a:cubicBezTo>
                <a:cubicBezTo>
                  <a:pt x="7583" y="1198"/>
                  <a:pt x="7575" y="1208"/>
                  <a:pt x="7566" y="1216"/>
                </a:cubicBezTo>
                <a:cubicBezTo>
                  <a:pt x="7558" y="1225"/>
                  <a:pt x="7548" y="1233"/>
                  <a:pt x="7538" y="1239"/>
                </a:cubicBezTo>
                <a:cubicBezTo>
                  <a:pt x="7528" y="1246"/>
                  <a:pt x="7517" y="1252"/>
                  <a:pt x="7506" y="1257"/>
                </a:cubicBezTo>
                <a:cubicBezTo>
                  <a:pt x="7495" y="1261"/>
                  <a:pt x="7483" y="1265"/>
                  <a:pt x="7472" y="1267"/>
                </a:cubicBezTo>
                <a:cubicBezTo>
                  <a:pt x="7460" y="1269"/>
                  <a:pt x="7448" y="1271"/>
                  <a:pt x="7435" y="1271"/>
                </a:cubicBezTo>
                <a:lnTo>
                  <a:pt x="185" y="1271"/>
                </a:lnTo>
                <a:cubicBezTo>
                  <a:pt x="173" y="1271"/>
                  <a:pt x="161" y="1269"/>
                  <a:pt x="149" y="1267"/>
                </a:cubicBezTo>
                <a:cubicBezTo>
                  <a:pt x="137" y="1265"/>
                  <a:pt x="125" y="1261"/>
                  <a:pt x="114" y="1257"/>
                </a:cubicBezTo>
                <a:cubicBezTo>
                  <a:pt x="103" y="1252"/>
                  <a:pt x="92" y="1246"/>
                  <a:pt x="82" y="1239"/>
                </a:cubicBezTo>
                <a:cubicBezTo>
                  <a:pt x="72" y="1233"/>
                  <a:pt x="62" y="1225"/>
                  <a:pt x="54" y="1216"/>
                </a:cubicBezTo>
                <a:cubicBezTo>
                  <a:pt x="45" y="1208"/>
                  <a:pt x="38" y="1198"/>
                  <a:pt x="31" y="1188"/>
                </a:cubicBezTo>
                <a:cubicBezTo>
                  <a:pt x="24" y="1178"/>
                  <a:pt x="18" y="1168"/>
                  <a:pt x="14" y="1156"/>
                </a:cubicBezTo>
                <a:cubicBezTo>
                  <a:pt x="9" y="1145"/>
                  <a:pt x="6" y="1134"/>
                  <a:pt x="3" y="1122"/>
                </a:cubicBezTo>
                <a:cubicBezTo>
                  <a:pt x="1" y="1110"/>
                  <a:pt x="0" y="1098"/>
                  <a:pt x="0" y="108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0" name=""/>
          <p:cNvSpPr/>
          <p:nvPr/>
        </p:nvSpPr>
        <p:spPr>
          <a:xfrm>
            <a:off x="8667720" y="2705040"/>
            <a:ext cx="2743560" cy="457560"/>
          </a:xfrm>
          <a:custGeom>
            <a:avLst/>
            <a:gdLst/>
            <a:ahLst/>
            <a:rect l="0" t="0" r="r" b="b"/>
            <a:pathLst>
              <a:path w="7621" h="1271">
                <a:moveTo>
                  <a:pt x="0" y="1085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7435" y="0"/>
                </a:lnTo>
                <a:cubicBezTo>
                  <a:pt x="7448" y="0"/>
                  <a:pt x="7460" y="1"/>
                  <a:pt x="7472" y="3"/>
                </a:cubicBezTo>
                <a:cubicBezTo>
                  <a:pt x="7483" y="6"/>
                  <a:pt x="7495" y="9"/>
                  <a:pt x="7506" y="14"/>
                </a:cubicBezTo>
                <a:cubicBezTo>
                  <a:pt x="7517" y="18"/>
                  <a:pt x="7528" y="24"/>
                  <a:pt x="7538" y="31"/>
                </a:cubicBezTo>
                <a:cubicBezTo>
                  <a:pt x="7548" y="38"/>
                  <a:pt x="7558" y="45"/>
                  <a:pt x="7566" y="54"/>
                </a:cubicBezTo>
                <a:cubicBezTo>
                  <a:pt x="7575" y="63"/>
                  <a:pt x="7583" y="72"/>
                  <a:pt x="7589" y="82"/>
                </a:cubicBezTo>
                <a:cubicBezTo>
                  <a:pt x="7596" y="92"/>
                  <a:pt x="7602" y="103"/>
                  <a:pt x="7606" y="114"/>
                </a:cubicBezTo>
                <a:cubicBezTo>
                  <a:pt x="7611" y="125"/>
                  <a:pt x="7615" y="137"/>
                  <a:pt x="7617" y="149"/>
                </a:cubicBezTo>
                <a:cubicBezTo>
                  <a:pt x="7619" y="161"/>
                  <a:pt x="7621" y="173"/>
                  <a:pt x="7621" y="185"/>
                </a:cubicBezTo>
                <a:lnTo>
                  <a:pt x="7621" y="1085"/>
                </a:lnTo>
                <a:cubicBezTo>
                  <a:pt x="7621" y="1098"/>
                  <a:pt x="7619" y="1110"/>
                  <a:pt x="7617" y="1122"/>
                </a:cubicBezTo>
                <a:cubicBezTo>
                  <a:pt x="7615" y="1134"/>
                  <a:pt x="7611" y="1145"/>
                  <a:pt x="7606" y="1156"/>
                </a:cubicBezTo>
                <a:cubicBezTo>
                  <a:pt x="7602" y="1168"/>
                  <a:pt x="7596" y="1178"/>
                  <a:pt x="7589" y="1188"/>
                </a:cubicBezTo>
                <a:cubicBezTo>
                  <a:pt x="7583" y="1198"/>
                  <a:pt x="7575" y="1208"/>
                  <a:pt x="7566" y="1216"/>
                </a:cubicBezTo>
                <a:cubicBezTo>
                  <a:pt x="7558" y="1225"/>
                  <a:pt x="7548" y="1233"/>
                  <a:pt x="7538" y="1239"/>
                </a:cubicBezTo>
                <a:cubicBezTo>
                  <a:pt x="7528" y="1246"/>
                  <a:pt x="7517" y="1252"/>
                  <a:pt x="7506" y="1257"/>
                </a:cubicBezTo>
                <a:cubicBezTo>
                  <a:pt x="7495" y="1261"/>
                  <a:pt x="7483" y="1265"/>
                  <a:pt x="7472" y="1267"/>
                </a:cubicBezTo>
                <a:cubicBezTo>
                  <a:pt x="7460" y="1269"/>
                  <a:pt x="7448" y="1271"/>
                  <a:pt x="7435" y="1271"/>
                </a:cubicBezTo>
                <a:lnTo>
                  <a:pt x="185" y="1271"/>
                </a:lnTo>
                <a:cubicBezTo>
                  <a:pt x="173" y="1271"/>
                  <a:pt x="161" y="1269"/>
                  <a:pt x="149" y="1267"/>
                </a:cubicBezTo>
                <a:cubicBezTo>
                  <a:pt x="137" y="1265"/>
                  <a:pt x="125" y="1261"/>
                  <a:pt x="114" y="1257"/>
                </a:cubicBezTo>
                <a:cubicBezTo>
                  <a:pt x="103" y="1252"/>
                  <a:pt x="92" y="1246"/>
                  <a:pt x="82" y="1239"/>
                </a:cubicBezTo>
                <a:cubicBezTo>
                  <a:pt x="72" y="1233"/>
                  <a:pt x="62" y="1225"/>
                  <a:pt x="54" y="1216"/>
                </a:cubicBezTo>
                <a:cubicBezTo>
                  <a:pt x="45" y="1208"/>
                  <a:pt x="38" y="1198"/>
                  <a:pt x="31" y="1188"/>
                </a:cubicBezTo>
                <a:cubicBezTo>
                  <a:pt x="24" y="1178"/>
                  <a:pt x="18" y="1168"/>
                  <a:pt x="14" y="1156"/>
                </a:cubicBezTo>
                <a:cubicBezTo>
                  <a:pt x="9" y="1145"/>
                  <a:pt x="6" y="1134"/>
                  <a:pt x="3" y="1122"/>
                </a:cubicBezTo>
                <a:cubicBezTo>
                  <a:pt x="1" y="1110"/>
                  <a:pt x="0" y="1098"/>
                  <a:pt x="0" y="1085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3749400" y="5122440"/>
            <a:ext cx="178992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10</a:t>
            </a:r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のぜい弱性が残る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2" name=""/>
          <p:cNvSpPr/>
          <p:nvPr/>
        </p:nvSpPr>
        <p:spPr>
          <a:xfrm>
            <a:off x="8391240" y="2933640"/>
            <a:ext cx="19440" cy="314640"/>
          </a:xfrm>
          <a:custGeom>
            <a:avLst/>
            <a:gdLst/>
            <a:ahLst/>
            <a:rect l="0" t="0" r="r" b="b"/>
            <a:pathLst>
              <a:path w="54" h="874">
                <a:moveTo>
                  <a:pt x="0" y="0"/>
                </a:moveTo>
                <a:lnTo>
                  <a:pt x="54" y="0"/>
                </a:lnTo>
                <a:lnTo>
                  <a:pt x="54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73" name=""/>
          <p:cNvSpPr/>
          <p:nvPr/>
        </p:nvSpPr>
        <p:spPr>
          <a:xfrm>
            <a:off x="8391240" y="2923920"/>
            <a:ext cx="267480" cy="19440"/>
          </a:xfrm>
          <a:custGeom>
            <a:avLst/>
            <a:gdLst/>
            <a:ahLst/>
            <a:rect l="0" t="0" r="r" b="b"/>
            <a:pathLst>
              <a:path w="743" h="54">
                <a:moveTo>
                  <a:pt x="0" y="0"/>
                </a:moveTo>
                <a:lnTo>
                  <a:pt x="743" y="0"/>
                </a:lnTo>
                <a:lnTo>
                  <a:pt x="743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74" name=""/>
          <p:cNvSpPr/>
          <p:nvPr/>
        </p:nvSpPr>
        <p:spPr>
          <a:xfrm>
            <a:off x="8562960" y="2876400"/>
            <a:ext cx="95400" cy="114480"/>
          </a:xfrm>
          <a:custGeom>
            <a:avLst/>
            <a:gdLst/>
            <a:ahLst/>
            <a:rect l="0" t="0" r="r" b="b"/>
            <a:pathLst>
              <a:path w="265" h="318">
                <a:moveTo>
                  <a:pt x="0" y="0"/>
                </a:moveTo>
                <a:lnTo>
                  <a:pt x="0" y="318"/>
                </a:lnTo>
                <a:lnTo>
                  <a:pt x="265" y="16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75" name=""/>
          <p:cNvSpPr/>
          <p:nvPr/>
        </p:nvSpPr>
        <p:spPr>
          <a:xfrm>
            <a:off x="8667720" y="3333600"/>
            <a:ext cx="2743560" cy="457560"/>
          </a:xfrm>
          <a:custGeom>
            <a:avLst/>
            <a:gdLst/>
            <a:ahLst/>
            <a:rect l="0" t="0" r="r" b="b"/>
            <a:pathLst>
              <a:path w="7621" h="1271">
                <a:moveTo>
                  <a:pt x="0" y="1086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6"/>
                  <a:pt x="72" y="38"/>
                  <a:pt x="82" y="31"/>
                </a:cubicBezTo>
                <a:cubicBezTo>
                  <a:pt x="92" y="24"/>
                  <a:pt x="103" y="19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7435" y="0"/>
                </a:lnTo>
                <a:cubicBezTo>
                  <a:pt x="7448" y="0"/>
                  <a:pt x="7460" y="1"/>
                  <a:pt x="7472" y="3"/>
                </a:cubicBezTo>
                <a:cubicBezTo>
                  <a:pt x="7483" y="6"/>
                  <a:pt x="7495" y="9"/>
                  <a:pt x="7506" y="14"/>
                </a:cubicBezTo>
                <a:cubicBezTo>
                  <a:pt x="7517" y="19"/>
                  <a:pt x="7528" y="24"/>
                  <a:pt x="7538" y="31"/>
                </a:cubicBezTo>
                <a:cubicBezTo>
                  <a:pt x="7548" y="38"/>
                  <a:pt x="7558" y="46"/>
                  <a:pt x="7566" y="54"/>
                </a:cubicBezTo>
                <a:cubicBezTo>
                  <a:pt x="7575" y="63"/>
                  <a:pt x="7583" y="72"/>
                  <a:pt x="7589" y="82"/>
                </a:cubicBezTo>
                <a:cubicBezTo>
                  <a:pt x="7596" y="92"/>
                  <a:pt x="7602" y="103"/>
                  <a:pt x="7606" y="114"/>
                </a:cubicBezTo>
                <a:cubicBezTo>
                  <a:pt x="7611" y="125"/>
                  <a:pt x="7615" y="137"/>
                  <a:pt x="7617" y="149"/>
                </a:cubicBezTo>
                <a:cubicBezTo>
                  <a:pt x="7619" y="161"/>
                  <a:pt x="7621" y="173"/>
                  <a:pt x="7621" y="185"/>
                </a:cubicBezTo>
                <a:lnTo>
                  <a:pt x="7621" y="1086"/>
                </a:lnTo>
                <a:cubicBezTo>
                  <a:pt x="7621" y="1098"/>
                  <a:pt x="7619" y="1110"/>
                  <a:pt x="7617" y="1122"/>
                </a:cubicBezTo>
                <a:cubicBezTo>
                  <a:pt x="7615" y="1134"/>
                  <a:pt x="7611" y="1145"/>
                  <a:pt x="7606" y="1157"/>
                </a:cubicBezTo>
                <a:cubicBezTo>
                  <a:pt x="7602" y="1168"/>
                  <a:pt x="7596" y="1178"/>
                  <a:pt x="7589" y="1189"/>
                </a:cubicBezTo>
                <a:cubicBezTo>
                  <a:pt x="7583" y="1199"/>
                  <a:pt x="7575" y="1208"/>
                  <a:pt x="7566" y="1217"/>
                </a:cubicBezTo>
                <a:cubicBezTo>
                  <a:pt x="7558" y="1225"/>
                  <a:pt x="7548" y="1233"/>
                  <a:pt x="7538" y="1240"/>
                </a:cubicBezTo>
                <a:cubicBezTo>
                  <a:pt x="7528" y="1246"/>
                  <a:pt x="7517" y="1252"/>
                  <a:pt x="7506" y="1257"/>
                </a:cubicBezTo>
                <a:cubicBezTo>
                  <a:pt x="7495" y="1261"/>
                  <a:pt x="7483" y="1265"/>
                  <a:pt x="7472" y="1267"/>
                </a:cubicBezTo>
                <a:cubicBezTo>
                  <a:pt x="7460" y="1270"/>
                  <a:pt x="7448" y="1271"/>
                  <a:pt x="7435" y="1271"/>
                </a:cubicBezTo>
                <a:lnTo>
                  <a:pt x="185" y="1271"/>
                </a:lnTo>
                <a:cubicBezTo>
                  <a:pt x="173" y="1271"/>
                  <a:pt x="161" y="1270"/>
                  <a:pt x="149" y="1267"/>
                </a:cubicBezTo>
                <a:cubicBezTo>
                  <a:pt x="137" y="1265"/>
                  <a:pt x="125" y="1261"/>
                  <a:pt x="114" y="1257"/>
                </a:cubicBezTo>
                <a:cubicBezTo>
                  <a:pt x="103" y="1252"/>
                  <a:pt x="92" y="1246"/>
                  <a:pt x="82" y="1240"/>
                </a:cubicBezTo>
                <a:cubicBezTo>
                  <a:pt x="72" y="1233"/>
                  <a:pt x="62" y="1225"/>
                  <a:pt x="54" y="1217"/>
                </a:cubicBezTo>
                <a:cubicBezTo>
                  <a:pt x="45" y="1208"/>
                  <a:pt x="38" y="1199"/>
                  <a:pt x="31" y="1189"/>
                </a:cubicBezTo>
                <a:cubicBezTo>
                  <a:pt x="24" y="1178"/>
                  <a:pt x="18" y="1168"/>
                  <a:pt x="14" y="1157"/>
                </a:cubicBezTo>
                <a:cubicBezTo>
                  <a:pt x="9" y="1145"/>
                  <a:pt x="6" y="1134"/>
                  <a:pt x="3" y="1122"/>
                </a:cubicBezTo>
                <a:cubicBezTo>
                  <a:pt x="1" y="1110"/>
                  <a:pt x="0" y="1098"/>
                  <a:pt x="0" y="108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6" name=""/>
          <p:cNvSpPr/>
          <p:nvPr/>
        </p:nvSpPr>
        <p:spPr>
          <a:xfrm>
            <a:off x="8667720" y="3333600"/>
            <a:ext cx="2743560" cy="457560"/>
          </a:xfrm>
          <a:custGeom>
            <a:avLst/>
            <a:gdLst/>
            <a:ahLst/>
            <a:rect l="0" t="0" r="r" b="b"/>
            <a:pathLst>
              <a:path w="7621" h="1271">
                <a:moveTo>
                  <a:pt x="0" y="1086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6"/>
                  <a:pt x="72" y="38"/>
                  <a:pt x="82" y="31"/>
                </a:cubicBezTo>
                <a:cubicBezTo>
                  <a:pt x="92" y="24"/>
                  <a:pt x="103" y="19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7435" y="0"/>
                </a:lnTo>
                <a:cubicBezTo>
                  <a:pt x="7448" y="0"/>
                  <a:pt x="7460" y="1"/>
                  <a:pt x="7472" y="3"/>
                </a:cubicBezTo>
                <a:cubicBezTo>
                  <a:pt x="7483" y="6"/>
                  <a:pt x="7495" y="9"/>
                  <a:pt x="7506" y="14"/>
                </a:cubicBezTo>
                <a:cubicBezTo>
                  <a:pt x="7517" y="19"/>
                  <a:pt x="7528" y="24"/>
                  <a:pt x="7538" y="31"/>
                </a:cubicBezTo>
                <a:cubicBezTo>
                  <a:pt x="7548" y="38"/>
                  <a:pt x="7558" y="46"/>
                  <a:pt x="7566" y="54"/>
                </a:cubicBezTo>
                <a:cubicBezTo>
                  <a:pt x="7575" y="63"/>
                  <a:pt x="7583" y="72"/>
                  <a:pt x="7589" y="82"/>
                </a:cubicBezTo>
                <a:cubicBezTo>
                  <a:pt x="7596" y="92"/>
                  <a:pt x="7602" y="103"/>
                  <a:pt x="7606" y="114"/>
                </a:cubicBezTo>
                <a:cubicBezTo>
                  <a:pt x="7611" y="125"/>
                  <a:pt x="7615" y="137"/>
                  <a:pt x="7617" y="149"/>
                </a:cubicBezTo>
                <a:cubicBezTo>
                  <a:pt x="7619" y="161"/>
                  <a:pt x="7621" y="173"/>
                  <a:pt x="7621" y="185"/>
                </a:cubicBezTo>
                <a:lnTo>
                  <a:pt x="7621" y="1086"/>
                </a:lnTo>
                <a:cubicBezTo>
                  <a:pt x="7621" y="1098"/>
                  <a:pt x="7619" y="1110"/>
                  <a:pt x="7617" y="1122"/>
                </a:cubicBezTo>
                <a:cubicBezTo>
                  <a:pt x="7615" y="1134"/>
                  <a:pt x="7611" y="1145"/>
                  <a:pt x="7606" y="1157"/>
                </a:cubicBezTo>
                <a:cubicBezTo>
                  <a:pt x="7602" y="1168"/>
                  <a:pt x="7596" y="1178"/>
                  <a:pt x="7589" y="1189"/>
                </a:cubicBezTo>
                <a:cubicBezTo>
                  <a:pt x="7583" y="1199"/>
                  <a:pt x="7575" y="1208"/>
                  <a:pt x="7566" y="1217"/>
                </a:cubicBezTo>
                <a:cubicBezTo>
                  <a:pt x="7558" y="1225"/>
                  <a:pt x="7548" y="1233"/>
                  <a:pt x="7538" y="1240"/>
                </a:cubicBezTo>
                <a:cubicBezTo>
                  <a:pt x="7528" y="1246"/>
                  <a:pt x="7517" y="1252"/>
                  <a:pt x="7506" y="1257"/>
                </a:cubicBezTo>
                <a:cubicBezTo>
                  <a:pt x="7495" y="1261"/>
                  <a:pt x="7483" y="1265"/>
                  <a:pt x="7472" y="1267"/>
                </a:cubicBezTo>
                <a:cubicBezTo>
                  <a:pt x="7460" y="1270"/>
                  <a:pt x="7448" y="1271"/>
                  <a:pt x="7435" y="1271"/>
                </a:cubicBezTo>
                <a:lnTo>
                  <a:pt x="185" y="1271"/>
                </a:lnTo>
                <a:cubicBezTo>
                  <a:pt x="173" y="1271"/>
                  <a:pt x="161" y="1270"/>
                  <a:pt x="149" y="1267"/>
                </a:cubicBezTo>
                <a:cubicBezTo>
                  <a:pt x="137" y="1265"/>
                  <a:pt x="125" y="1261"/>
                  <a:pt x="114" y="1257"/>
                </a:cubicBezTo>
                <a:cubicBezTo>
                  <a:pt x="103" y="1252"/>
                  <a:pt x="92" y="1246"/>
                  <a:pt x="82" y="1240"/>
                </a:cubicBezTo>
                <a:cubicBezTo>
                  <a:pt x="72" y="1233"/>
                  <a:pt x="62" y="1225"/>
                  <a:pt x="54" y="1217"/>
                </a:cubicBezTo>
                <a:cubicBezTo>
                  <a:pt x="45" y="1208"/>
                  <a:pt x="38" y="1199"/>
                  <a:pt x="31" y="1189"/>
                </a:cubicBezTo>
                <a:cubicBezTo>
                  <a:pt x="24" y="1178"/>
                  <a:pt x="18" y="1168"/>
                  <a:pt x="14" y="1157"/>
                </a:cubicBezTo>
                <a:cubicBezTo>
                  <a:pt x="9" y="1145"/>
                  <a:pt x="6" y="1134"/>
                  <a:pt x="3" y="1122"/>
                </a:cubicBezTo>
                <a:cubicBezTo>
                  <a:pt x="1" y="1110"/>
                  <a:pt x="0" y="1098"/>
                  <a:pt x="0" y="1086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8810640" y="2788920"/>
            <a:ext cx="19731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承認</a:t>
            </a:r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 </a:t>
            </a:r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3</a:t>
            </a:r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つを得て始める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8" name=""/>
          <p:cNvSpPr/>
          <p:nvPr/>
        </p:nvSpPr>
        <p:spPr>
          <a:xfrm>
            <a:off x="8391240" y="3247920"/>
            <a:ext cx="19440" cy="628920"/>
          </a:xfrm>
          <a:custGeom>
            <a:avLst/>
            <a:gdLst/>
            <a:ahLst/>
            <a:rect l="0" t="0" r="r" b="b"/>
            <a:pathLst>
              <a:path w="54" h="1747">
                <a:moveTo>
                  <a:pt x="0" y="0"/>
                </a:moveTo>
                <a:lnTo>
                  <a:pt x="54" y="0"/>
                </a:lnTo>
                <a:lnTo>
                  <a:pt x="54" y="1747"/>
                </a:lnTo>
                <a:lnTo>
                  <a:pt x="0" y="174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79" name=""/>
          <p:cNvSpPr/>
          <p:nvPr/>
        </p:nvSpPr>
        <p:spPr>
          <a:xfrm>
            <a:off x="8391240" y="3552480"/>
            <a:ext cx="267480" cy="19440"/>
          </a:xfrm>
          <a:custGeom>
            <a:avLst/>
            <a:gdLst/>
            <a:ahLst/>
            <a:rect l="0" t="0" r="r" b="b"/>
            <a:pathLst>
              <a:path w="743" h="54">
                <a:moveTo>
                  <a:pt x="0" y="0"/>
                </a:moveTo>
                <a:lnTo>
                  <a:pt x="743" y="0"/>
                </a:lnTo>
                <a:lnTo>
                  <a:pt x="743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80" name=""/>
          <p:cNvSpPr/>
          <p:nvPr/>
        </p:nvSpPr>
        <p:spPr>
          <a:xfrm>
            <a:off x="8562960" y="3504960"/>
            <a:ext cx="95400" cy="114840"/>
          </a:xfrm>
          <a:custGeom>
            <a:avLst/>
            <a:gdLst/>
            <a:ahLst/>
            <a:rect l="0" t="0" r="r" b="b"/>
            <a:pathLst>
              <a:path w="265" h="319">
                <a:moveTo>
                  <a:pt x="0" y="0"/>
                </a:moveTo>
                <a:lnTo>
                  <a:pt x="0" y="319"/>
                </a:lnTo>
                <a:lnTo>
                  <a:pt x="265" y="159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81" name=""/>
          <p:cNvSpPr/>
          <p:nvPr/>
        </p:nvSpPr>
        <p:spPr>
          <a:xfrm>
            <a:off x="8667720" y="3962160"/>
            <a:ext cx="2743560" cy="457560"/>
          </a:xfrm>
          <a:custGeom>
            <a:avLst/>
            <a:gdLst/>
            <a:ahLst/>
            <a:rect l="0" t="0" r="r" b="b"/>
            <a:pathLst>
              <a:path w="7621" h="1271">
                <a:moveTo>
                  <a:pt x="0" y="1086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4"/>
                </a:cubicBezTo>
                <a:cubicBezTo>
                  <a:pt x="18" y="103"/>
                  <a:pt x="24" y="93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6"/>
                  <a:pt x="72" y="38"/>
                  <a:pt x="82" y="31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7435" y="0"/>
                </a:lnTo>
                <a:cubicBezTo>
                  <a:pt x="7448" y="0"/>
                  <a:pt x="7460" y="1"/>
                  <a:pt x="7472" y="4"/>
                </a:cubicBezTo>
                <a:cubicBezTo>
                  <a:pt x="7483" y="6"/>
                  <a:pt x="7495" y="10"/>
                  <a:pt x="7506" y="14"/>
                </a:cubicBezTo>
                <a:cubicBezTo>
                  <a:pt x="7517" y="19"/>
                  <a:pt x="7528" y="25"/>
                  <a:pt x="7538" y="31"/>
                </a:cubicBezTo>
                <a:cubicBezTo>
                  <a:pt x="7548" y="38"/>
                  <a:pt x="7558" y="46"/>
                  <a:pt x="7566" y="54"/>
                </a:cubicBezTo>
                <a:cubicBezTo>
                  <a:pt x="7575" y="63"/>
                  <a:pt x="7583" y="72"/>
                  <a:pt x="7589" y="82"/>
                </a:cubicBezTo>
                <a:cubicBezTo>
                  <a:pt x="7596" y="93"/>
                  <a:pt x="7602" y="103"/>
                  <a:pt x="7606" y="114"/>
                </a:cubicBezTo>
                <a:cubicBezTo>
                  <a:pt x="7611" y="126"/>
                  <a:pt x="7615" y="137"/>
                  <a:pt x="7617" y="149"/>
                </a:cubicBezTo>
                <a:cubicBezTo>
                  <a:pt x="7619" y="161"/>
                  <a:pt x="7621" y="173"/>
                  <a:pt x="7621" y="185"/>
                </a:cubicBezTo>
                <a:lnTo>
                  <a:pt x="7621" y="1086"/>
                </a:lnTo>
                <a:cubicBezTo>
                  <a:pt x="7621" y="1098"/>
                  <a:pt x="7619" y="1110"/>
                  <a:pt x="7617" y="1122"/>
                </a:cubicBezTo>
                <a:cubicBezTo>
                  <a:pt x="7615" y="1134"/>
                  <a:pt x="7611" y="1146"/>
                  <a:pt x="7606" y="1157"/>
                </a:cubicBezTo>
                <a:cubicBezTo>
                  <a:pt x="7602" y="1168"/>
                  <a:pt x="7596" y="1179"/>
                  <a:pt x="7589" y="1189"/>
                </a:cubicBezTo>
                <a:cubicBezTo>
                  <a:pt x="7583" y="1199"/>
                  <a:pt x="7575" y="1208"/>
                  <a:pt x="7566" y="1217"/>
                </a:cubicBezTo>
                <a:cubicBezTo>
                  <a:pt x="7558" y="1226"/>
                  <a:pt x="7548" y="1233"/>
                  <a:pt x="7538" y="1240"/>
                </a:cubicBezTo>
                <a:cubicBezTo>
                  <a:pt x="7528" y="1247"/>
                  <a:pt x="7517" y="1252"/>
                  <a:pt x="7506" y="1257"/>
                </a:cubicBezTo>
                <a:cubicBezTo>
                  <a:pt x="7495" y="1262"/>
                  <a:pt x="7483" y="1265"/>
                  <a:pt x="7472" y="1268"/>
                </a:cubicBezTo>
                <a:cubicBezTo>
                  <a:pt x="7460" y="1270"/>
                  <a:pt x="7448" y="1271"/>
                  <a:pt x="7435" y="1271"/>
                </a:cubicBezTo>
                <a:lnTo>
                  <a:pt x="185" y="1271"/>
                </a:lnTo>
                <a:cubicBezTo>
                  <a:pt x="173" y="1271"/>
                  <a:pt x="161" y="1270"/>
                  <a:pt x="149" y="1268"/>
                </a:cubicBezTo>
                <a:cubicBezTo>
                  <a:pt x="137" y="1265"/>
                  <a:pt x="125" y="1262"/>
                  <a:pt x="114" y="1257"/>
                </a:cubicBezTo>
                <a:cubicBezTo>
                  <a:pt x="103" y="1252"/>
                  <a:pt x="92" y="1247"/>
                  <a:pt x="82" y="1240"/>
                </a:cubicBezTo>
                <a:cubicBezTo>
                  <a:pt x="72" y="1233"/>
                  <a:pt x="62" y="1226"/>
                  <a:pt x="54" y="1217"/>
                </a:cubicBezTo>
                <a:cubicBezTo>
                  <a:pt x="45" y="1208"/>
                  <a:pt x="38" y="1199"/>
                  <a:pt x="31" y="1189"/>
                </a:cubicBezTo>
                <a:cubicBezTo>
                  <a:pt x="24" y="1179"/>
                  <a:pt x="18" y="1168"/>
                  <a:pt x="14" y="1157"/>
                </a:cubicBezTo>
                <a:cubicBezTo>
                  <a:pt x="9" y="1146"/>
                  <a:pt x="6" y="1134"/>
                  <a:pt x="3" y="1122"/>
                </a:cubicBezTo>
                <a:cubicBezTo>
                  <a:pt x="1" y="1110"/>
                  <a:pt x="0" y="1098"/>
                  <a:pt x="0" y="108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2" name=""/>
          <p:cNvSpPr/>
          <p:nvPr/>
        </p:nvSpPr>
        <p:spPr>
          <a:xfrm>
            <a:off x="8667720" y="3962160"/>
            <a:ext cx="2743560" cy="457560"/>
          </a:xfrm>
          <a:custGeom>
            <a:avLst/>
            <a:gdLst/>
            <a:ahLst/>
            <a:rect l="0" t="0" r="r" b="b"/>
            <a:pathLst>
              <a:path w="7621" h="1271">
                <a:moveTo>
                  <a:pt x="0" y="1086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4"/>
                </a:cubicBezTo>
                <a:cubicBezTo>
                  <a:pt x="18" y="103"/>
                  <a:pt x="24" y="93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6"/>
                  <a:pt x="72" y="38"/>
                  <a:pt x="82" y="31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7435" y="0"/>
                </a:lnTo>
                <a:cubicBezTo>
                  <a:pt x="7448" y="0"/>
                  <a:pt x="7460" y="1"/>
                  <a:pt x="7472" y="4"/>
                </a:cubicBezTo>
                <a:cubicBezTo>
                  <a:pt x="7483" y="6"/>
                  <a:pt x="7495" y="10"/>
                  <a:pt x="7506" y="14"/>
                </a:cubicBezTo>
                <a:cubicBezTo>
                  <a:pt x="7517" y="19"/>
                  <a:pt x="7528" y="25"/>
                  <a:pt x="7538" y="31"/>
                </a:cubicBezTo>
                <a:cubicBezTo>
                  <a:pt x="7548" y="38"/>
                  <a:pt x="7558" y="46"/>
                  <a:pt x="7566" y="54"/>
                </a:cubicBezTo>
                <a:cubicBezTo>
                  <a:pt x="7575" y="63"/>
                  <a:pt x="7583" y="72"/>
                  <a:pt x="7589" y="82"/>
                </a:cubicBezTo>
                <a:cubicBezTo>
                  <a:pt x="7596" y="93"/>
                  <a:pt x="7602" y="103"/>
                  <a:pt x="7606" y="114"/>
                </a:cubicBezTo>
                <a:cubicBezTo>
                  <a:pt x="7611" y="126"/>
                  <a:pt x="7615" y="137"/>
                  <a:pt x="7617" y="149"/>
                </a:cubicBezTo>
                <a:cubicBezTo>
                  <a:pt x="7619" y="161"/>
                  <a:pt x="7621" y="173"/>
                  <a:pt x="7621" y="185"/>
                </a:cubicBezTo>
                <a:lnTo>
                  <a:pt x="7621" y="1086"/>
                </a:lnTo>
                <a:cubicBezTo>
                  <a:pt x="7621" y="1098"/>
                  <a:pt x="7619" y="1110"/>
                  <a:pt x="7617" y="1122"/>
                </a:cubicBezTo>
                <a:cubicBezTo>
                  <a:pt x="7615" y="1134"/>
                  <a:pt x="7611" y="1146"/>
                  <a:pt x="7606" y="1157"/>
                </a:cubicBezTo>
                <a:cubicBezTo>
                  <a:pt x="7602" y="1168"/>
                  <a:pt x="7596" y="1179"/>
                  <a:pt x="7589" y="1189"/>
                </a:cubicBezTo>
                <a:cubicBezTo>
                  <a:pt x="7583" y="1199"/>
                  <a:pt x="7575" y="1208"/>
                  <a:pt x="7566" y="1217"/>
                </a:cubicBezTo>
                <a:cubicBezTo>
                  <a:pt x="7558" y="1226"/>
                  <a:pt x="7548" y="1233"/>
                  <a:pt x="7538" y="1240"/>
                </a:cubicBezTo>
                <a:cubicBezTo>
                  <a:pt x="7528" y="1247"/>
                  <a:pt x="7517" y="1252"/>
                  <a:pt x="7506" y="1257"/>
                </a:cubicBezTo>
                <a:cubicBezTo>
                  <a:pt x="7495" y="1262"/>
                  <a:pt x="7483" y="1265"/>
                  <a:pt x="7472" y="1268"/>
                </a:cubicBezTo>
                <a:cubicBezTo>
                  <a:pt x="7460" y="1270"/>
                  <a:pt x="7448" y="1271"/>
                  <a:pt x="7435" y="1271"/>
                </a:cubicBezTo>
                <a:lnTo>
                  <a:pt x="185" y="1271"/>
                </a:lnTo>
                <a:cubicBezTo>
                  <a:pt x="173" y="1271"/>
                  <a:pt x="161" y="1270"/>
                  <a:pt x="149" y="1268"/>
                </a:cubicBezTo>
                <a:cubicBezTo>
                  <a:pt x="137" y="1265"/>
                  <a:pt x="125" y="1262"/>
                  <a:pt x="114" y="1257"/>
                </a:cubicBezTo>
                <a:cubicBezTo>
                  <a:pt x="103" y="1252"/>
                  <a:pt x="92" y="1247"/>
                  <a:pt x="82" y="1240"/>
                </a:cubicBezTo>
                <a:cubicBezTo>
                  <a:pt x="72" y="1233"/>
                  <a:pt x="62" y="1226"/>
                  <a:pt x="54" y="1217"/>
                </a:cubicBezTo>
                <a:cubicBezTo>
                  <a:pt x="45" y="1208"/>
                  <a:pt x="38" y="1199"/>
                  <a:pt x="31" y="1189"/>
                </a:cubicBezTo>
                <a:cubicBezTo>
                  <a:pt x="24" y="1179"/>
                  <a:pt x="18" y="1168"/>
                  <a:pt x="14" y="1157"/>
                </a:cubicBezTo>
                <a:cubicBezTo>
                  <a:pt x="9" y="1146"/>
                  <a:pt x="6" y="1134"/>
                  <a:pt x="3" y="1122"/>
                </a:cubicBezTo>
                <a:cubicBezTo>
                  <a:pt x="1" y="1110"/>
                  <a:pt x="0" y="1098"/>
                  <a:pt x="0" y="1086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8810640" y="3417480"/>
            <a:ext cx="21387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計画</a:t>
            </a:r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 リスク対応を決める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4" name=""/>
          <p:cNvSpPr/>
          <p:nvPr/>
        </p:nvSpPr>
        <p:spPr>
          <a:xfrm>
            <a:off x="8391240" y="3876480"/>
            <a:ext cx="19440" cy="628920"/>
          </a:xfrm>
          <a:custGeom>
            <a:avLst/>
            <a:gdLst/>
            <a:ahLst/>
            <a:rect l="0" t="0" r="r" b="b"/>
            <a:pathLst>
              <a:path w="54" h="1747">
                <a:moveTo>
                  <a:pt x="0" y="0"/>
                </a:moveTo>
                <a:lnTo>
                  <a:pt x="54" y="0"/>
                </a:lnTo>
                <a:lnTo>
                  <a:pt x="54" y="1747"/>
                </a:lnTo>
                <a:lnTo>
                  <a:pt x="0" y="174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85" name=""/>
          <p:cNvSpPr/>
          <p:nvPr/>
        </p:nvSpPr>
        <p:spPr>
          <a:xfrm>
            <a:off x="8391240" y="4181400"/>
            <a:ext cx="267480" cy="19440"/>
          </a:xfrm>
          <a:custGeom>
            <a:avLst/>
            <a:gdLst/>
            <a:ahLst/>
            <a:rect l="0" t="0" r="r" b="b"/>
            <a:pathLst>
              <a:path w="743" h="54">
                <a:moveTo>
                  <a:pt x="0" y="0"/>
                </a:moveTo>
                <a:lnTo>
                  <a:pt x="743" y="0"/>
                </a:lnTo>
                <a:lnTo>
                  <a:pt x="743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86" name=""/>
          <p:cNvSpPr/>
          <p:nvPr/>
        </p:nvSpPr>
        <p:spPr>
          <a:xfrm>
            <a:off x="8562960" y="4133520"/>
            <a:ext cx="95400" cy="114840"/>
          </a:xfrm>
          <a:custGeom>
            <a:avLst/>
            <a:gdLst/>
            <a:ahLst/>
            <a:rect l="0" t="0" r="r" b="b"/>
            <a:pathLst>
              <a:path w="265" h="319">
                <a:moveTo>
                  <a:pt x="0" y="0"/>
                </a:moveTo>
                <a:lnTo>
                  <a:pt x="0" y="319"/>
                </a:lnTo>
                <a:lnTo>
                  <a:pt x="265" y="16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87" name=""/>
          <p:cNvSpPr/>
          <p:nvPr/>
        </p:nvSpPr>
        <p:spPr>
          <a:xfrm>
            <a:off x="8667720" y="4590720"/>
            <a:ext cx="2743560" cy="457560"/>
          </a:xfrm>
          <a:custGeom>
            <a:avLst/>
            <a:gdLst/>
            <a:ahLst/>
            <a:rect l="0" t="0" r="r" b="b"/>
            <a:pathLst>
              <a:path w="7621" h="1271">
                <a:moveTo>
                  <a:pt x="0" y="1086"/>
                </a:moveTo>
                <a:lnTo>
                  <a:pt x="0" y="186"/>
                </a:lnTo>
                <a:cubicBezTo>
                  <a:pt x="0" y="173"/>
                  <a:pt x="1" y="161"/>
                  <a:pt x="3" y="149"/>
                </a:cubicBezTo>
                <a:cubicBezTo>
                  <a:pt x="6" y="138"/>
                  <a:pt x="9" y="126"/>
                  <a:pt x="14" y="115"/>
                </a:cubicBezTo>
                <a:cubicBezTo>
                  <a:pt x="18" y="104"/>
                  <a:pt x="24" y="93"/>
                  <a:pt x="31" y="83"/>
                </a:cubicBezTo>
                <a:cubicBezTo>
                  <a:pt x="38" y="73"/>
                  <a:pt x="45" y="63"/>
                  <a:pt x="54" y="55"/>
                </a:cubicBezTo>
                <a:cubicBezTo>
                  <a:pt x="62" y="46"/>
                  <a:pt x="72" y="38"/>
                  <a:pt x="82" y="32"/>
                </a:cubicBezTo>
                <a:cubicBezTo>
                  <a:pt x="92" y="25"/>
                  <a:pt x="103" y="19"/>
                  <a:pt x="114" y="15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7435" y="0"/>
                </a:lnTo>
                <a:cubicBezTo>
                  <a:pt x="7448" y="0"/>
                  <a:pt x="7460" y="2"/>
                  <a:pt x="7472" y="4"/>
                </a:cubicBezTo>
                <a:cubicBezTo>
                  <a:pt x="7483" y="6"/>
                  <a:pt x="7495" y="10"/>
                  <a:pt x="7506" y="15"/>
                </a:cubicBezTo>
                <a:cubicBezTo>
                  <a:pt x="7517" y="19"/>
                  <a:pt x="7528" y="25"/>
                  <a:pt x="7538" y="32"/>
                </a:cubicBezTo>
                <a:cubicBezTo>
                  <a:pt x="7548" y="38"/>
                  <a:pt x="7558" y="46"/>
                  <a:pt x="7566" y="55"/>
                </a:cubicBezTo>
                <a:cubicBezTo>
                  <a:pt x="7575" y="63"/>
                  <a:pt x="7583" y="73"/>
                  <a:pt x="7589" y="83"/>
                </a:cubicBezTo>
                <a:cubicBezTo>
                  <a:pt x="7596" y="93"/>
                  <a:pt x="7602" y="104"/>
                  <a:pt x="7606" y="115"/>
                </a:cubicBezTo>
                <a:cubicBezTo>
                  <a:pt x="7611" y="126"/>
                  <a:pt x="7615" y="138"/>
                  <a:pt x="7617" y="149"/>
                </a:cubicBezTo>
                <a:cubicBezTo>
                  <a:pt x="7619" y="161"/>
                  <a:pt x="7621" y="173"/>
                  <a:pt x="7621" y="186"/>
                </a:cubicBezTo>
                <a:lnTo>
                  <a:pt x="7621" y="1086"/>
                </a:lnTo>
                <a:cubicBezTo>
                  <a:pt x="7621" y="1098"/>
                  <a:pt x="7619" y="1110"/>
                  <a:pt x="7617" y="1122"/>
                </a:cubicBezTo>
                <a:cubicBezTo>
                  <a:pt x="7615" y="1134"/>
                  <a:pt x="7611" y="1146"/>
                  <a:pt x="7606" y="1157"/>
                </a:cubicBezTo>
                <a:cubicBezTo>
                  <a:pt x="7602" y="1168"/>
                  <a:pt x="7596" y="1179"/>
                  <a:pt x="7589" y="1189"/>
                </a:cubicBezTo>
                <a:cubicBezTo>
                  <a:pt x="7583" y="1199"/>
                  <a:pt x="7575" y="1209"/>
                  <a:pt x="7566" y="1217"/>
                </a:cubicBezTo>
                <a:cubicBezTo>
                  <a:pt x="7558" y="1226"/>
                  <a:pt x="7548" y="1233"/>
                  <a:pt x="7538" y="1240"/>
                </a:cubicBezTo>
                <a:cubicBezTo>
                  <a:pt x="7528" y="1247"/>
                  <a:pt x="7517" y="1253"/>
                  <a:pt x="7506" y="1257"/>
                </a:cubicBezTo>
                <a:cubicBezTo>
                  <a:pt x="7495" y="1262"/>
                  <a:pt x="7483" y="1265"/>
                  <a:pt x="7472" y="1268"/>
                </a:cubicBezTo>
                <a:cubicBezTo>
                  <a:pt x="7460" y="1270"/>
                  <a:pt x="7448" y="1271"/>
                  <a:pt x="7435" y="1271"/>
                </a:cubicBezTo>
                <a:lnTo>
                  <a:pt x="185" y="1271"/>
                </a:lnTo>
                <a:cubicBezTo>
                  <a:pt x="173" y="1271"/>
                  <a:pt x="161" y="1270"/>
                  <a:pt x="149" y="1268"/>
                </a:cubicBezTo>
                <a:cubicBezTo>
                  <a:pt x="137" y="1265"/>
                  <a:pt x="125" y="1262"/>
                  <a:pt x="114" y="1257"/>
                </a:cubicBezTo>
                <a:cubicBezTo>
                  <a:pt x="103" y="1253"/>
                  <a:pt x="92" y="1247"/>
                  <a:pt x="82" y="1240"/>
                </a:cubicBezTo>
                <a:cubicBezTo>
                  <a:pt x="72" y="1233"/>
                  <a:pt x="62" y="1226"/>
                  <a:pt x="54" y="1217"/>
                </a:cubicBezTo>
                <a:cubicBezTo>
                  <a:pt x="45" y="1209"/>
                  <a:pt x="38" y="1199"/>
                  <a:pt x="31" y="1189"/>
                </a:cubicBezTo>
                <a:cubicBezTo>
                  <a:pt x="24" y="1179"/>
                  <a:pt x="18" y="1168"/>
                  <a:pt x="14" y="1157"/>
                </a:cubicBezTo>
                <a:cubicBezTo>
                  <a:pt x="9" y="1146"/>
                  <a:pt x="6" y="1134"/>
                  <a:pt x="3" y="1122"/>
                </a:cubicBezTo>
                <a:cubicBezTo>
                  <a:pt x="1" y="1110"/>
                  <a:pt x="0" y="1098"/>
                  <a:pt x="0" y="108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8" name=""/>
          <p:cNvSpPr/>
          <p:nvPr/>
        </p:nvSpPr>
        <p:spPr>
          <a:xfrm>
            <a:off x="8667720" y="4590720"/>
            <a:ext cx="2743560" cy="457560"/>
          </a:xfrm>
          <a:custGeom>
            <a:avLst/>
            <a:gdLst/>
            <a:ahLst/>
            <a:rect l="0" t="0" r="r" b="b"/>
            <a:pathLst>
              <a:path w="7621" h="1271">
                <a:moveTo>
                  <a:pt x="0" y="1086"/>
                </a:moveTo>
                <a:lnTo>
                  <a:pt x="0" y="186"/>
                </a:lnTo>
                <a:cubicBezTo>
                  <a:pt x="0" y="173"/>
                  <a:pt x="1" y="161"/>
                  <a:pt x="3" y="149"/>
                </a:cubicBezTo>
                <a:cubicBezTo>
                  <a:pt x="6" y="138"/>
                  <a:pt x="9" y="126"/>
                  <a:pt x="14" y="115"/>
                </a:cubicBezTo>
                <a:cubicBezTo>
                  <a:pt x="18" y="104"/>
                  <a:pt x="24" y="93"/>
                  <a:pt x="31" y="83"/>
                </a:cubicBezTo>
                <a:cubicBezTo>
                  <a:pt x="38" y="73"/>
                  <a:pt x="45" y="63"/>
                  <a:pt x="54" y="55"/>
                </a:cubicBezTo>
                <a:cubicBezTo>
                  <a:pt x="62" y="46"/>
                  <a:pt x="72" y="38"/>
                  <a:pt x="82" y="32"/>
                </a:cubicBezTo>
                <a:cubicBezTo>
                  <a:pt x="92" y="25"/>
                  <a:pt x="103" y="19"/>
                  <a:pt x="114" y="15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7435" y="0"/>
                </a:lnTo>
                <a:cubicBezTo>
                  <a:pt x="7448" y="0"/>
                  <a:pt x="7460" y="2"/>
                  <a:pt x="7472" y="4"/>
                </a:cubicBezTo>
                <a:cubicBezTo>
                  <a:pt x="7483" y="6"/>
                  <a:pt x="7495" y="10"/>
                  <a:pt x="7506" y="15"/>
                </a:cubicBezTo>
                <a:cubicBezTo>
                  <a:pt x="7517" y="19"/>
                  <a:pt x="7528" y="25"/>
                  <a:pt x="7538" y="32"/>
                </a:cubicBezTo>
                <a:cubicBezTo>
                  <a:pt x="7548" y="38"/>
                  <a:pt x="7558" y="46"/>
                  <a:pt x="7566" y="55"/>
                </a:cubicBezTo>
                <a:cubicBezTo>
                  <a:pt x="7575" y="63"/>
                  <a:pt x="7583" y="73"/>
                  <a:pt x="7589" y="83"/>
                </a:cubicBezTo>
                <a:cubicBezTo>
                  <a:pt x="7596" y="93"/>
                  <a:pt x="7602" y="104"/>
                  <a:pt x="7606" y="115"/>
                </a:cubicBezTo>
                <a:cubicBezTo>
                  <a:pt x="7611" y="126"/>
                  <a:pt x="7615" y="138"/>
                  <a:pt x="7617" y="149"/>
                </a:cubicBezTo>
                <a:cubicBezTo>
                  <a:pt x="7619" y="161"/>
                  <a:pt x="7621" y="173"/>
                  <a:pt x="7621" y="186"/>
                </a:cubicBezTo>
                <a:lnTo>
                  <a:pt x="7621" y="1086"/>
                </a:lnTo>
                <a:cubicBezTo>
                  <a:pt x="7621" y="1098"/>
                  <a:pt x="7619" y="1110"/>
                  <a:pt x="7617" y="1122"/>
                </a:cubicBezTo>
                <a:cubicBezTo>
                  <a:pt x="7615" y="1134"/>
                  <a:pt x="7611" y="1146"/>
                  <a:pt x="7606" y="1157"/>
                </a:cubicBezTo>
                <a:cubicBezTo>
                  <a:pt x="7602" y="1168"/>
                  <a:pt x="7596" y="1179"/>
                  <a:pt x="7589" y="1189"/>
                </a:cubicBezTo>
                <a:cubicBezTo>
                  <a:pt x="7583" y="1199"/>
                  <a:pt x="7575" y="1209"/>
                  <a:pt x="7566" y="1217"/>
                </a:cubicBezTo>
                <a:cubicBezTo>
                  <a:pt x="7558" y="1226"/>
                  <a:pt x="7548" y="1233"/>
                  <a:pt x="7538" y="1240"/>
                </a:cubicBezTo>
                <a:cubicBezTo>
                  <a:pt x="7528" y="1247"/>
                  <a:pt x="7517" y="1253"/>
                  <a:pt x="7506" y="1257"/>
                </a:cubicBezTo>
                <a:cubicBezTo>
                  <a:pt x="7495" y="1262"/>
                  <a:pt x="7483" y="1265"/>
                  <a:pt x="7472" y="1268"/>
                </a:cubicBezTo>
                <a:cubicBezTo>
                  <a:pt x="7460" y="1270"/>
                  <a:pt x="7448" y="1271"/>
                  <a:pt x="7435" y="1271"/>
                </a:cubicBezTo>
                <a:lnTo>
                  <a:pt x="185" y="1271"/>
                </a:lnTo>
                <a:cubicBezTo>
                  <a:pt x="173" y="1271"/>
                  <a:pt x="161" y="1270"/>
                  <a:pt x="149" y="1268"/>
                </a:cubicBezTo>
                <a:cubicBezTo>
                  <a:pt x="137" y="1265"/>
                  <a:pt x="125" y="1262"/>
                  <a:pt x="114" y="1257"/>
                </a:cubicBezTo>
                <a:cubicBezTo>
                  <a:pt x="103" y="1253"/>
                  <a:pt x="92" y="1247"/>
                  <a:pt x="82" y="1240"/>
                </a:cubicBezTo>
                <a:cubicBezTo>
                  <a:pt x="72" y="1233"/>
                  <a:pt x="62" y="1226"/>
                  <a:pt x="54" y="1217"/>
                </a:cubicBezTo>
                <a:cubicBezTo>
                  <a:pt x="45" y="1209"/>
                  <a:pt x="38" y="1199"/>
                  <a:pt x="31" y="1189"/>
                </a:cubicBezTo>
                <a:cubicBezTo>
                  <a:pt x="24" y="1179"/>
                  <a:pt x="18" y="1168"/>
                  <a:pt x="14" y="1157"/>
                </a:cubicBezTo>
                <a:cubicBezTo>
                  <a:pt x="9" y="1146"/>
                  <a:pt x="6" y="1134"/>
                  <a:pt x="3" y="1122"/>
                </a:cubicBezTo>
                <a:cubicBezTo>
                  <a:pt x="1" y="1110"/>
                  <a:pt x="0" y="1098"/>
                  <a:pt x="0" y="1086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8810640" y="4046040"/>
            <a:ext cx="23544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運用</a:t>
            </a:r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 </a:t>
            </a:r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3</a:t>
            </a:r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つの場面で実行する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0" name=""/>
          <p:cNvSpPr/>
          <p:nvPr/>
        </p:nvSpPr>
        <p:spPr>
          <a:xfrm>
            <a:off x="8391240" y="4505040"/>
            <a:ext cx="19440" cy="629280"/>
          </a:xfrm>
          <a:custGeom>
            <a:avLst/>
            <a:gdLst/>
            <a:ahLst/>
            <a:rect l="0" t="0" r="r" b="b"/>
            <a:pathLst>
              <a:path w="54" h="1748">
                <a:moveTo>
                  <a:pt x="0" y="0"/>
                </a:moveTo>
                <a:lnTo>
                  <a:pt x="54" y="0"/>
                </a:lnTo>
                <a:lnTo>
                  <a:pt x="54" y="1748"/>
                </a:lnTo>
                <a:lnTo>
                  <a:pt x="0" y="174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91" name=""/>
          <p:cNvSpPr/>
          <p:nvPr/>
        </p:nvSpPr>
        <p:spPr>
          <a:xfrm>
            <a:off x="8391240" y="4809960"/>
            <a:ext cx="267480" cy="19440"/>
          </a:xfrm>
          <a:custGeom>
            <a:avLst/>
            <a:gdLst/>
            <a:ahLst/>
            <a:rect l="0" t="0" r="r" b="b"/>
            <a:pathLst>
              <a:path w="743" h="54">
                <a:moveTo>
                  <a:pt x="0" y="0"/>
                </a:moveTo>
                <a:lnTo>
                  <a:pt x="743" y="0"/>
                </a:lnTo>
                <a:lnTo>
                  <a:pt x="743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92" name=""/>
          <p:cNvSpPr/>
          <p:nvPr/>
        </p:nvSpPr>
        <p:spPr>
          <a:xfrm>
            <a:off x="8562960" y="4762440"/>
            <a:ext cx="95400" cy="114480"/>
          </a:xfrm>
          <a:custGeom>
            <a:avLst/>
            <a:gdLst/>
            <a:ahLst/>
            <a:rect l="0" t="0" r="r" b="b"/>
            <a:pathLst>
              <a:path w="265" h="318">
                <a:moveTo>
                  <a:pt x="0" y="0"/>
                </a:moveTo>
                <a:lnTo>
                  <a:pt x="0" y="318"/>
                </a:lnTo>
                <a:lnTo>
                  <a:pt x="265" y="15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93" name=""/>
          <p:cNvSpPr/>
          <p:nvPr/>
        </p:nvSpPr>
        <p:spPr>
          <a:xfrm>
            <a:off x="8667720" y="5219640"/>
            <a:ext cx="2743560" cy="457560"/>
          </a:xfrm>
          <a:custGeom>
            <a:avLst/>
            <a:gdLst/>
            <a:ahLst/>
            <a:rect l="0" t="0" r="r" b="b"/>
            <a:pathLst>
              <a:path w="7621" h="1271">
                <a:moveTo>
                  <a:pt x="0" y="1085"/>
                </a:moveTo>
                <a:lnTo>
                  <a:pt x="0" y="186"/>
                </a:lnTo>
                <a:cubicBezTo>
                  <a:pt x="0" y="174"/>
                  <a:pt x="1" y="162"/>
                  <a:pt x="3" y="150"/>
                </a:cubicBezTo>
                <a:cubicBezTo>
                  <a:pt x="6" y="138"/>
                  <a:pt x="9" y="126"/>
                  <a:pt x="14" y="115"/>
                </a:cubicBezTo>
                <a:cubicBezTo>
                  <a:pt x="18" y="104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7435" y="0"/>
                </a:lnTo>
                <a:cubicBezTo>
                  <a:pt x="7448" y="0"/>
                  <a:pt x="7460" y="1"/>
                  <a:pt x="7472" y="3"/>
                </a:cubicBezTo>
                <a:cubicBezTo>
                  <a:pt x="7483" y="6"/>
                  <a:pt x="7495" y="9"/>
                  <a:pt x="7506" y="14"/>
                </a:cubicBezTo>
                <a:cubicBezTo>
                  <a:pt x="7517" y="18"/>
                  <a:pt x="7528" y="24"/>
                  <a:pt x="7538" y="31"/>
                </a:cubicBezTo>
                <a:cubicBezTo>
                  <a:pt x="7548" y="38"/>
                  <a:pt x="7558" y="45"/>
                  <a:pt x="7566" y="54"/>
                </a:cubicBezTo>
                <a:cubicBezTo>
                  <a:pt x="7575" y="63"/>
                  <a:pt x="7583" y="72"/>
                  <a:pt x="7589" y="82"/>
                </a:cubicBezTo>
                <a:cubicBezTo>
                  <a:pt x="7596" y="92"/>
                  <a:pt x="7602" y="104"/>
                  <a:pt x="7606" y="115"/>
                </a:cubicBezTo>
                <a:cubicBezTo>
                  <a:pt x="7611" y="126"/>
                  <a:pt x="7615" y="138"/>
                  <a:pt x="7617" y="150"/>
                </a:cubicBezTo>
                <a:cubicBezTo>
                  <a:pt x="7619" y="162"/>
                  <a:pt x="7621" y="174"/>
                  <a:pt x="7621" y="186"/>
                </a:cubicBezTo>
                <a:lnTo>
                  <a:pt x="7621" y="1085"/>
                </a:lnTo>
                <a:cubicBezTo>
                  <a:pt x="7621" y="1098"/>
                  <a:pt x="7619" y="1110"/>
                  <a:pt x="7617" y="1122"/>
                </a:cubicBezTo>
                <a:cubicBezTo>
                  <a:pt x="7615" y="1134"/>
                  <a:pt x="7611" y="1145"/>
                  <a:pt x="7606" y="1156"/>
                </a:cubicBezTo>
                <a:cubicBezTo>
                  <a:pt x="7602" y="1168"/>
                  <a:pt x="7596" y="1178"/>
                  <a:pt x="7589" y="1188"/>
                </a:cubicBezTo>
                <a:cubicBezTo>
                  <a:pt x="7583" y="1198"/>
                  <a:pt x="7575" y="1208"/>
                  <a:pt x="7566" y="1216"/>
                </a:cubicBezTo>
                <a:cubicBezTo>
                  <a:pt x="7558" y="1225"/>
                  <a:pt x="7548" y="1233"/>
                  <a:pt x="7538" y="1239"/>
                </a:cubicBezTo>
                <a:cubicBezTo>
                  <a:pt x="7528" y="1246"/>
                  <a:pt x="7517" y="1252"/>
                  <a:pt x="7506" y="1257"/>
                </a:cubicBezTo>
                <a:cubicBezTo>
                  <a:pt x="7495" y="1261"/>
                  <a:pt x="7483" y="1265"/>
                  <a:pt x="7472" y="1267"/>
                </a:cubicBezTo>
                <a:cubicBezTo>
                  <a:pt x="7460" y="1269"/>
                  <a:pt x="7448" y="1271"/>
                  <a:pt x="7435" y="1271"/>
                </a:cubicBezTo>
                <a:lnTo>
                  <a:pt x="185" y="1271"/>
                </a:lnTo>
                <a:cubicBezTo>
                  <a:pt x="173" y="1271"/>
                  <a:pt x="161" y="1269"/>
                  <a:pt x="149" y="1267"/>
                </a:cubicBezTo>
                <a:cubicBezTo>
                  <a:pt x="137" y="1265"/>
                  <a:pt x="125" y="1261"/>
                  <a:pt x="114" y="1257"/>
                </a:cubicBezTo>
                <a:cubicBezTo>
                  <a:pt x="103" y="1252"/>
                  <a:pt x="92" y="1246"/>
                  <a:pt x="82" y="1239"/>
                </a:cubicBezTo>
                <a:cubicBezTo>
                  <a:pt x="72" y="1233"/>
                  <a:pt x="62" y="1225"/>
                  <a:pt x="54" y="1216"/>
                </a:cubicBezTo>
                <a:cubicBezTo>
                  <a:pt x="45" y="1208"/>
                  <a:pt x="38" y="1198"/>
                  <a:pt x="31" y="1188"/>
                </a:cubicBezTo>
                <a:cubicBezTo>
                  <a:pt x="24" y="1178"/>
                  <a:pt x="18" y="1168"/>
                  <a:pt x="14" y="1156"/>
                </a:cubicBezTo>
                <a:cubicBezTo>
                  <a:pt x="9" y="1145"/>
                  <a:pt x="6" y="1134"/>
                  <a:pt x="3" y="1122"/>
                </a:cubicBezTo>
                <a:cubicBezTo>
                  <a:pt x="1" y="1110"/>
                  <a:pt x="0" y="1098"/>
                  <a:pt x="0" y="108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4" name=""/>
          <p:cNvSpPr/>
          <p:nvPr/>
        </p:nvSpPr>
        <p:spPr>
          <a:xfrm>
            <a:off x="8667720" y="5219640"/>
            <a:ext cx="2743560" cy="457560"/>
          </a:xfrm>
          <a:custGeom>
            <a:avLst/>
            <a:gdLst/>
            <a:ahLst/>
            <a:rect l="0" t="0" r="r" b="b"/>
            <a:pathLst>
              <a:path w="7621" h="1271">
                <a:moveTo>
                  <a:pt x="0" y="1085"/>
                </a:moveTo>
                <a:lnTo>
                  <a:pt x="0" y="186"/>
                </a:lnTo>
                <a:cubicBezTo>
                  <a:pt x="0" y="174"/>
                  <a:pt x="1" y="162"/>
                  <a:pt x="3" y="150"/>
                </a:cubicBezTo>
                <a:cubicBezTo>
                  <a:pt x="6" y="138"/>
                  <a:pt x="9" y="126"/>
                  <a:pt x="14" y="115"/>
                </a:cubicBezTo>
                <a:cubicBezTo>
                  <a:pt x="18" y="104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7435" y="0"/>
                </a:lnTo>
                <a:cubicBezTo>
                  <a:pt x="7448" y="0"/>
                  <a:pt x="7460" y="1"/>
                  <a:pt x="7472" y="3"/>
                </a:cubicBezTo>
                <a:cubicBezTo>
                  <a:pt x="7483" y="6"/>
                  <a:pt x="7495" y="9"/>
                  <a:pt x="7506" y="14"/>
                </a:cubicBezTo>
                <a:cubicBezTo>
                  <a:pt x="7517" y="18"/>
                  <a:pt x="7528" y="24"/>
                  <a:pt x="7538" y="31"/>
                </a:cubicBezTo>
                <a:cubicBezTo>
                  <a:pt x="7548" y="38"/>
                  <a:pt x="7558" y="45"/>
                  <a:pt x="7566" y="54"/>
                </a:cubicBezTo>
                <a:cubicBezTo>
                  <a:pt x="7575" y="63"/>
                  <a:pt x="7583" y="72"/>
                  <a:pt x="7589" y="82"/>
                </a:cubicBezTo>
                <a:cubicBezTo>
                  <a:pt x="7596" y="92"/>
                  <a:pt x="7602" y="104"/>
                  <a:pt x="7606" y="115"/>
                </a:cubicBezTo>
                <a:cubicBezTo>
                  <a:pt x="7611" y="126"/>
                  <a:pt x="7615" y="138"/>
                  <a:pt x="7617" y="150"/>
                </a:cubicBezTo>
                <a:cubicBezTo>
                  <a:pt x="7619" y="162"/>
                  <a:pt x="7621" y="174"/>
                  <a:pt x="7621" y="186"/>
                </a:cubicBezTo>
                <a:lnTo>
                  <a:pt x="7621" y="1085"/>
                </a:lnTo>
                <a:cubicBezTo>
                  <a:pt x="7621" y="1098"/>
                  <a:pt x="7619" y="1110"/>
                  <a:pt x="7617" y="1122"/>
                </a:cubicBezTo>
                <a:cubicBezTo>
                  <a:pt x="7615" y="1134"/>
                  <a:pt x="7611" y="1145"/>
                  <a:pt x="7606" y="1156"/>
                </a:cubicBezTo>
                <a:cubicBezTo>
                  <a:pt x="7602" y="1168"/>
                  <a:pt x="7596" y="1178"/>
                  <a:pt x="7589" y="1188"/>
                </a:cubicBezTo>
                <a:cubicBezTo>
                  <a:pt x="7583" y="1198"/>
                  <a:pt x="7575" y="1208"/>
                  <a:pt x="7566" y="1216"/>
                </a:cubicBezTo>
                <a:cubicBezTo>
                  <a:pt x="7558" y="1225"/>
                  <a:pt x="7548" y="1233"/>
                  <a:pt x="7538" y="1239"/>
                </a:cubicBezTo>
                <a:cubicBezTo>
                  <a:pt x="7528" y="1246"/>
                  <a:pt x="7517" y="1252"/>
                  <a:pt x="7506" y="1257"/>
                </a:cubicBezTo>
                <a:cubicBezTo>
                  <a:pt x="7495" y="1261"/>
                  <a:pt x="7483" y="1265"/>
                  <a:pt x="7472" y="1267"/>
                </a:cubicBezTo>
                <a:cubicBezTo>
                  <a:pt x="7460" y="1269"/>
                  <a:pt x="7448" y="1271"/>
                  <a:pt x="7435" y="1271"/>
                </a:cubicBezTo>
                <a:lnTo>
                  <a:pt x="185" y="1271"/>
                </a:lnTo>
                <a:cubicBezTo>
                  <a:pt x="173" y="1271"/>
                  <a:pt x="161" y="1269"/>
                  <a:pt x="149" y="1267"/>
                </a:cubicBezTo>
                <a:cubicBezTo>
                  <a:pt x="137" y="1265"/>
                  <a:pt x="125" y="1261"/>
                  <a:pt x="114" y="1257"/>
                </a:cubicBezTo>
                <a:cubicBezTo>
                  <a:pt x="103" y="1252"/>
                  <a:pt x="92" y="1246"/>
                  <a:pt x="82" y="1239"/>
                </a:cubicBezTo>
                <a:cubicBezTo>
                  <a:pt x="72" y="1233"/>
                  <a:pt x="62" y="1225"/>
                  <a:pt x="54" y="1216"/>
                </a:cubicBezTo>
                <a:cubicBezTo>
                  <a:pt x="45" y="1208"/>
                  <a:pt x="38" y="1198"/>
                  <a:pt x="31" y="1188"/>
                </a:cubicBezTo>
                <a:cubicBezTo>
                  <a:pt x="24" y="1178"/>
                  <a:pt x="18" y="1168"/>
                  <a:pt x="14" y="1156"/>
                </a:cubicBezTo>
                <a:cubicBezTo>
                  <a:pt x="9" y="1145"/>
                  <a:pt x="6" y="1134"/>
                  <a:pt x="3" y="1122"/>
                </a:cubicBezTo>
                <a:cubicBezTo>
                  <a:pt x="1" y="1110"/>
                  <a:pt x="0" y="1098"/>
                  <a:pt x="0" y="1085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8810640" y="4674960"/>
            <a:ext cx="23292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評価</a:t>
            </a:r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 記録と監査で確かめる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6" name=""/>
          <p:cNvSpPr/>
          <p:nvPr/>
        </p:nvSpPr>
        <p:spPr>
          <a:xfrm>
            <a:off x="8391240" y="5133960"/>
            <a:ext cx="19440" cy="314640"/>
          </a:xfrm>
          <a:custGeom>
            <a:avLst/>
            <a:gdLst/>
            <a:ahLst/>
            <a:rect l="0" t="0" r="r" b="b"/>
            <a:pathLst>
              <a:path w="54" h="874">
                <a:moveTo>
                  <a:pt x="0" y="0"/>
                </a:moveTo>
                <a:lnTo>
                  <a:pt x="54" y="0"/>
                </a:lnTo>
                <a:lnTo>
                  <a:pt x="54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97" name=""/>
          <p:cNvSpPr/>
          <p:nvPr/>
        </p:nvSpPr>
        <p:spPr>
          <a:xfrm>
            <a:off x="8391240" y="5438520"/>
            <a:ext cx="267480" cy="19440"/>
          </a:xfrm>
          <a:custGeom>
            <a:avLst/>
            <a:gdLst/>
            <a:ahLst/>
            <a:rect l="0" t="0" r="r" b="b"/>
            <a:pathLst>
              <a:path w="743" h="54">
                <a:moveTo>
                  <a:pt x="0" y="0"/>
                </a:moveTo>
                <a:lnTo>
                  <a:pt x="743" y="0"/>
                </a:lnTo>
                <a:lnTo>
                  <a:pt x="743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98" name=""/>
          <p:cNvSpPr/>
          <p:nvPr/>
        </p:nvSpPr>
        <p:spPr>
          <a:xfrm>
            <a:off x="8562960" y="5391000"/>
            <a:ext cx="95400" cy="114480"/>
          </a:xfrm>
          <a:custGeom>
            <a:avLst/>
            <a:gdLst/>
            <a:ahLst/>
            <a:rect l="0" t="0" r="r" b="b"/>
            <a:pathLst>
              <a:path w="265" h="318">
                <a:moveTo>
                  <a:pt x="0" y="0"/>
                </a:moveTo>
                <a:lnTo>
                  <a:pt x="0" y="318"/>
                </a:lnTo>
                <a:lnTo>
                  <a:pt x="265" y="16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8810640" y="5303520"/>
            <a:ext cx="21387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改善</a:t>
            </a:r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 見直して計画に戻す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11497680" y="6442920"/>
            <a:ext cx="1519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2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4" name=""/>
          <p:cNvSpPr/>
          <p:nvPr/>
        </p:nvSpPr>
        <p:spPr>
          <a:xfrm>
            <a:off x="609480" y="971280"/>
            <a:ext cx="10973160" cy="38520"/>
          </a:xfrm>
          <a:custGeom>
            <a:avLst/>
            <a:gdLst/>
            <a:ahLst/>
            <a:rect l="0" t="0" r="r" b="b"/>
            <a:pathLst>
              <a:path w="30481" h="107">
                <a:moveTo>
                  <a:pt x="0" y="0"/>
                </a:moveTo>
                <a:lnTo>
                  <a:pt x="30481" y="0"/>
                </a:lnTo>
                <a:lnTo>
                  <a:pt x="3048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609480" y="392760"/>
            <a:ext cx="1029600" cy="497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27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まとめ</a:t>
            </a:r>
            <a:endParaRPr b="0" lang="ja-JP" sz="27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6" name=""/>
          <p:cNvSpPr/>
          <p:nvPr/>
        </p:nvSpPr>
        <p:spPr>
          <a:xfrm>
            <a:off x="609480" y="1599840"/>
            <a:ext cx="10973160" cy="4800960"/>
          </a:xfrm>
          <a:custGeom>
            <a:avLst/>
            <a:gdLst/>
            <a:ahLst/>
            <a:rect l="0" t="0" r="r" b="b"/>
            <a:pathLst>
              <a:path w="30481" h="13336">
                <a:moveTo>
                  <a:pt x="0" y="13125"/>
                </a:moveTo>
                <a:lnTo>
                  <a:pt x="0" y="212"/>
                </a:lnTo>
                <a:cubicBezTo>
                  <a:pt x="0" y="198"/>
                  <a:pt x="1" y="185"/>
                  <a:pt x="4" y="171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1" y="118"/>
                  <a:pt x="28" y="106"/>
                  <a:pt x="36" y="95"/>
                </a:cubicBezTo>
                <a:cubicBezTo>
                  <a:pt x="43" y="83"/>
                  <a:pt x="52" y="72"/>
                  <a:pt x="62" y="62"/>
                </a:cubicBezTo>
                <a:cubicBezTo>
                  <a:pt x="72" y="53"/>
                  <a:pt x="82" y="44"/>
                  <a:pt x="94" y="36"/>
                </a:cubicBezTo>
                <a:cubicBezTo>
                  <a:pt x="105" y="28"/>
                  <a:pt x="118" y="22"/>
                  <a:pt x="130" y="17"/>
                </a:cubicBezTo>
                <a:cubicBezTo>
                  <a:pt x="143" y="11"/>
                  <a:pt x="157" y="7"/>
                  <a:pt x="170" y="5"/>
                </a:cubicBezTo>
                <a:cubicBezTo>
                  <a:pt x="184" y="2"/>
                  <a:pt x="198" y="0"/>
                  <a:pt x="211" y="0"/>
                </a:cubicBezTo>
                <a:lnTo>
                  <a:pt x="30269" y="0"/>
                </a:lnTo>
                <a:cubicBezTo>
                  <a:pt x="30283" y="0"/>
                  <a:pt x="30297" y="2"/>
                  <a:pt x="30310" y="5"/>
                </a:cubicBezTo>
                <a:cubicBezTo>
                  <a:pt x="30324" y="7"/>
                  <a:pt x="30337" y="11"/>
                  <a:pt x="30350" y="17"/>
                </a:cubicBezTo>
                <a:cubicBezTo>
                  <a:pt x="30363" y="22"/>
                  <a:pt x="30375" y="28"/>
                  <a:pt x="30387" y="36"/>
                </a:cubicBezTo>
                <a:cubicBezTo>
                  <a:pt x="30398" y="44"/>
                  <a:pt x="30409" y="53"/>
                  <a:pt x="30419" y="62"/>
                </a:cubicBezTo>
                <a:cubicBezTo>
                  <a:pt x="30429" y="72"/>
                  <a:pt x="30437" y="83"/>
                  <a:pt x="30445" y="95"/>
                </a:cubicBezTo>
                <a:cubicBezTo>
                  <a:pt x="30453" y="106"/>
                  <a:pt x="30459" y="118"/>
                  <a:pt x="30465" y="131"/>
                </a:cubicBezTo>
                <a:cubicBezTo>
                  <a:pt x="30470" y="144"/>
                  <a:pt x="30474" y="157"/>
                  <a:pt x="30477" y="171"/>
                </a:cubicBezTo>
                <a:cubicBezTo>
                  <a:pt x="30479" y="185"/>
                  <a:pt x="30481" y="198"/>
                  <a:pt x="30481" y="212"/>
                </a:cubicBezTo>
                <a:lnTo>
                  <a:pt x="30481" y="13125"/>
                </a:lnTo>
                <a:cubicBezTo>
                  <a:pt x="30481" y="13139"/>
                  <a:pt x="30479" y="13152"/>
                  <a:pt x="30477" y="13166"/>
                </a:cubicBezTo>
                <a:cubicBezTo>
                  <a:pt x="30474" y="13180"/>
                  <a:pt x="30470" y="13193"/>
                  <a:pt x="30465" y="13206"/>
                </a:cubicBezTo>
                <a:cubicBezTo>
                  <a:pt x="30459" y="13219"/>
                  <a:pt x="30453" y="13231"/>
                  <a:pt x="30445" y="13242"/>
                </a:cubicBezTo>
                <a:cubicBezTo>
                  <a:pt x="30437" y="13254"/>
                  <a:pt x="30429" y="13265"/>
                  <a:pt x="30419" y="13275"/>
                </a:cubicBezTo>
                <a:cubicBezTo>
                  <a:pt x="30409" y="13284"/>
                  <a:pt x="30398" y="13293"/>
                  <a:pt x="30387" y="13301"/>
                </a:cubicBezTo>
                <a:cubicBezTo>
                  <a:pt x="30375" y="13309"/>
                  <a:pt x="30363" y="13315"/>
                  <a:pt x="30350" y="13320"/>
                </a:cubicBezTo>
                <a:cubicBezTo>
                  <a:pt x="30337" y="13326"/>
                  <a:pt x="30324" y="13330"/>
                  <a:pt x="30310" y="13332"/>
                </a:cubicBezTo>
                <a:cubicBezTo>
                  <a:pt x="30297" y="13335"/>
                  <a:pt x="30283" y="13336"/>
                  <a:pt x="30269" y="13336"/>
                </a:cubicBezTo>
                <a:lnTo>
                  <a:pt x="211" y="13336"/>
                </a:lnTo>
                <a:cubicBezTo>
                  <a:pt x="198" y="13336"/>
                  <a:pt x="184" y="13335"/>
                  <a:pt x="170" y="13332"/>
                </a:cubicBezTo>
                <a:cubicBezTo>
                  <a:pt x="157" y="13330"/>
                  <a:pt x="143" y="13326"/>
                  <a:pt x="130" y="13320"/>
                </a:cubicBezTo>
                <a:cubicBezTo>
                  <a:pt x="118" y="13315"/>
                  <a:pt x="105" y="13309"/>
                  <a:pt x="94" y="13301"/>
                </a:cubicBezTo>
                <a:cubicBezTo>
                  <a:pt x="82" y="13293"/>
                  <a:pt x="72" y="13284"/>
                  <a:pt x="62" y="13275"/>
                </a:cubicBezTo>
                <a:cubicBezTo>
                  <a:pt x="52" y="13265"/>
                  <a:pt x="43" y="13254"/>
                  <a:pt x="36" y="13242"/>
                </a:cubicBezTo>
                <a:cubicBezTo>
                  <a:pt x="28" y="13231"/>
                  <a:pt x="21" y="13219"/>
                  <a:pt x="16" y="13206"/>
                </a:cubicBezTo>
                <a:cubicBezTo>
                  <a:pt x="11" y="13193"/>
                  <a:pt x="7" y="13180"/>
                  <a:pt x="4" y="13166"/>
                </a:cubicBezTo>
                <a:cubicBezTo>
                  <a:pt x="1" y="13152"/>
                  <a:pt x="0" y="13139"/>
                  <a:pt x="0" y="13125"/>
                </a:cubicBezTo>
                <a:close/>
              </a:path>
            </a:pathLst>
          </a:custGeom>
          <a:solidFill>
            <a:srgbClr val="e8f1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7" name=""/>
          <p:cNvSpPr/>
          <p:nvPr/>
        </p:nvSpPr>
        <p:spPr>
          <a:xfrm>
            <a:off x="1809720" y="1733400"/>
            <a:ext cx="1219320" cy="648000"/>
          </a:xfrm>
          <a:custGeom>
            <a:avLst/>
            <a:gdLst/>
            <a:ahLst/>
            <a:rect l="0" t="0" r="r" b="b"/>
            <a:pathLst>
              <a:path w="3387" h="1800">
                <a:moveTo>
                  <a:pt x="0" y="1615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5" y="54"/>
                </a:cubicBezTo>
                <a:cubicBezTo>
                  <a:pt x="63" y="46"/>
                  <a:pt x="73" y="38"/>
                  <a:pt x="83" y="31"/>
                </a:cubicBezTo>
                <a:cubicBezTo>
                  <a:pt x="93" y="24"/>
                  <a:pt x="104" y="19"/>
                  <a:pt x="115" y="14"/>
                </a:cubicBezTo>
                <a:cubicBezTo>
                  <a:pt x="126" y="9"/>
                  <a:pt x="138" y="6"/>
                  <a:pt x="150" y="3"/>
                </a:cubicBezTo>
                <a:cubicBezTo>
                  <a:pt x="162" y="1"/>
                  <a:pt x="174" y="0"/>
                  <a:pt x="186" y="0"/>
                </a:cubicBezTo>
                <a:lnTo>
                  <a:pt x="3202" y="0"/>
                </a:lnTo>
                <a:cubicBezTo>
                  <a:pt x="3214" y="0"/>
                  <a:pt x="3226" y="1"/>
                  <a:pt x="3238" y="3"/>
                </a:cubicBezTo>
                <a:cubicBezTo>
                  <a:pt x="3250" y="6"/>
                  <a:pt x="3262" y="9"/>
                  <a:pt x="3273" y="14"/>
                </a:cubicBezTo>
                <a:cubicBezTo>
                  <a:pt x="3284" y="19"/>
                  <a:pt x="3295" y="24"/>
                  <a:pt x="3305" y="31"/>
                </a:cubicBezTo>
                <a:cubicBezTo>
                  <a:pt x="3315" y="38"/>
                  <a:pt x="3324" y="46"/>
                  <a:pt x="3333" y="54"/>
                </a:cubicBezTo>
                <a:cubicBezTo>
                  <a:pt x="3342" y="63"/>
                  <a:pt x="3349" y="72"/>
                  <a:pt x="3356" y="82"/>
                </a:cubicBezTo>
                <a:cubicBezTo>
                  <a:pt x="3363" y="92"/>
                  <a:pt x="3368" y="103"/>
                  <a:pt x="3373" y="114"/>
                </a:cubicBezTo>
                <a:cubicBezTo>
                  <a:pt x="3378" y="125"/>
                  <a:pt x="3381" y="137"/>
                  <a:pt x="3384" y="149"/>
                </a:cubicBezTo>
                <a:cubicBezTo>
                  <a:pt x="3386" y="161"/>
                  <a:pt x="3387" y="173"/>
                  <a:pt x="3387" y="185"/>
                </a:cubicBezTo>
                <a:lnTo>
                  <a:pt x="3387" y="1615"/>
                </a:lnTo>
                <a:cubicBezTo>
                  <a:pt x="3387" y="1627"/>
                  <a:pt x="3386" y="1639"/>
                  <a:pt x="3384" y="1651"/>
                </a:cubicBezTo>
                <a:cubicBezTo>
                  <a:pt x="3381" y="1663"/>
                  <a:pt x="3378" y="1675"/>
                  <a:pt x="3373" y="1686"/>
                </a:cubicBezTo>
                <a:cubicBezTo>
                  <a:pt x="3368" y="1697"/>
                  <a:pt x="3363" y="1708"/>
                  <a:pt x="3356" y="1718"/>
                </a:cubicBezTo>
                <a:cubicBezTo>
                  <a:pt x="3349" y="1728"/>
                  <a:pt x="3342" y="1737"/>
                  <a:pt x="3333" y="1746"/>
                </a:cubicBezTo>
                <a:cubicBezTo>
                  <a:pt x="3324" y="1754"/>
                  <a:pt x="3315" y="1762"/>
                  <a:pt x="3305" y="1769"/>
                </a:cubicBezTo>
                <a:cubicBezTo>
                  <a:pt x="3295" y="1776"/>
                  <a:pt x="3284" y="1781"/>
                  <a:pt x="3273" y="1786"/>
                </a:cubicBezTo>
                <a:cubicBezTo>
                  <a:pt x="3262" y="1791"/>
                  <a:pt x="3250" y="1794"/>
                  <a:pt x="3238" y="1797"/>
                </a:cubicBezTo>
                <a:cubicBezTo>
                  <a:pt x="3226" y="1799"/>
                  <a:pt x="3214" y="1800"/>
                  <a:pt x="3202" y="1800"/>
                </a:cubicBezTo>
                <a:lnTo>
                  <a:pt x="186" y="1800"/>
                </a:lnTo>
                <a:cubicBezTo>
                  <a:pt x="174" y="1800"/>
                  <a:pt x="162" y="1799"/>
                  <a:pt x="150" y="1797"/>
                </a:cubicBezTo>
                <a:cubicBezTo>
                  <a:pt x="138" y="1794"/>
                  <a:pt x="126" y="1791"/>
                  <a:pt x="115" y="1786"/>
                </a:cubicBezTo>
                <a:cubicBezTo>
                  <a:pt x="104" y="1781"/>
                  <a:pt x="93" y="1776"/>
                  <a:pt x="83" y="1769"/>
                </a:cubicBezTo>
                <a:cubicBezTo>
                  <a:pt x="73" y="1762"/>
                  <a:pt x="63" y="1754"/>
                  <a:pt x="55" y="1746"/>
                </a:cubicBezTo>
                <a:cubicBezTo>
                  <a:pt x="45" y="1737"/>
                  <a:pt x="38" y="1728"/>
                  <a:pt x="31" y="1718"/>
                </a:cubicBezTo>
                <a:cubicBezTo>
                  <a:pt x="24" y="1708"/>
                  <a:pt x="18" y="1697"/>
                  <a:pt x="14" y="1686"/>
                </a:cubicBezTo>
                <a:cubicBezTo>
                  <a:pt x="9" y="1675"/>
                  <a:pt x="6" y="1663"/>
                  <a:pt x="3" y="1651"/>
                </a:cubicBezTo>
                <a:cubicBezTo>
                  <a:pt x="1" y="1639"/>
                  <a:pt x="0" y="1627"/>
                  <a:pt x="0" y="161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8" name=""/>
          <p:cNvSpPr/>
          <p:nvPr/>
        </p:nvSpPr>
        <p:spPr>
          <a:xfrm>
            <a:off x="1809720" y="1733400"/>
            <a:ext cx="1219320" cy="648000"/>
          </a:xfrm>
          <a:custGeom>
            <a:avLst/>
            <a:gdLst/>
            <a:ahLst/>
            <a:rect l="0" t="0" r="r" b="b"/>
            <a:pathLst>
              <a:path w="3387" h="1800">
                <a:moveTo>
                  <a:pt x="0" y="1615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5" y="54"/>
                </a:cubicBezTo>
                <a:cubicBezTo>
                  <a:pt x="63" y="46"/>
                  <a:pt x="73" y="38"/>
                  <a:pt x="83" y="31"/>
                </a:cubicBezTo>
                <a:cubicBezTo>
                  <a:pt x="93" y="24"/>
                  <a:pt x="104" y="19"/>
                  <a:pt x="115" y="14"/>
                </a:cubicBezTo>
                <a:cubicBezTo>
                  <a:pt x="126" y="9"/>
                  <a:pt x="138" y="6"/>
                  <a:pt x="150" y="3"/>
                </a:cubicBezTo>
                <a:cubicBezTo>
                  <a:pt x="162" y="1"/>
                  <a:pt x="174" y="0"/>
                  <a:pt x="186" y="0"/>
                </a:cubicBezTo>
                <a:lnTo>
                  <a:pt x="3202" y="0"/>
                </a:lnTo>
                <a:cubicBezTo>
                  <a:pt x="3214" y="0"/>
                  <a:pt x="3226" y="1"/>
                  <a:pt x="3238" y="3"/>
                </a:cubicBezTo>
                <a:cubicBezTo>
                  <a:pt x="3250" y="6"/>
                  <a:pt x="3262" y="9"/>
                  <a:pt x="3273" y="14"/>
                </a:cubicBezTo>
                <a:cubicBezTo>
                  <a:pt x="3284" y="19"/>
                  <a:pt x="3295" y="24"/>
                  <a:pt x="3305" y="31"/>
                </a:cubicBezTo>
                <a:cubicBezTo>
                  <a:pt x="3315" y="38"/>
                  <a:pt x="3324" y="46"/>
                  <a:pt x="3333" y="54"/>
                </a:cubicBezTo>
                <a:cubicBezTo>
                  <a:pt x="3342" y="63"/>
                  <a:pt x="3349" y="72"/>
                  <a:pt x="3356" y="82"/>
                </a:cubicBezTo>
                <a:cubicBezTo>
                  <a:pt x="3363" y="92"/>
                  <a:pt x="3368" y="103"/>
                  <a:pt x="3373" y="114"/>
                </a:cubicBezTo>
                <a:cubicBezTo>
                  <a:pt x="3378" y="125"/>
                  <a:pt x="3381" y="137"/>
                  <a:pt x="3384" y="149"/>
                </a:cubicBezTo>
                <a:cubicBezTo>
                  <a:pt x="3386" y="161"/>
                  <a:pt x="3387" y="173"/>
                  <a:pt x="3387" y="185"/>
                </a:cubicBezTo>
                <a:lnTo>
                  <a:pt x="3387" y="1615"/>
                </a:lnTo>
                <a:cubicBezTo>
                  <a:pt x="3387" y="1627"/>
                  <a:pt x="3386" y="1639"/>
                  <a:pt x="3384" y="1651"/>
                </a:cubicBezTo>
                <a:cubicBezTo>
                  <a:pt x="3381" y="1663"/>
                  <a:pt x="3378" y="1675"/>
                  <a:pt x="3373" y="1686"/>
                </a:cubicBezTo>
                <a:cubicBezTo>
                  <a:pt x="3368" y="1697"/>
                  <a:pt x="3363" y="1708"/>
                  <a:pt x="3356" y="1718"/>
                </a:cubicBezTo>
                <a:cubicBezTo>
                  <a:pt x="3349" y="1728"/>
                  <a:pt x="3342" y="1737"/>
                  <a:pt x="3333" y="1746"/>
                </a:cubicBezTo>
                <a:cubicBezTo>
                  <a:pt x="3324" y="1754"/>
                  <a:pt x="3315" y="1762"/>
                  <a:pt x="3305" y="1769"/>
                </a:cubicBezTo>
                <a:cubicBezTo>
                  <a:pt x="3295" y="1776"/>
                  <a:pt x="3284" y="1781"/>
                  <a:pt x="3273" y="1786"/>
                </a:cubicBezTo>
                <a:cubicBezTo>
                  <a:pt x="3262" y="1791"/>
                  <a:pt x="3250" y="1794"/>
                  <a:pt x="3238" y="1797"/>
                </a:cubicBezTo>
                <a:cubicBezTo>
                  <a:pt x="3226" y="1799"/>
                  <a:pt x="3214" y="1800"/>
                  <a:pt x="3202" y="1800"/>
                </a:cubicBezTo>
                <a:lnTo>
                  <a:pt x="186" y="1800"/>
                </a:lnTo>
                <a:cubicBezTo>
                  <a:pt x="174" y="1800"/>
                  <a:pt x="162" y="1799"/>
                  <a:pt x="150" y="1797"/>
                </a:cubicBezTo>
                <a:cubicBezTo>
                  <a:pt x="138" y="1794"/>
                  <a:pt x="126" y="1791"/>
                  <a:pt x="115" y="1786"/>
                </a:cubicBezTo>
                <a:cubicBezTo>
                  <a:pt x="104" y="1781"/>
                  <a:pt x="93" y="1776"/>
                  <a:pt x="83" y="1769"/>
                </a:cubicBezTo>
                <a:cubicBezTo>
                  <a:pt x="73" y="1762"/>
                  <a:pt x="63" y="1754"/>
                  <a:pt x="55" y="1746"/>
                </a:cubicBezTo>
                <a:cubicBezTo>
                  <a:pt x="45" y="1737"/>
                  <a:pt x="38" y="1728"/>
                  <a:pt x="31" y="1718"/>
                </a:cubicBezTo>
                <a:cubicBezTo>
                  <a:pt x="24" y="1708"/>
                  <a:pt x="18" y="1697"/>
                  <a:pt x="14" y="1686"/>
                </a:cubicBezTo>
                <a:cubicBezTo>
                  <a:pt x="9" y="1675"/>
                  <a:pt x="6" y="1663"/>
                  <a:pt x="3" y="1651"/>
                </a:cubicBezTo>
                <a:cubicBezTo>
                  <a:pt x="1" y="1639"/>
                  <a:pt x="0" y="1627"/>
                  <a:pt x="0" y="1615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9" name=""/>
          <p:cNvSpPr/>
          <p:nvPr/>
        </p:nvSpPr>
        <p:spPr>
          <a:xfrm>
            <a:off x="1990440" y="1942920"/>
            <a:ext cx="228960" cy="229320"/>
          </a:xfrm>
          <a:custGeom>
            <a:avLst/>
            <a:gdLst/>
            <a:ahLst/>
            <a:rect l="0" t="0" r="r" b="b"/>
            <a:pathLst>
              <a:path w="636" h="637">
                <a:moveTo>
                  <a:pt x="434" y="637"/>
                </a:moveTo>
                <a:lnTo>
                  <a:pt x="202" y="555"/>
                </a:lnTo>
                <a:lnTo>
                  <a:pt x="44" y="618"/>
                </a:lnTo>
                <a:cubicBezTo>
                  <a:pt x="34" y="623"/>
                  <a:pt x="25" y="623"/>
                  <a:pt x="15" y="617"/>
                </a:cubicBezTo>
                <a:cubicBezTo>
                  <a:pt x="5" y="611"/>
                  <a:pt x="0" y="602"/>
                  <a:pt x="0" y="590"/>
                </a:cubicBezTo>
                <a:lnTo>
                  <a:pt x="0" y="96"/>
                </a:lnTo>
                <a:cubicBezTo>
                  <a:pt x="0" y="88"/>
                  <a:pt x="2" y="82"/>
                  <a:pt x="7" y="76"/>
                </a:cubicBezTo>
                <a:cubicBezTo>
                  <a:pt x="11" y="70"/>
                  <a:pt x="17" y="66"/>
                  <a:pt x="24" y="63"/>
                </a:cubicBezTo>
                <a:lnTo>
                  <a:pt x="202" y="0"/>
                </a:lnTo>
                <a:lnTo>
                  <a:pt x="434" y="81"/>
                </a:lnTo>
                <a:lnTo>
                  <a:pt x="592" y="19"/>
                </a:lnTo>
                <a:cubicBezTo>
                  <a:pt x="602" y="14"/>
                  <a:pt x="612" y="14"/>
                  <a:pt x="622" y="20"/>
                </a:cubicBezTo>
                <a:cubicBezTo>
                  <a:pt x="631" y="25"/>
                  <a:pt x="636" y="34"/>
                  <a:pt x="636" y="46"/>
                </a:cubicBezTo>
                <a:lnTo>
                  <a:pt x="636" y="546"/>
                </a:lnTo>
                <a:cubicBezTo>
                  <a:pt x="636" y="553"/>
                  <a:pt x="634" y="558"/>
                  <a:pt x="630" y="563"/>
                </a:cubicBezTo>
                <a:cubicBezTo>
                  <a:pt x="625" y="568"/>
                  <a:pt x="620" y="571"/>
                  <a:pt x="613" y="573"/>
                </a:cubicBezTo>
                <a:lnTo>
                  <a:pt x="434" y="637"/>
                </a:lnTo>
                <a:moveTo>
                  <a:pt x="404" y="571"/>
                </a:moveTo>
                <a:lnTo>
                  <a:pt x="404" y="123"/>
                </a:lnTo>
                <a:lnTo>
                  <a:pt x="231" y="65"/>
                </a:lnTo>
                <a:lnTo>
                  <a:pt x="231" y="513"/>
                </a:lnTo>
                <a:lnTo>
                  <a:pt x="404" y="571"/>
                </a:lnTo>
                <a:moveTo>
                  <a:pt x="457" y="571"/>
                </a:moveTo>
                <a:lnTo>
                  <a:pt x="583" y="529"/>
                </a:lnTo>
                <a:lnTo>
                  <a:pt x="583" y="76"/>
                </a:lnTo>
                <a:lnTo>
                  <a:pt x="457" y="123"/>
                </a:lnTo>
                <a:lnTo>
                  <a:pt x="457" y="571"/>
                </a:lnTo>
                <a:moveTo>
                  <a:pt x="53" y="560"/>
                </a:moveTo>
                <a:lnTo>
                  <a:pt x="178" y="513"/>
                </a:lnTo>
                <a:lnTo>
                  <a:pt x="178" y="65"/>
                </a:lnTo>
                <a:lnTo>
                  <a:pt x="53" y="107"/>
                </a:lnTo>
                <a:lnTo>
                  <a:pt x="53" y="560"/>
                </a:lnTo>
                <a:moveTo>
                  <a:pt x="457" y="123"/>
                </a:moveTo>
                <a:lnTo>
                  <a:pt x="457" y="571"/>
                </a:lnTo>
                <a:lnTo>
                  <a:pt x="457" y="123"/>
                </a:lnTo>
                <a:moveTo>
                  <a:pt x="178" y="65"/>
                </a:moveTo>
                <a:lnTo>
                  <a:pt x="178" y="513"/>
                </a:lnTo>
                <a:lnTo>
                  <a:pt x="178" y="65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609480" y="1090800"/>
            <a:ext cx="843480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Dev Container</a:t>
            </a:r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は、</a:t>
            </a:r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3</a:t>
            </a:r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つの承認を得て</a:t>
            </a:r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ISMS</a:t>
            </a:r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の</a:t>
            </a:r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4</a:t>
            </a:r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つの段階で運用する</a:t>
            </a:r>
            <a:endParaRPr b="0" lang="ja-JP" sz="21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2332800" y="1912680"/>
            <a:ext cx="3816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全体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2" name=""/>
          <p:cNvSpPr/>
          <p:nvPr/>
        </p:nvSpPr>
        <p:spPr>
          <a:xfrm>
            <a:off x="3404880" y="2109600"/>
            <a:ext cx="1800720" cy="276480"/>
          </a:xfrm>
          <a:custGeom>
            <a:avLst/>
            <a:gdLst/>
            <a:ahLst/>
            <a:rect l="0" t="0" r="r" b="b"/>
            <a:pathLst>
              <a:path w="5002" h="768">
                <a:moveTo>
                  <a:pt x="0" y="384"/>
                </a:moveTo>
                <a:cubicBezTo>
                  <a:pt x="0" y="358"/>
                  <a:pt x="3" y="334"/>
                  <a:pt x="8" y="309"/>
                </a:cubicBezTo>
                <a:cubicBezTo>
                  <a:pt x="13" y="284"/>
                  <a:pt x="20" y="260"/>
                  <a:pt x="30" y="237"/>
                </a:cubicBezTo>
                <a:cubicBezTo>
                  <a:pt x="39" y="214"/>
                  <a:pt x="51" y="191"/>
                  <a:pt x="65" y="171"/>
                </a:cubicBezTo>
                <a:cubicBezTo>
                  <a:pt x="79" y="150"/>
                  <a:pt x="95" y="130"/>
                  <a:pt x="113" y="112"/>
                </a:cubicBezTo>
                <a:cubicBezTo>
                  <a:pt x="131" y="95"/>
                  <a:pt x="150" y="79"/>
                  <a:pt x="171" y="65"/>
                </a:cubicBezTo>
                <a:cubicBezTo>
                  <a:pt x="192" y="51"/>
                  <a:pt x="214" y="39"/>
                  <a:pt x="237" y="29"/>
                </a:cubicBezTo>
                <a:cubicBezTo>
                  <a:pt x="260" y="20"/>
                  <a:pt x="284" y="12"/>
                  <a:pt x="309" y="7"/>
                </a:cubicBezTo>
                <a:cubicBezTo>
                  <a:pt x="334" y="2"/>
                  <a:pt x="359" y="0"/>
                  <a:pt x="384" y="0"/>
                </a:cubicBezTo>
                <a:lnTo>
                  <a:pt x="4618" y="0"/>
                </a:lnTo>
                <a:cubicBezTo>
                  <a:pt x="4644" y="0"/>
                  <a:pt x="4668" y="2"/>
                  <a:pt x="4693" y="7"/>
                </a:cubicBezTo>
                <a:cubicBezTo>
                  <a:pt x="4718" y="12"/>
                  <a:pt x="4742" y="20"/>
                  <a:pt x="4765" y="29"/>
                </a:cubicBezTo>
                <a:cubicBezTo>
                  <a:pt x="4788" y="39"/>
                  <a:pt x="4811" y="51"/>
                  <a:pt x="4831" y="65"/>
                </a:cubicBezTo>
                <a:cubicBezTo>
                  <a:pt x="4852" y="79"/>
                  <a:pt x="4872" y="95"/>
                  <a:pt x="4890" y="112"/>
                </a:cubicBezTo>
                <a:cubicBezTo>
                  <a:pt x="4907" y="130"/>
                  <a:pt x="4923" y="150"/>
                  <a:pt x="4937" y="171"/>
                </a:cubicBezTo>
                <a:cubicBezTo>
                  <a:pt x="4951" y="191"/>
                  <a:pt x="4963" y="214"/>
                  <a:pt x="4973" y="237"/>
                </a:cubicBezTo>
                <a:cubicBezTo>
                  <a:pt x="4982" y="260"/>
                  <a:pt x="4990" y="284"/>
                  <a:pt x="4995" y="309"/>
                </a:cubicBezTo>
                <a:cubicBezTo>
                  <a:pt x="5000" y="334"/>
                  <a:pt x="5002" y="358"/>
                  <a:pt x="5002" y="384"/>
                </a:cubicBezTo>
                <a:cubicBezTo>
                  <a:pt x="5002" y="409"/>
                  <a:pt x="5000" y="434"/>
                  <a:pt x="4995" y="459"/>
                </a:cubicBezTo>
                <a:cubicBezTo>
                  <a:pt x="4990" y="483"/>
                  <a:pt x="4982" y="507"/>
                  <a:pt x="4973" y="530"/>
                </a:cubicBezTo>
                <a:cubicBezTo>
                  <a:pt x="4963" y="554"/>
                  <a:pt x="4951" y="576"/>
                  <a:pt x="4937" y="597"/>
                </a:cubicBezTo>
                <a:cubicBezTo>
                  <a:pt x="4923" y="618"/>
                  <a:pt x="4907" y="637"/>
                  <a:pt x="4890" y="655"/>
                </a:cubicBezTo>
                <a:cubicBezTo>
                  <a:pt x="4872" y="674"/>
                  <a:pt x="4852" y="690"/>
                  <a:pt x="4831" y="704"/>
                </a:cubicBezTo>
                <a:cubicBezTo>
                  <a:pt x="4811" y="718"/>
                  <a:pt x="4788" y="729"/>
                  <a:pt x="4765" y="739"/>
                </a:cubicBezTo>
                <a:cubicBezTo>
                  <a:pt x="4742" y="749"/>
                  <a:pt x="4718" y="756"/>
                  <a:pt x="4693" y="761"/>
                </a:cubicBezTo>
                <a:cubicBezTo>
                  <a:pt x="4668" y="766"/>
                  <a:pt x="4644" y="768"/>
                  <a:pt x="4618" y="768"/>
                </a:cubicBezTo>
                <a:lnTo>
                  <a:pt x="384" y="768"/>
                </a:lnTo>
                <a:cubicBezTo>
                  <a:pt x="359" y="768"/>
                  <a:pt x="334" y="766"/>
                  <a:pt x="309" y="761"/>
                </a:cubicBezTo>
                <a:cubicBezTo>
                  <a:pt x="284" y="756"/>
                  <a:pt x="260" y="749"/>
                  <a:pt x="237" y="739"/>
                </a:cubicBezTo>
                <a:cubicBezTo>
                  <a:pt x="214" y="729"/>
                  <a:pt x="192" y="718"/>
                  <a:pt x="171" y="704"/>
                </a:cubicBezTo>
                <a:cubicBezTo>
                  <a:pt x="150" y="690"/>
                  <a:pt x="131" y="674"/>
                  <a:pt x="113" y="655"/>
                </a:cubicBezTo>
                <a:cubicBezTo>
                  <a:pt x="95" y="637"/>
                  <a:pt x="79" y="618"/>
                  <a:pt x="65" y="597"/>
                </a:cubicBezTo>
                <a:cubicBezTo>
                  <a:pt x="51" y="576"/>
                  <a:pt x="39" y="554"/>
                  <a:pt x="30" y="530"/>
                </a:cubicBezTo>
                <a:cubicBezTo>
                  <a:pt x="20" y="507"/>
                  <a:pt x="13" y="483"/>
                  <a:pt x="8" y="459"/>
                </a:cubicBezTo>
                <a:cubicBezTo>
                  <a:pt x="3" y="434"/>
                  <a:pt x="0" y="409"/>
                  <a:pt x="0" y="38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3" name=""/>
          <p:cNvSpPr/>
          <p:nvPr/>
        </p:nvSpPr>
        <p:spPr>
          <a:xfrm>
            <a:off x="3404880" y="2109600"/>
            <a:ext cx="1800720" cy="276480"/>
          </a:xfrm>
          <a:custGeom>
            <a:avLst/>
            <a:gdLst/>
            <a:ahLst/>
            <a:rect l="0" t="0" r="r" b="b"/>
            <a:pathLst>
              <a:path w="5002" h="768">
                <a:moveTo>
                  <a:pt x="0" y="384"/>
                </a:moveTo>
                <a:cubicBezTo>
                  <a:pt x="0" y="358"/>
                  <a:pt x="3" y="334"/>
                  <a:pt x="8" y="309"/>
                </a:cubicBezTo>
                <a:cubicBezTo>
                  <a:pt x="13" y="284"/>
                  <a:pt x="20" y="260"/>
                  <a:pt x="30" y="237"/>
                </a:cubicBezTo>
                <a:cubicBezTo>
                  <a:pt x="39" y="214"/>
                  <a:pt x="51" y="191"/>
                  <a:pt x="65" y="171"/>
                </a:cubicBezTo>
                <a:cubicBezTo>
                  <a:pt x="79" y="150"/>
                  <a:pt x="95" y="130"/>
                  <a:pt x="113" y="112"/>
                </a:cubicBezTo>
                <a:cubicBezTo>
                  <a:pt x="131" y="95"/>
                  <a:pt x="150" y="79"/>
                  <a:pt x="171" y="65"/>
                </a:cubicBezTo>
                <a:cubicBezTo>
                  <a:pt x="192" y="51"/>
                  <a:pt x="214" y="39"/>
                  <a:pt x="237" y="29"/>
                </a:cubicBezTo>
                <a:cubicBezTo>
                  <a:pt x="260" y="20"/>
                  <a:pt x="284" y="12"/>
                  <a:pt x="309" y="7"/>
                </a:cubicBezTo>
                <a:cubicBezTo>
                  <a:pt x="334" y="2"/>
                  <a:pt x="359" y="0"/>
                  <a:pt x="384" y="0"/>
                </a:cubicBezTo>
                <a:lnTo>
                  <a:pt x="4618" y="0"/>
                </a:lnTo>
                <a:cubicBezTo>
                  <a:pt x="4644" y="0"/>
                  <a:pt x="4668" y="2"/>
                  <a:pt x="4693" y="7"/>
                </a:cubicBezTo>
                <a:cubicBezTo>
                  <a:pt x="4718" y="12"/>
                  <a:pt x="4742" y="20"/>
                  <a:pt x="4765" y="29"/>
                </a:cubicBezTo>
                <a:cubicBezTo>
                  <a:pt x="4788" y="39"/>
                  <a:pt x="4811" y="51"/>
                  <a:pt x="4831" y="65"/>
                </a:cubicBezTo>
                <a:cubicBezTo>
                  <a:pt x="4852" y="79"/>
                  <a:pt x="4872" y="95"/>
                  <a:pt x="4890" y="112"/>
                </a:cubicBezTo>
                <a:cubicBezTo>
                  <a:pt x="4907" y="130"/>
                  <a:pt x="4923" y="150"/>
                  <a:pt x="4937" y="171"/>
                </a:cubicBezTo>
                <a:cubicBezTo>
                  <a:pt x="4951" y="191"/>
                  <a:pt x="4963" y="214"/>
                  <a:pt x="4973" y="237"/>
                </a:cubicBezTo>
                <a:cubicBezTo>
                  <a:pt x="4982" y="260"/>
                  <a:pt x="4990" y="284"/>
                  <a:pt x="4995" y="309"/>
                </a:cubicBezTo>
                <a:cubicBezTo>
                  <a:pt x="5000" y="334"/>
                  <a:pt x="5002" y="358"/>
                  <a:pt x="5002" y="384"/>
                </a:cubicBezTo>
                <a:cubicBezTo>
                  <a:pt x="5002" y="409"/>
                  <a:pt x="5000" y="434"/>
                  <a:pt x="4995" y="459"/>
                </a:cubicBezTo>
                <a:cubicBezTo>
                  <a:pt x="4990" y="483"/>
                  <a:pt x="4982" y="507"/>
                  <a:pt x="4973" y="530"/>
                </a:cubicBezTo>
                <a:cubicBezTo>
                  <a:pt x="4963" y="554"/>
                  <a:pt x="4951" y="576"/>
                  <a:pt x="4937" y="597"/>
                </a:cubicBezTo>
                <a:cubicBezTo>
                  <a:pt x="4923" y="618"/>
                  <a:pt x="4907" y="637"/>
                  <a:pt x="4890" y="655"/>
                </a:cubicBezTo>
                <a:cubicBezTo>
                  <a:pt x="4872" y="674"/>
                  <a:pt x="4852" y="690"/>
                  <a:pt x="4831" y="704"/>
                </a:cubicBezTo>
                <a:cubicBezTo>
                  <a:pt x="4811" y="718"/>
                  <a:pt x="4788" y="729"/>
                  <a:pt x="4765" y="739"/>
                </a:cubicBezTo>
                <a:cubicBezTo>
                  <a:pt x="4742" y="749"/>
                  <a:pt x="4718" y="756"/>
                  <a:pt x="4693" y="761"/>
                </a:cubicBezTo>
                <a:cubicBezTo>
                  <a:pt x="4668" y="766"/>
                  <a:pt x="4644" y="768"/>
                  <a:pt x="4618" y="768"/>
                </a:cubicBezTo>
                <a:lnTo>
                  <a:pt x="384" y="768"/>
                </a:lnTo>
                <a:cubicBezTo>
                  <a:pt x="359" y="768"/>
                  <a:pt x="334" y="766"/>
                  <a:pt x="309" y="761"/>
                </a:cubicBezTo>
                <a:cubicBezTo>
                  <a:pt x="284" y="756"/>
                  <a:pt x="260" y="749"/>
                  <a:pt x="237" y="739"/>
                </a:cubicBezTo>
                <a:cubicBezTo>
                  <a:pt x="214" y="729"/>
                  <a:pt x="192" y="718"/>
                  <a:pt x="171" y="704"/>
                </a:cubicBezTo>
                <a:cubicBezTo>
                  <a:pt x="150" y="690"/>
                  <a:pt x="131" y="674"/>
                  <a:pt x="113" y="655"/>
                </a:cubicBezTo>
                <a:cubicBezTo>
                  <a:pt x="95" y="637"/>
                  <a:pt x="79" y="618"/>
                  <a:pt x="65" y="597"/>
                </a:cubicBezTo>
                <a:cubicBezTo>
                  <a:pt x="51" y="576"/>
                  <a:pt x="39" y="554"/>
                  <a:pt x="30" y="530"/>
                </a:cubicBezTo>
                <a:cubicBezTo>
                  <a:pt x="20" y="507"/>
                  <a:pt x="13" y="483"/>
                  <a:pt x="8" y="459"/>
                </a:cubicBezTo>
                <a:cubicBezTo>
                  <a:pt x="3" y="434"/>
                  <a:pt x="0" y="409"/>
                  <a:pt x="0" y="384"/>
                </a:cubicBezTo>
                <a:close/>
              </a:path>
            </a:pathLst>
          </a:custGeom>
          <a:noFill/>
          <a:ln w="9360">
            <a:solidFill>
              <a:srgbClr val="0017c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3399480" y="1725480"/>
            <a:ext cx="68302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4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つの段階は、計画、運用、評価、改善の順に回り、承認で始まる</a:t>
            </a:r>
            <a:endParaRPr b="0" lang="ja-JP" sz="18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5" name=""/>
          <p:cNvSpPr/>
          <p:nvPr/>
        </p:nvSpPr>
        <p:spPr>
          <a:xfrm>
            <a:off x="1809720" y="2571480"/>
            <a:ext cx="1219320" cy="648000"/>
          </a:xfrm>
          <a:custGeom>
            <a:avLst/>
            <a:gdLst/>
            <a:ahLst/>
            <a:rect l="0" t="0" r="r" b="b"/>
            <a:pathLst>
              <a:path w="3387" h="1800">
                <a:moveTo>
                  <a:pt x="0" y="1615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5"/>
                </a:cubicBezTo>
                <a:cubicBezTo>
                  <a:pt x="18" y="103"/>
                  <a:pt x="24" y="93"/>
                  <a:pt x="31" y="83"/>
                </a:cubicBezTo>
                <a:cubicBezTo>
                  <a:pt x="38" y="72"/>
                  <a:pt x="45" y="63"/>
                  <a:pt x="55" y="54"/>
                </a:cubicBezTo>
                <a:cubicBezTo>
                  <a:pt x="63" y="46"/>
                  <a:pt x="73" y="38"/>
                  <a:pt x="83" y="31"/>
                </a:cubicBezTo>
                <a:cubicBezTo>
                  <a:pt x="93" y="25"/>
                  <a:pt x="104" y="19"/>
                  <a:pt x="115" y="14"/>
                </a:cubicBezTo>
                <a:cubicBezTo>
                  <a:pt x="126" y="10"/>
                  <a:pt x="138" y="6"/>
                  <a:pt x="150" y="4"/>
                </a:cubicBezTo>
                <a:cubicBezTo>
                  <a:pt x="162" y="1"/>
                  <a:pt x="174" y="0"/>
                  <a:pt x="186" y="0"/>
                </a:cubicBezTo>
                <a:lnTo>
                  <a:pt x="3202" y="0"/>
                </a:lnTo>
                <a:cubicBezTo>
                  <a:pt x="3214" y="0"/>
                  <a:pt x="3226" y="1"/>
                  <a:pt x="3238" y="4"/>
                </a:cubicBezTo>
                <a:cubicBezTo>
                  <a:pt x="3250" y="6"/>
                  <a:pt x="3262" y="10"/>
                  <a:pt x="3273" y="14"/>
                </a:cubicBezTo>
                <a:cubicBezTo>
                  <a:pt x="3284" y="19"/>
                  <a:pt x="3295" y="25"/>
                  <a:pt x="3305" y="31"/>
                </a:cubicBezTo>
                <a:cubicBezTo>
                  <a:pt x="3315" y="38"/>
                  <a:pt x="3324" y="46"/>
                  <a:pt x="3333" y="54"/>
                </a:cubicBezTo>
                <a:cubicBezTo>
                  <a:pt x="3342" y="63"/>
                  <a:pt x="3349" y="72"/>
                  <a:pt x="3356" y="83"/>
                </a:cubicBezTo>
                <a:cubicBezTo>
                  <a:pt x="3363" y="93"/>
                  <a:pt x="3368" y="103"/>
                  <a:pt x="3373" y="115"/>
                </a:cubicBezTo>
                <a:cubicBezTo>
                  <a:pt x="3378" y="126"/>
                  <a:pt x="3381" y="137"/>
                  <a:pt x="3384" y="149"/>
                </a:cubicBezTo>
                <a:cubicBezTo>
                  <a:pt x="3386" y="161"/>
                  <a:pt x="3387" y="173"/>
                  <a:pt x="3387" y="185"/>
                </a:cubicBezTo>
                <a:lnTo>
                  <a:pt x="3387" y="1615"/>
                </a:lnTo>
                <a:cubicBezTo>
                  <a:pt x="3387" y="1627"/>
                  <a:pt x="3386" y="1639"/>
                  <a:pt x="3384" y="1651"/>
                </a:cubicBezTo>
                <a:cubicBezTo>
                  <a:pt x="3381" y="1663"/>
                  <a:pt x="3378" y="1675"/>
                  <a:pt x="3373" y="1686"/>
                </a:cubicBezTo>
                <a:cubicBezTo>
                  <a:pt x="3368" y="1697"/>
                  <a:pt x="3363" y="1708"/>
                  <a:pt x="3356" y="1718"/>
                </a:cubicBezTo>
                <a:cubicBezTo>
                  <a:pt x="3349" y="1728"/>
                  <a:pt x="3342" y="1738"/>
                  <a:pt x="3333" y="1746"/>
                </a:cubicBezTo>
                <a:cubicBezTo>
                  <a:pt x="3324" y="1755"/>
                  <a:pt x="3315" y="1762"/>
                  <a:pt x="3305" y="1769"/>
                </a:cubicBezTo>
                <a:cubicBezTo>
                  <a:pt x="3295" y="1776"/>
                  <a:pt x="3284" y="1782"/>
                  <a:pt x="3273" y="1786"/>
                </a:cubicBezTo>
                <a:cubicBezTo>
                  <a:pt x="3262" y="1791"/>
                  <a:pt x="3250" y="1794"/>
                  <a:pt x="3238" y="1797"/>
                </a:cubicBezTo>
                <a:cubicBezTo>
                  <a:pt x="3226" y="1799"/>
                  <a:pt x="3214" y="1800"/>
                  <a:pt x="3202" y="1800"/>
                </a:cubicBezTo>
                <a:lnTo>
                  <a:pt x="186" y="1800"/>
                </a:lnTo>
                <a:cubicBezTo>
                  <a:pt x="174" y="1800"/>
                  <a:pt x="162" y="1799"/>
                  <a:pt x="150" y="1797"/>
                </a:cubicBezTo>
                <a:cubicBezTo>
                  <a:pt x="138" y="1794"/>
                  <a:pt x="126" y="1791"/>
                  <a:pt x="115" y="1786"/>
                </a:cubicBezTo>
                <a:cubicBezTo>
                  <a:pt x="104" y="1782"/>
                  <a:pt x="93" y="1776"/>
                  <a:pt x="83" y="1769"/>
                </a:cubicBezTo>
                <a:cubicBezTo>
                  <a:pt x="73" y="1762"/>
                  <a:pt x="63" y="1755"/>
                  <a:pt x="55" y="1746"/>
                </a:cubicBezTo>
                <a:cubicBezTo>
                  <a:pt x="45" y="1738"/>
                  <a:pt x="38" y="1728"/>
                  <a:pt x="31" y="1718"/>
                </a:cubicBezTo>
                <a:cubicBezTo>
                  <a:pt x="24" y="1708"/>
                  <a:pt x="18" y="1697"/>
                  <a:pt x="14" y="1686"/>
                </a:cubicBezTo>
                <a:cubicBezTo>
                  <a:pt x="9" y="1675"/>
                  <a:pt x="6" y="1663"/>
                  <a:pt x="3" y="1651"/>
                </a:cubicBezTo>
                <a:cubicBezTo>
                  <a:pt x="1" y="1639"/>
                  <a:pt x="0" y="1627"/>
                  <a:pt x="0" y="161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6" name=""/>
          <p:cNvSpPr/>
          <p:nvPr/>
        </p:nvSpPr>
        <p:spPr>
          <a:xfrm>
            <a:off x="1809720" y="2571480"/>
            <a:ext cx="1219320" cy="648000"/>
          </a:xfrm>
          <a:custGeom>
            <a:avLst/>
            <a:gdLst/>
            <a:ahLst/>
            <a:rect l="0" t="0" r="r" b="b"/>
            <a:pathLst>
              <a:path w="3387" h="1800">
                <a:moveTo>
                  <a:pt x="0" y="1615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5"/>
                </a:cubicBezTo>
                <a:cubicBezTo>
                  <a:pt x="18" y="103"/>
                  <a:pt x="24" y="93"/>
                  <a:pt x="31" y="83"/>
                </a:cubicBezTo>
                <a:cubicBezTo>
                  <a:pt x="38" y="72"/>
                  <a:pt x="45" y="63"/>
                  <a:pt x="55" y="54"/>
                </a:cubicBezTo>
                <a:cubicBezTo>
                  <a:pt x="63" y="46"/>
                  <a:pt x="73" y="38"/>
                  <a:pt x="83" y="31"/>
                </a:cubicBezTo>
                <a:cubicBezTo>
                  <a:pt x="93" y="25"/>
                  <a:pt x="104" y="19"/>
                  <a:pt x="115" y="14"/>
                </a:cubicBezTo>
                <a:cubicBezTo>
                  <a:pt x="126" y="10"/>
                  <a:pt x="138" y="6"/>
                  <a:pt x="150" y="4"/>
                </a:cubicBezTo>
                <a:cubicBezTo>
                  <a:pt x="162" y="1"/>
                  <a:pt x="174" y="0"/>
                  <a:pt x="186" y="0"/>
                </a:cubicBezTo>
                <a:lnTo>
                  <a:pt x="3202" y="0"/>
                </a:lnTo>
                <a:cubicBezTo>
                  <a:pt x="3214" y="0"/>
                  <a:pt x="3226" y="1"/>
                  <a:pt x="3238" y="4"/>
                </a:cubicBezTo>
                <a:cubicBezTo>
                  <a:pt x="3250" y="6"/>
                  <a:pt x="3262" y="10"/>
                  <a:pt x="3273" y="14"/>
                </a:cubicBezTo>
                <a:cubicBezTo>
                  <a:pt x="3284" y="19"/>
                  <a:pt x="3295" y="25"/>
                  <a:pt x="3305" y="31"/>
                </a:cubicBezTo>
                <a:cubicBezTo>
                  <a:pt x="3315" y="38"/>
                  <a:pt x="3324" y="46"/>
                  <a:pt x="3333" y="54"/>
                </a:cubicBezTo>
                <a:cubicBezTo>
                  <a:pt x="3342" y="63"/>
                  <a:pt x="3349" y="72"/>
                  <a:pt x="3356" y="83"/>
                </a:cubicBezTo>
                <a:cubicBezTo>
                  <a:pt x="3363" y="93"/>
                  <a:pt x="3368" y="103"/>
                  <a:pt x="3373" y="115"/>
                </a:cubicBezTo>
                <a:cubicBezTo>
                  <a:pt x="3378" y="126"/>
                  <a:pt x="3381" y="137"/>
                  <a:pt x="3384" y="149"/>
                </a:cubicBezTo>
                <a:cubicBezTo>
                  <a:pt x="3386" y="161"/>
                  <a:pt x="3387" y="173"/>
                  <a:pt x="3387" y="185"/>
                </a:cubicBezTo>
                <a:lnTo>
                  <a:pt x="3387" y="1615"/>
                </a:lnTo>
                <a:cubicBezTo>
                  <a:pt x="3387" y="1627"/>
                  <a:pt x="3386" y="1639"/>
                  <a:pt x="3384" y="1651"/>
                </a:cubicBezTo>
                <a:cubicBezTo>
                  <a:pt x="3381" y="1663"/>
                  <a:pt x="3378" y="1675"/>
                  <a:pt x="3373" y="1686"/>
                </a:cubicBezTo>
                <a:cubicBezTo>
                  <a:pt x="3368" y="1697"/>
                  <a:pt x="3363" y="1708"/>
                  <a:pt x="3356" y="1718"/>
                </a:cubicBezTo>
                <a:cubicBezTo>
                  <a:pt x="3349" y="1728"/>
                  <a:pt x="3342" y="1738"/>
                  <a:pt x="3333" y="1746"/>
                </a:cubicBezTo>
                <a:cubicBezTo>
                  <a:pt x="3324" y="1755"/>
                  <a:pt x="3315" y="1762"/>
                  <a:pt x="3305" y="1769"/>
                </a:cubicBezTo>
                <a:cubicBezTo>
                  <a:pt x="3295" y="1776"/>
                  <a:pt x="3284" y="1782"/>
                  <a:pt x="3273" y="1786"/>
                </a:cubicBezTo>
                <a:cubicBezTo>
                  <a:pt x="3262" y="1791"/>
                  <a:pt x="3250" y="1794"/>
                  <a:pt x="3238" y="1797"/>
                </a:cubicBezTo>
                <a:cubicBezTo>
                  <a:pt x="3226" y="1799"/>
                  <a:pt x="3214" y="1800"/>
                  <a:pt x="3202" y="1800"/>
                </a:cubicBezTo>
                <a:lnTo>
                  <a:pt x="186" y="1800"/>
                </a:lnTo>
                <a:cubicBezTo>
                  <a:pt x="174" y="1800"/>
                  <a:pt x="162" y="1799"/>
                  <a:pt x="150" y="1797"/>
                </a:cubicBezTo>
                <a:cubicBezTo>
                  <a:pt x="138" y="1794"/>
                  <a:pt x="126" y="1791"/>
                  <a:pt x="115" y="1786"/>
                </a:cubicBezTo>
                <a:cubicBezTo>
                  <a:pt x="104" y="1782"/>
                  <a:pt x="93" y="1776"/>
                  <a:pt x="83" y="1769"/>
                </a:cubicBezTo>
                <a:cubicBezTo>
                  <a:pt x="73" y="1762"/>
                  <a:pt x="63" y="1755"/>
                  <a:pt x="55" y="1746"/>
                </a:cubicBezTo>
                <a:cubicBezTo>
                  <a:pt x="45" y="1738"/>
                  <a:pt x="38" y="1728"/>
                  <a:pt x="31" y="1718"/>
                </a:cubicBezTo>
                <a:cubicBezTo>
                  <a:pt x="24" y="1708"/>
                  <a:pt x="18" y="1697"/>
                  <a:pt x="14" y="1686"/>
                </a:cubicBezTo>
                <a:cubicBezTo>
                  <a:pt x="9" y="1675"/>
                  <a:pt x="6" y="1663"/>
                  <a:pt x="3" y="1651"/>
                </a:cubicBezTo>
                <a:cubicBezTo>
                  <a:pt x="1" y="1639"/>
                  <a:pt x="0" y="1627"/>
                  <a:pt x="0" y="1615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7" name=""/>
          <p:cNvSpPr/>
          <p:nvPr/>
        </p:nvSpPr>
        <p:spPr>
          <a:xfrm>
            <a:off x="2003400" y="2793960"/>
            <a:ext cx="228960" cy="203400"/>
          </a:xfrm>
          <a:custGeom>
            <a:avLst/>
            <a:gdLst/>
            <a:ahLst/>
            <a:rect l="0" t="0" r="r" b="b"/>
            <a:pathLst>
              <a:path w="636" h="565">
                <a:moveTo>
                  <a:pt x="0" y="344"/>
                </a:moveTo>
                <a:lnTo>
                  <a:pt x="0" y="291"/>
                </a:lnTo>
                <a:lnTo>
                  <a:pt x="264" y="291"/>
                </a:lnTo>
                <a:lnTo>
                  <a:pt x="264" y="344"/>
                </a:lnTo>
                <a:lnTo>
                  <a:pt x="0" y="344"/>
                </a:lnTo>
                <a:moveTo>
                  <a:pt x="0" y="198"/>
                </a:moveTo>
                <a:lnTo>
                  <a:pt x="0" y="145"/>
                </a:lnTo>
                <a:lnTo>
                  <a:pt x="414" y="145"/>
                </a:lnTo>
                <a:lnTo>
                  <a:pt x="414" y="198"/>
                </a:lnTo>
                <a:lnTo>
                  <a:pt x="0" y="198"/>
                </a:lnTo>
                <a:moveTo>
                  <a:pt x="0" y="53"/>
                </a:moveTo>
                <a:lnTo>
                  <a:pt x="0" y="0"/>
                </a:lnTo>
                <a:lnTo>
                  <a:pt x="414" y="0"/>
                </a:lnTo>
                <a:lnTo>
                  <a:pt x="414" y="53"/>
                </a:lnTo>
                <a:lnTo>
                  <a:pt x="0" y="53"/>
                </a:lnTo>
                <a:moveTo>
                  <a:pt x="317" y="565"/>
                </a:moveTo>
                <a:lnTo>
                  <a:pt x="317" y="457"/>
                </a:lnTo>
                <a:lnTo>
                  <a:pt x="513" y="262"/>
                </a:lnTo>
                <a:cubicBezTo>
                  <a:pt x="518" y="256"/>
                  <a:pt x="524" y="252"/>
                  <a:pt x="531" y="250"/>
                </a:cubicBezTo>
                <a:cubicBezTo>
                  <a:pt x="537" y="248"/>
                  <a:pt x="544" y="247"/>
                  <a:pt x="550" y="247"/>
                </a:cubicBezTo>
                <a:cubicBezTo>
                  <a:pt x="557" y="247"/>
                  <a:pt x="564" y="248"/>
                  <a:pt x="570" y="251"/>
                </a:cubicBezTo>
                <a:cubicBezTo>
                  <a:pt x="577" y="253"/>
                  <a:pt x="583" y="257"/>
                  <a:pt x="588" y="262"/>
                </a:cubicBezTo>
                <a:lnTo>
                  <a:pt x="621" y="295"/>
                </a:lnTo>
                <a:cubicBezTo>
                  <a:pt x="626" y="300"/>
                  <a:pt x="630" y="306"/>
                  <a:pt x="632" y="313"/>
                </a:cubicBezTo>
                <a:cubicBezTo>
                  <a:pt x="634" y="319"/>
                  <a:pt x="636" y="326"/>
                  <a:pt x="636" y="332"/>
                </a:cubicBezTo>
                <a:cubicBezTo>
                  <a:pt x="636" y="339"/>
                  <a:pt x="634" y="345"/>
                  <a:pt x="632" y="352"/>
                </a:cubicBezTo>
                <a:cubicBezTo>
                  <a:pt x="629" y="359"/>
                  <a:pt x="625" y="365"/>
                  <a:pt x="620" y="370"/>
                </a:cubicBezTo>
                <a:lnTo>
                  <a:pt x="426" y="565"/>
                </a:lnTo>
                <a:lnTo>
                  <a:pt x="317" y="565"/>
                </a:lnTo>
                <a:moveTo>
                  <a:pt x="583" y="332"/>
                </a:moveTo>
                <a:lnTo>
                  <a:pt x="550" y="299"/>
                </a:lnTo>
                <a:lnTo>
                  <a:pt x="583" y="332"/>
                </a:lnTo>
                <a:moveTo>
                  <a:pt x="370" y="512"/>
                </a:moveTo>
                <a:lnTo>
                  <a:pt x="403" y="512"/>
                </a:lnTo>
                <a:lnTo>
                  <a:pt x="511" y="404"/>
                </a:lnTo>
                <a:lnTo>
                  <a:pt x="495" y="387"/>
                </a:lnTo>
                <a:lnTo>
                  <a:pt x="479" y="371"/>
                </a:lnTo>
                <a:lnTo>
                  <a:pt x="370" y="479"/>
                </a:lnTo>
                <a:lnTo>
                  <a:pt x="370" y="512"/>
                </a:lnTo>
                <a:moveTo>
                  <a:pt x="495" y="387"/>
                </a:moveTo>
                <a:lnTo>
                  <a:pt x="479" y="371"/>
                </a:lnTo>
                <a:lnTo>
                  <a:pt x="511" y="404"/>
                </a:lnTo>
                <a:lnTo>
                  <a:pt x="495" y="387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3542400" y="2137680"/>
            <a:ext cx="15246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段階ごとの担当と記録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2332800" y="2750760"/>
            <a:ext cx="3816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計画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0" name=""/>
          <p:cNvSpPr/>
          <p:nvPr/>
        </p:nvSpPr>
        <p:spPr>
          <a:xfrm>
            <a:off x="3404880" y="2947680"/>
            <a:ext cx="2105640" cy="276840"/>
          </a:xfrm>
          <a:custGeom>
            <a:avLst/>
            <a:gdLst/>
            <a:ahLst/>
            <a:rect l="0" t="0" r="r" b="b"/>
            <a:pathLst>
              <a:path w="5849" h="769">
                <a:moveTo>
                  <a:pt x="0" y="384"/>
                </a:moveTo>
                <a:cubicBezTo>
                  <a:pt x="0" y="359"/>
                  <a:pt x="3" y="334"/>
                  <a:pt x="8" y="309"/>
                </a:cubicBezTo>
                <a:cubicBezTo>
                  <a:pt x="13" y="284"/>
                  <a:pt x="20" y="260"/>
                  <a:pt x="30" y="237"/>
                </a:cubicBezTo>
                <a:cubicBezTo>
                  <a:pt x="39" y="214"/>
                  <a:pt x="51" y="192"/>
                  <a:pt x="65" y="171"/>
                </a:cubicBezTo>
                <a:cubicBezTo>
                  <a:pt x="79" y="150"/>
                  <a:pt x="95" y="131"/>
                  <a:pt x="113" y="113"/>
                </a:cubicBezTo>
                <a:cubicBezTo>
                  <a:pt x="131" y="95"/>
                  <a:pt x="150" y="79"/>
                  <a:pt x="171" y="65"/>
                </a:cubicBezTo>
                <a:cubicBezTo>
                  <a:pt x="192" y="51"/>
                  <a:pt x="214" y="39"/>
                  <a:pt x="237" y="30"/>
                </a:cubicBezTo>
                <a:cubicBezTo>
                  <a:pt x="260" y="20"/>
                  <a:pt x="284" y="13"/>
                  <a:pt x="309" y="8"/>
                </a:cubicBezTo>
                <a:cubicBezTo>
                  <a:pt x="334" y="3"/>
                  <a:pt x="359" y="0"/>
                  <a:pt x="384" y="0"/>
                </a:cubicBezTo>
                <a:lnTo>
                  <a:pt x="5465" y="0"/>
                </a:lnTo>
                <a:cubicBezTo>
                  <a:pt x="5490" y="0"/>
                  <a:pt x="5515" y="3"/>
                  <a:pt x="5540" y="8"/>
                </a:cubicBezTo>
                <a:cubicBezTo>
                  <a:pt x="5565" y="13"/>
                  <a:pt x="5589" y="20"/>
                  <a:pt x="5612" y="30"/>
                </a:cubicBezTo>
                <a:cubicBezTo>
                  <a:pt x="5635" y="39"/>
                  <a:pt x="5657" y="51"/>
                  <a:pt x="5678" y="65"/>
                </a:cubicBezTo>
                <a:cubicBezTo>
                  <a:pt x="5699" y="79"/>
                  <a:pt x="5718" y="95"/>
                  <a:pt x="5736" y="113"/>
                </a:cubicBezTo>
                <a:cubicBezTo>
                  <a:pt x="5754" y="131"/>
                  <a:pt x="5770" y="150"/>
                  <a:pt x="5784" y="171"/>
                </a:cubicBezTo>
                <a:cubicBezTo>
                  <a:pt x="5798" y="192"/>
                  <a:pt x="5810" y="214"/>
                  <a:pt x="5819" y="237"/>
                </a:cubicBezTo>
                <a:cubicBezTo>
                  <a:pt x="5829" y="260"/>
                  <a:pt x="5836" y="284"/>
                  <a:pt x="5841" y="309"/>
                </a:cubicBezTo>
                <a:cubicBezTo>
                  <a:pt x="5846" y="334"/>
                  <a:pt x="5849" y="359"/>
                  <a:pt x="5849" y="384"/>
                </a:cubicBezTo>
                <a:cubicBezTo>
                  <a:pt x="5849" y="409"/>
                  <a:pt x="5846" y="434"/>
                  <a:pt x="5841" y="459"/>
                </a:cubicBezTo>
                <a:cubicBezTo>
                  <a:pt x="5836" y="484"/>
                  <a:pt x="5829" y="508"/>
                  <a:pt x="5819" y="531"/>
                </a:cubicBezTo>
                <a:cubicBezTo>
                  <a:pt x="5810" y="554"/>
                  <a:pt x="5798" y="576"/>
                  <a:pt x="5784" y="597"/>
                </a:cubicBezTo>
                <a:cubicBezTo>
                  <a:pt x="5770" y="618"/>
                  <a:pt x="5754" y="638"/>
                  <a:pt x="5736" y="656"/>
                </a:cubicBezTo>
                <a:cubicBezTo>
                  <a:pt x="5718" y="674"/>
                  <a:pt x="5699" y="690"/>
                  <a:pt x="5678" y="704"/>
                </a:cubicBezTo>
                <a:cubicBezTo>
                  <a:pt x="5657" y="718"/>
                  <a:pt x="5635" y="730"/>
                  <a:pt x="5612" y="739"/>
                </a:cubicBezTo>
                <a:cubicBezTo>
                  <a:pt x="5589" y="749"/>
                  <a:pt x="5565" y="756"/>
                  <a:pt x="5540" y="761"/>
                </a:cubicBezTo>
                <a:cubicBezTo>
                  <a:pt x="5515" y="766"/>
                  <a:pt x="5490" y="769"/>
                  <a:pt x="5465" y="769"/>
                </a:cubicBezTo>
                <a:lnTo>
                  <a:pt x="384" y="769"/>
                </a:lnTo>
                <a:cubicBezTo>
                  <a:pt x="359" y="769"/>
                  <a:pt x="334" y="766"/>
                  <a:pt x="309" y="761"/>
                </a:cubicBezTo>
                <a:cubicBezTo>
                  <a:pt x="284" y="756"/>
                  <a:pt x="260" y="749"/>
                  <a:pt x="237" y="739"/>
                </a:cubicBezTo>
                <a:cubicBezTo>
                  <a:pt x="214" y="730"/>
                  <a:pt x="192" y="718"/>
                  <a:pt x="171" y="704"/>
                </a:cubicBezTo>
                <a:cubicBezTo>
                  <a:pt x="150" y="690"/>
                  <a:pt x="131" y="674"/>
                  <a:pt x="113" y="656"/>
                </a:cubicBezTo>
                <a:cubicBezTo>
                  <a:pt x="95" y="638"/>
                  <a:pt x="79" y="618"/>
                  <a:pt x="65" y="597"/>
                </a:cubicBezTo>
                <a:cubicBezTo>
                  <a:pt x="51" y="576"/>
                  <a:pt x="39" y="554"/>
                  <a:pt x="30" y="531"/>
                </a:cubicBezTo>
                <a:cubicBezTo>
                  <a:pt x="20" y="508"/>
                  <a:pt x="13" y="484"/>
                  <a:pt x="8" y="459"/>
                </a:cubicBezTo>
                <a:cubicBezTo>
                  <a:pt x="3" y="434"/>
                  <a:pt x="0" y="409"/>
                  <a:pt x="0" y="38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1" name=""/>
          <p:cNvSpPr/>
          <p:nvPr/>
        </p:nvSpPr>
        <p:spPr>
          <a:xfrm>
            <a:off x="3404880" y="2947680"/>
            <a:ext cx="2105640" cy="276840"/>
          </a:xfrm>
          <a:custGeom>
            <a:avLst/>
            <a:gdLst/>
            <a:ahLst/>
            <a:rect l="0" t="0" r="r" b="b"/>
            <a:pathLst>
              <a:path w="5849" h="769">
                <a:moveTo>
                  <a:pt x="0" y="384"/>
                </a:moveTo>
                <a:cubicBezTo>
                  <a:pt x="0" y="359"/>
                  <a:pt x="3" y="334"/>
                  <a:pt x="8" y="309"/>
                </a:cubicBezTo>
                <a:cubicBezTo>
                  <a:pt x="13" y="284"/>
                  <a:pt x="20" y="260"/>
                  <a:pt x="30" y="237"/>
                </a:cubicBezTo>
                <a:cubicBezTo>
                  <a:pt x="39" y="214"/>
                  <a:pt x="51" y="192"/>
                  <a:pt x="65" y="171"/>
                </a:cubicBezTo>
                <a:cubicBezTo>
                  <a:pt x="79" y="150"/>
                  <a:pt x="95" y="131"/>
                  <a:pt x="113" y="113"/>
                </a:cubicBezTo>
                <a:cubicBezTo>
                  <a:pt x="131" y="95"/>
                  <a:pt x="150" y="79"/>
                  <a:pt x="171" y="65"/>
                </a:cubicBezTo>
                <a:cubicBezTo>
                  <a:pt x="192" y="51"/>
                  <a:pt x="214" y="39"/>
                  <a:pt x="237" y="30"/>
                </a:cubicBezTo>
                <a:cubicBezTo>
                  <a:pt x="260" y="20"/>
                  <a:pt x="284" y="13"/>
                  <a:pt x="309" y="8"/>
                </a:cubicBezTo>
                <a:cubicBezTo>
                  <a:pt x="334" y="3"/>
                  <a:pt x="359" y="0"/>
                  <a:pt x="384" y="0"/>
                </a:cubicBezTo>
                <a:lnTo>
                  <a:pt x="5465" y="0"/>
                </a:lnTo>
                <a:cubicBezTo>
                  <a:pt x="5490" y="0"/>
                  <a:pt x="5515" y="3"/>
                  <a:pt x="5540" y="8"/>
                </a:cubicBezTo>
                <a:cubicBezTo>
                  <a:pt x="5565" y="13"/>
                  <a:pt x="5589" y="20"/>
                  <a:pt x="5612" y="30"/>
                </a:cubicBezTo>
                <a:cubicBezTo>
                  <a:pt x="5635" y="39"/>
                  <a:pt x="5657" y="51"/>
                  <a:pt x="5678" y="65"/>
                </a:cubicBezTo>
                <a:cubicBezTo>
                  <a:pt x="5699" y="79"/>
                  <a:pt x="5718" y="95"/>
                  <a:pt x="5736" y="113"/>
                </a:cubicBezTo>
                <a:cubicBezTo>
                  <a:pt x="5754" y="131"/>
                  <a:pt x="5770" y="150"/>
                  <a:pt x="5784" y="171"/>
                </a:cubicBezTo>
                <a:cubicBezTo>
                  <a:pt x="5798" y="192"/>
                  <a:pt x="5810" y="214"/>
                  <a:pt x="5819" y="237"/>
                </a:cubicBezTo>
                <a:cubicBezTo>
                  <a:pt x="5829" y="260"/>
                  <a:pt x="5836" y="284"/>
                  <a:pt x="5841" y="309"/>
                </a:cubicBezTo>
                <a:cubicBezTo>
                  <a:pt x="5846" y="334"/>
                  <a:pt x="5849" y="359"/>
                  <a:pt x="5849" y="384"/>
                </a:cubicBezTo>
                <a:cubicBezTo>
                  <a:pt x="5849" y="409"/>
                  <a:pt x="5846" y="434"/>
                  <a:pt x="5841" y="459"/>
                </a:cubicBezTo>
                <a:cubicBezTo>
                  <a:pt x="5836" y="484"/>
                  <a:pt x="5829" y="508"/>
                  <a:pt x="5819" y="531"/>
                </a:cubicBezTo>
                <a:cubicBezTo>
                  <a:pt x="5810" y="554"/>
                  <a:pt x="5798" y="576"/>
                  <a:pt x="5784" y="597"/>
                </a:cubicBezTo>
                <a:cubicBezTo>
                  <a:pt x="5770" y="618"/>
                  <a:pt x="5754" y="638"/>
                  <a:pt x="5736" y="656"/>
                </a:cubicBezTo>
                <a:cubicBezTo>
                  <a:pt x="5718" y="674"/>
                  <a:pt x="5699" y="690"/>
                  <a:pt x="5678" y="704"/>
                </a:cubicBezTo>
                <a:cubicBezTo>
                  <a:pt x="5657" y="718"/>
                  <a:pt x="5635" y="730"/>
                  <a:pt x="5612" y="739"/>
                </a:cubicBezTo>
                <a:cubicBezTo>
                  <a:pt x="5589" y="749"/>
                  <a:pt x="5565" y="756"/>
                  <a:pt x="5540" y="761"/>
                </a:cubicBezTo>
                <a:cubicBezTo>
                  <a:pt x="5515" y="766"/>
                  <a:pt x="5490" y="769"/>
                  <a:pt x="5465" y="769"/>
                </a:cubicBezTo>
                <a:lnTo>
                  <a:pt x="384" y="769"/>
                </a:lnTo>
                <a:cubicBezTo>
                  <a:pt x="359" y="769"/>
                  <a:pt x="334" y="766"/>
                  <a:pt x="309" y="761"/>
                </a:cubicBezTo>
                <a:cubicBezTo>
                  <a:pt x="284" y="756"/>
                  <a:pt x="260" y="749"/>
                  <a:pt x="237" y="739"/>
                </a:cubicBezTo>
                <a:cubicBezTo>
                  <a:pt x="214" y="730"/>
                  <a:pt x="192" y="718"/>
                  <a:pt x="171" y="704"/>
                </a:cubicBezTo>
                <a:cubicBezTo>
                  <a:pt x="150" y="690"/>
                  <a:pt x="131" y="674"/>
                  <a:pt x="113" y="656"/>
                </a:cubicBezTo>
                <a:cubicBezTo>
                  <a:pt x="95" y="638"/>
                  <a:pt x="79" y="618"/>
                  <a:pt x="65" y="597"/>
                </a:cubicBezTo>
                <a:cubicBezTo>
                  <a:pt x="51" y="576"/>
                  <a:pt x="39" y="554"/>
                  <a:pt x="30" y="531"/>
                </a:cubicBezTo>
                <a:cubicBezTo>
                  <a:pt x="20" y="508"/>
                  <a:pt x="13" y="484"/>
                  <a:pt x="8" y="459"/>
                </a:cubicBezTo>
                <a:cubicBezTo>
                  <a:pt x="3" y="434"/>
                  <a:pt x="0" y="409"/>
                  <a:pt x="0" y="384"/>
                </a:cubicBezTo>
                <a:close/>
              </a:path>
            </a:pathLst>
          </a:custGeom>
          <a:noFill/>
          <a:ln w="9360">
            <a:solidFill>
              <a:srgbClr val="0017c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3399480" y="2563920"/>
            <a:ext cx="58885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計画では、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10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のリスクごとにリスク対応と担当を決める</a:t>
            </a:r>
            <a:endParaRPr b="0" lang="ja-JP" sz="18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3" name=""/>
          <p:cNvSpPr/>
          <p:nvPr/>
        </p:nvSpPr>
        <p:spPr>
          <a:xfrm>
            <a:off x="5595840" y="2947680"/>
            <a:ext cx="1438560" cy="276840"/>
          </a:xfrm>
          <a:custGeom>
            <a:avLst/>
            <a:gdLst/>
            <a:ahLst/>
            <a:rect l="0" t="0" r="r" b="b"/>
            <a:pathLst>
              <a:path w="3996" h="769">
                <a:moveTo>
                  <a:pt x="0" y="384"/>
                </a:moveTo>
                <a:cubicBezTo>
                  <a:pt x="0" y="359"/>
                  <a:pt x="2" y="334"/>
                  <a:pt x="7" y="309"/>
                </a:cubicBezTo>
                <a:cubicBezTo>
                  <a:pt x="12" y="284"/>
                  <a:pt x="19" y="260"/>
                  <a:pt x="29" y="237"/>
                </a:cubicBezTo>
                <a:cubicBezTo>
                  <a:pt x="39" y="214"/>
                  <a:pt x="50" y="192"/>
                  <a:pt x="64" y="171"/>
                </a:cubicBezTo>
                <a:cubicBezTo>
                  <a:pt x="78" y="150"/>
                  <a:pt x="94" y="131"/>
                  <a:pt x="112" y="113"/>
                </a:cubicBezTo>
                <a:cubicBezTo>
                  <a:pt x="130" y="95"/>
                  <a:pt x="149" y="79"/>
                  <a:pt x="170" y="65"/>
                </a:cubicBezTo>
                <a:cubicBezTo>
                  <a:pt x="191" y="51"/>
                  <a:pt x="213" y="39"/>
                  <a:pt x="237" y="30"/>
                </a:cubicBezTo>
                <a:cubicBezTo>
                  <a:pt x="260" y="20"/>
                  <a:pt x="284" y="13"/>
                  <a:pt x="309" y="8"/>
                </a:cubicBezTo>
                <a:cubicBezTo>
                  <a:pt x="333" y="3"/>
                  <a:pt x="358" y="0"/>
                  <a:pt x="383" y="0"/>
                </a:cubicBezTo>
                <a:lnTo>
                  <a:pt x="3612" y="0"/>
                </a:lnTo>
                <a:cubicBezTo>
                  <a:pt x="3638" y="0"/>
                  <a:pt x="3662" y="3"/>
                  <a:pt x="3687" y="8"/>
                </a:cubicBezTo>
                <a:cubicBezTo>
                  <a:pt x="3712" y="13"/>
                  <a:pt x="3736" y="20"/>
                  <a:pt x="3759" y="30"/>
                </a:cubicBezTo>
                <a:cubicBezTo>
                  <a:pt x="3782" y="39"/>
                  <a:pt x="3805" y="51"/>
                  <a:pt x="3825" y="65"/>
                </a:cubicBezTo>
                <a:cubicBezTo>
                  <a:pt x="3846" y="79"/>
                  <a:pt x="3866" y="95"/>
                  <a:pt x="3884" y="113"/>
                </a:cubicBezTo>
                <a:cubicBezTo>
                  <a:pt x="3901" y="131"/>
                  <a:pt x="3917" y="150"/>
                  <a:pt x="3931" y="171"/>
                </a:cubicBezTo>
                <a:cubicBezTo>
                  <a:pt x="3945" y="192"/>
                  <a:pt x="3957" y="214"/>
                  <a:pt x="3967" y="237"/>
                </a:cubicBezTo>
                <a:cubicBezTo>
                  <a:pt x="3976" y="260"/>
                  <a:pt x="3984" y="284"/>
                  <a:pt x="3989" y="309"/>
                </a:cubicBezTo>
                <a:cubicBezTo>
                  <a:pt x="3994" y="334"/>
                  <a:pt x="3996" y="359"/>
                  <a:pt x="3996" y="384"/>
                </a:cubicBezTo>
                <a:cubicBezTo>
                  <a:pt x="3996" y="409"/>
                  <a:pt x="3994" y="434"/>
                  <a:pt x="3989" y="459"/>
                </a:cubicBezTo>
                <a:cubicBezTo>
                  <a:pt x="3984" y="484"/>
                  <a:pt x="3976" y="508"/>
                  <a:pt x="3967" y="531"/>
                </a:cubicBezTo>
                <a:cubicBezTo>
                  <a:pt x="3957" y="554"/>
                  <a:pt x="3945" y="576"/>
                  <a:pt x="3931" y="597"/>
                </a:cubicBezTo>
                <a:cubicBezTo>
                  <a:pt x="3917" y="618"/>
                  <a:pt x="3901" y="638"/>
                  <a:pt x="3884" y="656"/>
                </a:cubicBezTo>
                <a:cubicBezTo>
                  <a:pt x="3866" y="674"/>
                  <a:pt x="3846" y="690"/>
                  <a:pt x="3825" y="704"/>
                </a:cubicBezTo>
                <a:cubicBezTo>
                  <a:pt x="3805" y="718"/>
                  <a:pt x="3782" y="730"/>
                  <a:pt x="3759" y="739"/>
                </a:cubicBezTo>
                <a:cubicBezTo>
                  <a:pt x="3736" y="749"/>
                  <a:pt x="3712" y="756"/>
                  <a:pt x="3687" y="761"/>
                </a:cubicBezTo>
                <a:cubicBezTo>
                  <a:pt x="3662" y="766"/>
                  <a:pt x="3638" y="769"/>
                  <a:pt x="3612" y="769"/>
                </a:cubicBezTo>
                <a:lnTo>
                  <a:pt x="383" y="769"/>
                </a:lnTo>
                <a:cubicBezTo>
                  <a:pt x="358" y="769"/>
                  <a:pt x="333" y="766"/>
                  <a:pt x="309" y="761"/>
                </a:cubicBezTo>
                <a:cubicBezTo>
                  <a:pt x="284" y="756"/>
                  <a:pt x="260" y="749"/>
                  <a:pt x="237" y="739"/>
                </a:cubicBezTo>
                <a:cubicBezTo>
                  <a:pt x="213" y="730"/>
                  <a:pt x="191" y="718"/>
                  <a:pt x="170" y="704"/>
                </a:cubicBezTo>
                <a:cubicBezTo>
                  <a:pt x="149" y="690"/>
                  <a:pt x="130" y="674"/>
                  <a:pt x="112" y="656"/>
                </a:cubicBezTo>
                <a:cubicBezTo>
                  <a:pt x="94" y="638"/>
                  <a:pt x="78" y="618"/>
                  <a:pt x="64" y="597"/>
                </a:cubicBezTo>
                <a:cubicBezTo>
                  <a:pt x="50" y="576"/>
                  <a:pt x="39" y="554"/>
                  <a:pt x="29" y="531"/>
                </a:cubicBezTo>
                <a:cubicBezTo>
                  <a:pt x="19" y="508"/>
                  <a:pt x="12" y="484"/>
                  <a:pt x="7" y="459"/>
                </a:cubicBezTo>
                <a:cubicBezTo>
                  <a:pt x="2" y="434"/>
                  <a:pt x="0" y="409"/>
                  <a:pt x="0" y="38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4" name=""/>
          <p:cNvSpPr/>
          <p:nvPr/>
        </p:nvSpPr>
        <p:spPr>
          <a:xfrm>
            <a:off x="5595840" y="2947680"/>
            <a:ext cx="1438560" cy="276840"/>
          </a:xfrm>
          <a:custGeom>
            <a:avLst/>
            <a:gdLst/>
            <a:ahLst/>
            <a:rect l="0" t="0" r="r" b="b"/>
            <a:pathLst>
              <a:path w="3996" h="769">
                <a:moveTo>
                  <a:pt x="0" y="384"/>
                </a:moveTo>
                <a:cubicBezTo>
                  <a:pt x="0" y="359"/>
                  <a:pt x="2" y="334"/>
                  <a:pt x="7" y="309"/>
                </a:cubicBezTo>
                <a:cubicBezTo>
                  <a:pt x="12" y="284"/>
                  <a:pt x="19" y="260"/>
                  <a:pt x="29" y="237"/>
                </a:cubicBezTo>
                <a:cubicBezTo>
                  <a:pt x="39" y="214"/>
                  <a:pt x="50" y="192"/>
                  <a:pt x="64" y="171"/>
                </a:cubicBezTo>
                <a:cubicBezTo>
                  <a:pt x="78" y="150"/>
                  <a:pt x="94" y="131"/>
                  <a:pt x="112" y="113"/>
                </a:cubicBezTo>
                <a:cubicBezTo>
                  <a:pt x="130" y="95"/>
                  <a:pt x="149" y="79"/>
                  <a:pt x="170" y="65"/>
                </a:cubicBezTo>
                <a:cubicBezTo>
                  <a:pt x="191" y="51"/>
                  <a:pt x="213" y="39"/>
                  <a:pt x="237" y="30"/>
                </a:cubicBezTo>
                <a:cubicBezTo>
                  <a:pt x="260" y="20"/>
                  <a:pt x="284" y="13"/>
                  <a:pt x="309" y="8"/>
                </a:cubicBezTo>
                <a:cubicBezTo>
                  <a:pt x="333" y="3"/>
                  <a:pt x="358" y="0"/>
                  <a:pt x="383" y="0"/>
                </a:cubicBezTo>
                <a:lnTo>
                  <a:pt x="3612" y="0"/>
                </a:lnTo>
                <a:cubicBezTo>
                  <a:pt x="3638" y="0"/>
                  <a:pt x="3662" y="3"/>
                  <a:pt x="3687" y="8"/>
                </a:cubicBezTo>
                <a:cubicBezTo>
                  <a:pt x="3712" y="13"/>
                  <a:pt x="3736" y="20"/>
                  <a:pt x="3759" y="30"/>
                </a:cubicBezTo>
                <a:cubicBezTo>
                  <a:pt x="3782" y="39"/>
                  <a:pt x="3805" y="51"/>
                  <a:pt x="3825" y="65"/>
                </a:cubicBezTo>
                <a:cubicBezTo>
                  <a:pt x="3846" y="79"/>
                  <a:pt x="3866" y="95"/>
                  <a:pt x="3884" y="113"/>
                </a:cubicBezTo>
                <a:cubicBezTo>
                  <a:pt x="3901" y="131"/>
                  <a:pt x="3917" y="150"/>
                  <a:pt x="3931" y="171"/>
                </a:cubicBezTo>
                <a:cubicBezTo>
                  <a:pt x="3945" y="192"/>
                  <a:pt x="3957" y="214"/>
                  <a:pt x="3967" y="237"/>
                </a:cubicBezTo>
                <a:cubicBezTo>
                  <a:pt x="3976" y="260"/>
                  <a:pt x="3984" y="284"/>
                  <a:pt x="3989" y="309"/>
                </a:cubicBezTo>
                <a:cubicBezTo>
                  <a:pt x="3994" y="334"/>
                  <a:pt x="3996" y="359"/>
                  <a:pt x="3996" y="384"/>
                </a:cubicBezTo>
                <a:cubicBezTo>
                  <a:pt x="3996" y="409"/>
                  <a:pt x="3994" y="434"/>
                  <a:pt x="3989" y="459"/>
                </a:cubicBezTo>
                <a:cubicBezTo>
                  <a:pt x="3984" y="484"/>
                  <a:pt x="3976" y="508"/>
                  <a:pt x="3967" y="531"/>
                </a:cubicBezTo>
                <a:cubicBezTo>
                  <a:pt x="3957" y="554"/>
                  <a:pt x="3945" y="576"/>
                  <a:pt x="3931" y="597"/>
                </a:cubicBezTo>
                <a:cubicBezTo>
                  <a:pt x="3917" y="618"/>
                  <a:pt x="3901" y="638"/>
                  <a:pt x="3884" y="656"/>
                </a:cubicBezTo>
                <a:cubicBezTo>
                  <a:pt x="3866" y="674"/>
                  <a:pt x="3846" y="690"/>
                  <a:pt x="3825" y="704"/>
                </a:cubicBezTo>
                <a:cubicBezTo>
                  <a:pt x="3805" y="718"/>
                  <a:pt x="3782" y="730"/>
                  <a:pt x="3759" y="739"/>
                </a:cubicBezTo>
                <a:cubicBezTo>
                  <a:pt x="3736" y="749"/>
                  <a:pt x="3712" y="756"/>
                  <a:pt x="3687" y="761"/>
                </a:cubicBezTo>
                <a:cubicBezTo>
                  <a:pt x="3662" y="766"/>
                  <a:pt x="3638" y="769"/>
                  <a:pt x="3612" y="769"/>
                </a:cubicBezTo>
                <a:lnTo>
                  <a:pt x="383" y="769"/>
                </a:lnTo>
                <a:cubicBezTo>
                  <a:pt x="358" y="769"/>
                  <a:pt x="333" y="766"/>
                  <a:pt x="309" y="761"/>
                </a:cubicBezTo>
                <a:cubicBezTo>
                  <a:pt x="284" y="756"/>
                  <a:pt x="260" y="749"/>
                  <a:pt x="237" y="739"/>
                </a:cubicBezTo>
                <a:cubicBezTo>
                  <a:pt x="213" y="730"/>
                  <a:pt x="191" y="718"/>
                  <a:pt x="170" y="704"/>
                </a:cubicBezTo>
                <a:cubicBezTo>
                  <a:pt x="149" y="690"/>
                  <a:pt x="130" y="674"/>
                  <a:pt x="112" y="656"/>
                </a:cubicBezTo>
                <a:cubicBezTo>
                  <a:pt x="94" y="638"/>
                  <a:pt x="78" y="618"/>
                  <a:pt x="64" y="597"/>
                </a:cubicBezTo>
                <a:cubicBezTo>
                  <a:pt x="50" y="576"/>
                  <a:pt x="39" y="554"/>
                  <a:pt x="29" y="531"/>
                </a:cubicBezTo>
                <a:cubicBezTo>
                  <a:pt x="19" y="508"/>
                  <a:pt x="12" y="484"/>
                  <a:pt x="7" y="459"/>
                </a:cubicBezTo>
                <a:cubicBezTo>
                  <a:pt x="2" y="434"/>
                  <a:pt x="0" y="409"/>
                  <a:pt x="0" y="384"/>
                </a:cubicBezTo>
                <a:close/>
              </a:path>
            </a:pathLst>
          </a:custGeom>
          <a:noFill/>
          <a:ln w="9360">
            <a:solidFill>
              <a:srgbClr val="0017c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3542400" y="2976120"/>
            <a:ext cx="18295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基盤の担当が強制する設定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6" name=""/>
          <p:cNvSpPr/>
          <p:nvPr/>
        </p:nvSpPr>
        <p:spPr>
          <a:xfrm>
            <a:off x="7119720" y="2947680"/>
            <a:ext cx="1038600" cy="276840"/>
          </a:xfrm>
          <a:custGeom>
            <a:avLst/>
            <a:gdLst/>
            <a:ahLst/>
            <a:rect l="0" t="0" r="r" b="b"/>
            <a:pathLst>
              <a:path w="2885" h="769">
                <a:moveTo>
                  <a:pt x="0" y="384"/>
                </a:moveTo>
                <a:cubicBezTo>
                  <a:pt x="0" y="359"/>
                  <a:pt x="3" y="334"/>
                  <a:pt x="7" y="309"/>
                </a:cubicBezTo>
                <a:cubicBezTo>
                  <a:pt x="12" y="284"/>
                  <a:pt x="20" y="260"/>
                  <a:pt x="29" y="237"/>
                </a:cubicBezTo>
                <a:cubicBezTo>
                  <a:pt x="39" y="214"/>
                  <a:pt x="51" y="192"/>
                  <a:pt x="65" y="171"/>
                </a:cubicBezTo>
                <a:cubicBezTo>
                  <a:pt x="79" y="150"/>
                  <a:pt x="95" y="131"/>
                  <a:pt x="112" y="113"/>
                </a:cubicBezTo>
                <a:cubicBezTo>
                  <a:pt x="130" y="95"/>
                  <a:pt x="150" y="79"/>
                  <a:pt x="171" y="65"/>
                </a:cubicBezTo>
                <a:cubicBezTo>
                  <a:pt x="192" y="51"/>
                  <a:pt x="214" y="39"/>
                  <a:pt x="237" y="30"/>
                </a:cubicBezTo>
                <a:cubicBezTo>
                  <a:pt x="260" y="20"/>
                  <a:pt x="284" y="13"/>
                  <a:pt x="309" y="8"/>
                </a:cubicBezTo>
                <a:cubicBezTo>
                  <a:pt x="334" y="3"/>
                  <a:pt x="359" y="0"/>
                  <a:pt x="384" y="0"/>
                </a:cubicBezTo>
                <a:lnTo>
                  <a:pt x="2501" y="0"/>
                </a:lnTo>
                <a:cubicBezTo>
                  <a:pt x="2527" y="0"/>
                  <a:pt x="2552" y="3"/>
                  <a:pt x="2576" y="8"/>
                </a:cubicBezTo>
                <a:cubicBezTo>
                  <a:pt x="2601" y="13"/>
                  <a:pt x="2625" y="20"/>
                  <a:pt x="2648" y="30"/>
                </a:cubicBezTo>
                <a:cubicBezTo>
                  <a:pt x="2672" y="39"/>
                  <a:pt x="2694" y="51"/>
                  <a:pt x="2715" y="65"/>
                </a:cubicBezTo>
                <a:cubicBezTo>
                  <a:pt x="2736" y="79"/>
                  <a:pt x="2755" y="95"/>
                  <a:pt x="2773" y="113"/>
                </a:cubicBezTo>
                <a:cubicBezTo>
                  <a:pt x="2791" y="131"/>
                  <a:pt x="2806" y="150"/>
                  <a:pt x="2820" y="171"/>
                </a:cubicBezTo>
                <a:cubicBezTo>
                  <a:pt x="2834" y="192"/>
                  <a:pt x="2846" y="214"/>
                  <a:pt x="2856" y="237"/>
                </a:cubicBezTo>
                <a:cubicBezTo>
                  <a:pt x="2865" y="260"/>
                  <a:pt x="2873" y="284"/>
                  <a:pt x="2878" y="309"/>
                </a:cubicBezTo>
                <a:cubicBezTo>
                  <a:pt x="2883" y="334"/>
                  <a:pt x="2885" y="359"/>
                  <a:pt x="2885" y="384"/>
                </a:cubicBezTo>
                <a:cubicBezTo>
                  <a:pt x="2885" y="409"/>
                  <a:pt x="2883" y="434"/>
                  <a:pt x="2878" y="459"/>
                </a:cubicBezTo>
                <a:cubicBezTo>
                  <a:pt x="2873" y="484"/>
                  <a:pt x="2865" y="508"/>
                  <a:pt x="2856" y="531"/>
                </a:cubicBezTo>
                <a:cubicBezTo>
                  <a:pt x="2846" y="554"/>
                  <a:pt x="2834" y="576"/>
                  <a:pt x="2820" y="597"/>
                </a:cubicBezTo>
                <a:cubicBezTo>
                  <a:pt x="2806" y="618"/>
                  <a:pt x="2791" y="638"/>
                  <a:pt x="2773" y="656"/>
                </a:cubicBezTo>
                <a:cubicBezTo>
                  <a:pt x="2755" y="674"/>
                  <a:pt x="2736" y="690"/>
                  <a:pt x="2715" y="704"/>
                </a:cubicBezTo>
                <a:cubicBezTo>
                  <a:pt x="2694" y="718"/>
                  <a:pt x="2672" y="730"/>
                  <a:pt x="2648" y="739"/>
                </a:cubicBezTo>
                <a:cubicBezTo>
                  <a:pt x="2625" y="749"/>
                  <a:pt x="2601" y="756"/>
                  <a:pt x="2576" y="761"/>
                </a:cubicBezTo>
                <a:cubicBezTo>
                  <a:pt x="2552" y="766"/>
                  <a:pt x="2527" y="769"/>
                  <a:pt x="2501" y="769"/>
                </a:cubicBezTo>
                <a:lnTo>
                  <a:pt x="384" y="769"/>
                </a:lnTo>
                <a:cubicBezTo>
                  <a:pt x="359" y="769"/>
                  <a:pt x="334" y="766"/>
                  <a:pt x="309" y="761"/>
                </a:cubicBezTo>
                <a:cubicBezTo>
                  <a:pt x="284" y="756"/>
                  <a:pt x="260" y="749"/>
                  <a:pt x="237" y="739"/>
                </a:cubicBezTo>
                <a:cubicBezTo>
                  <a:pt x="214" y="730"/>
                  <a:pt x="192" y="718"/>
                  <a:pt x="171" y="704"/>
                </a:cubicBezTo>
                <a:cubicBezTo>
                  <a:pt x="150" y="690"/>
                  <a:pt x="130" y="674"/>
                  <a:pt x="112" y="656"/>
                </a:cubicBezTo>
                <a:cubicBezTo>
                  <a:pt x="95" y="638"/>
                  <a:pt x="79" y="618"/>
                  <a:pt x="65" y="597"/>
                </a:cubicBezTo>
                <a:cubicBezTo>
                  <a:pt x="51" y="576"/>
                  <a:pt x="39" y="554"/>
                  <a:pt x="29" y="531"/>
                </a:cubicBezTo>
                <a:cubicBezTo>
                  <a:pt x="20" y="508"/>
                  <a:pt x="12" y="484"/>
                  <a:pt x="7" y="459"/>
                </a:cubicBezTo>
                <a:cubicBezTo>
                  <a:pt x="3" y="434"/>
                  <a:pt x="0" y="409"/>
                  <a:pt x="0" y="38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7" name=""/>
          <p:cNvSpPr/>
          <p:nvPr/>
        </p:nvSpPr>
        <p:spPr>
          <a:xfrm>
            <a:off x="7119720" y="2947680"/>
            <a:ext cx="1038600" cy="276840"/>
          </a:xfrm>
          <a:custGeom>
            <a:avLst/>
            <a:gdLst/>
            <a:ahLst/>
            <a:rect l="0" t="0" r="r" b="b"/>
            <a:pathLst>
              <a:path w="2885" h="769">
                <a:moveTo>
                  <a:pt x="0" y="384"/>
                </a:moveTo>
                <a:cubicBezTo>
                  <a:pt x="0" y="359"/>
                  <a:pt x="3" y="334"/>
                  <a:pt x="7" y="309"/>
                </a:cubicBezTo>
                <a:cubicBezTo>
                  <a:pt x="12" y="284"/>
                  <a:pt x="20" y="260"/>
                  <a:pt x="29" y="237"/>
                </a:cubicBezTo>
                <a:cubicBezTo>
                  <a:pt x="39" y="214"/>
                  <a:pt x="51" y="192"/>
                  <a:pt x="65" y="171"/>
                </a:cubicBezTo>
                <a:cubicBezTo>
                  <a:pt x="79" y="150"/>
                  <a:pt x="95" y="131"/>
                  <a:pt x="112" y="113"/>
                </a:cubicBezTo>
                <a:cubicBezTo>
                  <a:pt x="130" y="95"/>
                  <a:pt x="150" y="79"/>
                  <a:pt x="171" y="65"/>
                </a:cubicBezTo>
                <a:cubicBezTo>
                  <a:pt x="192" y="51"/>
                  <a:pt x="214" y="39"/>
                  <a:pt x="237" y="30"/>
                </a:cubicBezTo>
                <a:cubicBezTo>
                  <a:pt x="260" y="20"/>
                  <a:pt x="284" y="13"/>
                  <a:pt x="309" y="8"/>
                </a:cubicBezTo>
                <a:cubicBezTo>
                  <a:pt x="334" y="3"/>
                  <a:pt x="359" y="0"/>
                  <a:pt x="384" y="0"/>
                </a:cubicBezTo>
                <a:lnTo>
                  <a:pt x="2501" y="0"/>
                </a:lnTo>
                <a:cubicBezTo>
                  <a:pt x="2527" y="0"/>
                  <a:pt x="2552" y="3"/>
                  <a:pt x="2576" y="8"/>
                </a:cubicBezTo>
                <a:cubicBezTo>
                  <a:pt x="2601" y="13"/>
                  <a:pt x="2625" y="20"/>
                  <a:pt x="2648" y="30"/>
                </a:cubicBezTo>
                <a:cubicBezTo>
                  <a:pt x="2672" y="39"/>
                  <a:pt x="2694" y="51"/>
                  <a:pt x="2715" y="65"/>
                </a:cubicBezTo>
                <a:cubicBezTo>
                  <a:pt x="2736" y="79"/>
                  <a:pt x="2755" y="95"/>
                  <a:pt x="2773" y="113"/>
                </a:cubicBezTo>
                <a:cubicBezTo>
                  <a:pt x="2791" y="131"/>
                  <a:pt x="2806" y="150"/>
                  <a:pt x="2820" y="171"/>
                </a:cubicBezTo>
                <a:cubicBezTo>
                  <a:pt x="2834" y="192"/>
                  <a:pt x="2846" y="214"/>
                  <a:pt x="2856" y="237"/>
                </a:cubicBezTo>
                <a:cubicBezTo>
                  <a:pt x="2865" y="260"/>
                  <a:pt x="2873" y="284"/>
                  <a:pt x="2878" y="309"/>
                </a:cubicBezTo>
                <a:cubicBezTo>
                  <a:pt x="2883" y="334"/>
                  <a:pt x="2885" y="359"/>
                  <a:pt x="2885" y="384"/>
                </a:cubicBezTo>
                <a:cubicBezTo>
                  <a:pt x="2885" y="409"/>
                  <a:pt x="2883" y="434"/>
                  <a:pt x="2878" y="459"/>
                </a:cubicBezTo>
                <a:cubicBezTo>
                  <a:pt x="2873" y="484"/>
                  <a:pt x="2865" y="508"/>
                  <a:pt x="2856" y="531"/>
                </a:cubicBezTo>
                <a:cubicBezTo>
                  <a:pt x="2846" y="554"/>
                  <a:pt x="2834" y="576"/>
                  <a:pt x="2820" y="597"/>
                </a:cubicBezTo>
                <a:cubicBezTo>
                  <a:pt x="2806" y="618"/>
                  <a:pt x="2791" y="638"/>
                  <a:pt x="2773" y="656"/>
                </a:cubicBezTo>
                <a:cubicBezTo>
                  <a:pt x="2755" y="674"/>
                  <a:pt x="2736" y="690"/>
                  <a:pt x="2715" y="704"/>
                </a:cubicBezTo>
                <a:cubicBezTo>
                  <a:pt x="2694" y="718"/>
                  <a:pt x="2672" y="730"/>
                  <a:pt x="2648" y="739"/>
                </a:cubicBezTo>
                <a:cubicBezTo>
                  <a:pt x="2625" y="749"/>
                  <a:pt x="2601" y="756"/>
                  <a:pt x="2576" y="761"/>
                </a:cubicBezTo>
                <a:cubicBezTo>
                  <a:pt x="2552" y="766"/>
                  <a:pt x="2527" y="769"/>
                  <a:pt x="2501" y="769"/>
                </a:cubicBezTo>
                <a:lnTo>
                  <a:pt x="384" y="769"/>
                </a:lnTo>
                <a:cubicBezTo>
                  <a:pt x="359" y="769"/>
                  <a:pt x="334" y="766"/>
                  <a:pt x="309" y="761"/>
                </a:cubicBezTo>
                <a:cubicBezTo>
                  <a:pt x="284" y="756"/>
                  <a:pt x="260" y="749"/>
                  <a:pt x="237" y="739"/>
                </a:cubicBezTo>
                <a:cubicBezTo>
                  <a:pt x="214" y="730"/>
                  <a:pt x="192" y="718"/>
                  <a:pt x="171" y="704"/>
                </a:cubicBezTo>
                <a:cubicBezTo>
                  <a:pt x="150" y="690"/>
                  <a:pt x="130" y="674"/>
                  <a:pt x="112" y="656"/>
                </a:cubicBezTo>
                <a:cubicBezTo>
                  <a:pt x="95" y="638"/>
                  <a:pt x="79" y="618"/>
                  <a:pt x="65" y="597"/>
                </a:cubicBezTo>
                <a:cubicBezTo>
                  <a:pt x="51" y="576"/>
                  <a:pt x="39" y="554"/>
                  <a:pt x="29" y="531"/>
                </a:cubicBezTo>
                <a:cubicBezTo>
                  <a:pt x="20" y="508"/>
                  <a:pt x="12" y="484"/>
                  <a:pt x="7" y="459"/>
                </a:cubicBezTo>
                <a:cubicBezTo>
                  <a:pt x="3" y="434"/>
                  <a:pt x="0" y="409"/>
                  <a:pt x="0" y="384"/>
                </a:cubicBezTo>
                <a:close/>
              </a:path>
            </a:pathLst>
          </a:custGeom>
          <a:noFill/>
          <a:ln w="9360">
            <a:solidFill>
              <a:srgbClr val="0017c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5733360" y="2976120"/>
            <a:ext cx="124668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附属書</a:t>
            </a:r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A</a:t>
            </a:r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との比較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9" name=""/>
          <p:cNvSpPr/>
          <p:nvPr/>
        </p:nvSpPr>
        <p:spPr>
          <a:xfrm>
            <a:off x="1809720" y="3409920"/>
            <a:ext cx="1219320" cy="648000"/>
          </a:xfrm>
          <a:custGeom>
            <a:avLst/>
            <a:gdLst/>
            <a:ahLst/>
            <a:rect l="0" t="0" r="r" b="b"/>
            <a:pathLst>
              <a:path w="3387" h="1800">
                <a:moveTo>
                  <a:pt x="0" y="1615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2"/>
                  <a:pt x="55" y="54"/>
                </a:cubicBezTo>
                <a:cubicBezTo>
                  <a:pt x="63" y="45"/>
                  <a:pt x="73" y="38"/>
                  <a:pt x="83" y="31"/>
                </a:cubicBezTo>
                <a:cubicBezTo>
                  <a:pt x="93" y="24"/>
                  <a:pt x="104" y="18"/>
                  <a:pt x="115" y="14"/>
                </a:cubicBezTo>
                <a:cubicBezTo>
                  <a:pt x="126" y="9"/>
                  <a:pt x="138" y="6"/>
                  <a:pt x="150" y="3"/>
                </a:cubicBezTo>
                <a:cubicBezTo>
                  <a:pt x="162" y="1"/>
                  <a:pt x="174" y="0"/>
                  <a:pt x="186" y="0"/>
                </a:cubicBezTo>
                <a:lnTo>
                  <a:pt x="3202" y="0"/>
                </a:lnTo>
                <a:cubicBezTo>
                  <a:pt x="3214" y="0"/>
                  <a:pt x="3226" y="1"/>
                  <a:pt x="3238" y="3"/>
                </a:cubicBezTo>
                <a:cubicBezTo>
                  <a:pt x="3250" y="6"/>
                  <a:pt x="3262" y="9"/>
                  <a:pt x="3273" y="14"/>
                </a:cubicBezTo>
                <a:cubicBezTo>
                  <a:pt x="3284" y="18"/>
                  <a:pt x="3295" y="24"/>
                  <a:pt x="3305" y="31"/>
                </a:cubicBezTo>
                <a:cubicBezTo>
                  <a:pt x="3315" y="38"/>
                  <a:pt x="3324" y="45"/>
                  <a:pt x="3333" y="54"/>
                </a:cubicBezTo>
                <a:cubicBezTo>
                  <a:pt x="3342" y="62"/>
                  <a:pt x="3349" y="72"/>
                  <a:pt x="3356" y="82"/>
                </a:cubicBezTo>
                <a:cubicBezTo>
                  <a:pt x="3363" y="92"/>
                  <a:pt x="3368" y="103"/>
                  <a:pt x="3373" y="114"/>
                </a:cubicBezTo>
                <a:cubicBezTo>
                  <a:pt x="3378" y="125"/>
                  <a:pt x="3381" y="137"/>
                  <a:pt x="3384" y="149"/>
                </a:cubicBezTo>
                <a:cubicBezTo>
                  <a:pt x="3386" y="161"/>
                  <a:pt x="3387" y="173"/>
                  <a:pt x="3387" y="185"/>
                </a:cubicBezTo>
                <a:lnTo>
                  <a:pt x="3387" y="1615"/>
                </a:lnTo>
                <a:cubicBezTo>
                  <a:pt x="3387" y="1627"/>
                  <a:pt x="3386" y="1639"/>
                  <a:pt x="3384" y="1651"/>
                </a:cubicBezTo>
                <a:cubicBezTo>
                  <a:pt x="3381" y="1663"/>
                  <a:pt x="3378" y="1674"/>
                  <a:pt x="3373" y="1685"/>
                </a:cubicBezTo>
                <a:cubicBezTo>
                  <a:pt x="3368" y="1697"/>
                  <a:pt x="3363" y="1707"/>
                  <a:pt x="3356" y="1717"/>
                </a:cubicBezTo>
                <a:cubicBezTo>
                  <a:pt x="3349" y="1728"/>
                  <a:pt x="3342" y="1737"/>
                  <a:pt x="3333" y="1746"/>
                </a:cubicBezTo>
                <a:cubicBezTo>
                  <a:pt x="3324" y="1754"/>
                  <a:pt x="3315" y="1762"/>
                  <a:pt x="3305" y="1769"/>
                </a:cubicBezTo>
                <a:cubicBezTo>
                  <a:pt x="3295" y="1775"/>
                  <a:pt x="3284" y="1781"/>
                  <a:pt x="3273" y="1786"/>
                </a:cubicBezTo>
                <a:cubicBezTo>
                  <a:pt x="3262" y="1790"/>
                  <a:pt x="3250" y="1794"/>
                  <a:pt x="3238" y="1796"/>
                </a:cubicBezTo>
                <a:cubicBezTo>
                  <a:pt x="3226" y="1799"/>
                  <a:pt x="3214" y="1800"/>
                  <a:pt x="3202" y="1800"/>
                </a:cubicBezTo>
                <a:lnTo>
                  <a:pt x="186" y="1800"/>
                </a:lnTo>
                <a:cubicBezTo>
                  <a:pt x="174" y="1800"/>
                  <a:pt x="162" y="1799"/>
                  <a:pt x="150" y="1796"/>
                </a:cubicBezTo>
                <a:cubicBezTo>
                  <a:pt x="138" y="1794"/>
                  <a:pt x="126" y="1790"/>
                  <a:pt x="115" y="1786"/>
                </a:cubicBezTo>
                <a:cubicBezTo>
                  <a:pt x="104" y="1781"/>
                  <a:pt x="93" y="1775"/>
                  <a:pt x="83" y="1769"/>
                </a:cubicBezTo>
                <a:cubicBezTo>
                  <a:pt x="73" y="1762"/>
                  <a:pt x="63" y="1754"/>
                  <a:pt x="55" y="1746"/>
                </a:cubicBezTo>
                <a:cubicBezTo>
                  <a:pt x="45" y="1737"/>
                  <a:pt x="38" y="1728"/>
                  <a:pt x="31" y="1717"/>
                </a:cubicBezTo>
                <a:cubicBezTo>
                  <a:pt x="24" y="1707"/>
                  <a:pt x="18" y="1697"/>
                  <a:pt x="14" y="1685"/>
                </a:cubicBezTo>
                <a:cubicBezTo>
                  <a:pt x="9" y="1674"/>
                  <a:pt x="6" y="1663"/>
                  <a:pt x="3" y="1651"/>
                </a:cubicBezTo>
                <a:cubicBezTo>
                  <a:pt x="1" y="1639"/>
                  <a:pt x="0" y="1627"/>
                  <a:pt x="0" y="161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0" name=""/>
          <p:cNvSpPr/>
          <p:nvPr/>
        </p:nvSpPr>
        <p:spPr>
          <a:xfrm>
            <a:off x="1809720" y="3409920"/>
            <a:ext cx="1219320" cy="648000"/>
          </a:xfrm>
          <a:custGeom>
            <a:avLst/>
            <a:gdLst/>
            <a:ahLst/>
            <a:rect l="0" t="0" r="r" b="b"/>
            <a:pathLst>
              <a:path w="3387" h="1800">
                <a:moveTo>
                  <a:pt x="0" y="1615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2"/>
                  <a:pt x="55" y="54"/>
                </a:cubicBezTo>
                <a:cubicBezTo>
                  <a:pt x="63" y="45"/>
                  <a:pt x="73" y="38"/>
                  <a:pt x="83" y="31"/>
                </a:cubicBezTo>
                <a:cubicBezTo>
                  <a:pt x="93" y="24"/>
                  <a:pt x="104" y="18"/>
                  <a:pt x="115" y="14"/>
                </a:cubicBezTo>
                <a:cubicBezTo>
                  <a:pt x="126" y="9"/>
                  <a:pt x="138" y="6"/>
                  <a:pt x="150" y="3"/>
                </a:cubicBezTo>
                <a:cubicBezTo>
                  <a:pt x="162" y="1"/>
                  <a:pt x="174" y="0"/>
                  <a:pt x="186" y="0"/>
                </a:cubicBezTo>
                <a:lnTo>
                  <a:pt x="3202" y="0"/>
                </a:lnTo>
                <a:cubicBezTo>
                  <a:pt x="3214" y="0"/>
                  <a:pt x="3226" y="1"/>
                  <a:pt x="3238" y="3"/>
                </a:cubicBezTo>
                <a:cubicBezTo>
                  <a:pt x="3250" y="6"/>
                  <a:pt x="3262" y="9"/>
                  <a:pt x="3273" y="14"/>
                </a:cubicBezTo>
                <a:cubicBezTo>
                  <a:pt x="3284" y="18"/>
                  <a:pt x="3295" y="24"/>
                  <a:pt x="3305" y="31"/>
                </a:cubicBezTo>
                <a:cubicBezTo>
                  <a:pt x="3315" y="38"/>
                  <a:pt x="3324" y="45"/>
                  <a:pt x="3333" y="54"/>
                </a:cubicBezTo>
                <a:cubicBezTo>
                  <a:pt x="3342" y="62"/>
                  <a:pt x="3349" y="72"/>
                  <a:pt x="3356" y="82"/>
                </a:cubicBezTo>
                <a:cubicBezTo>
                  <a:pt x="3363" y="92"/>
                  <a:pt x="3368" y="103"/>
                  <a:pt x="3373" y="114"/>
                </a:cubicBezTo>
                <a:cubicBezTo>
                  <a:pt x="3378" y="125"/>
                  <a:pt x="3381" y="137"/>
                  <a:pt x="3384" y="149"/>
                </a:cubicBezTo>
                <a:cubicBezTo>
                  <a:pt x="3386" y="161"/>
                  <a:pt x="3387" y="173"/>
                  <a:pt x="3387" y="185"/>
                </a:cubicBezTo>
                <a:lnTo>
                  <a:pt x="3387" y="1615"/>
                </a:lnTo>
                <a:cubicBezTo>
                  <a:pt x="3387" y="1627"/>
                  <a:pt x="3386" y="1639"/>
                  <a:pt x="3384" y="1651"/>
                </a:cubicBezTo>
                <a:cubicBezTo>
                  <a:pt x="3381" y="1663"/>
                  <a:pt x="3378" y="1674"/>
                  <a:pt x="3373" y="1685"/>
                </a:cubicBezTo>
                <a:cubicBezTo>
                  <a:pt x="3368" y="1697"/>
                  <a:pt x="3363" y="1707"/>
                  <a:pt x="3356" y="1717"/>
                </a:cubicBezTo>
                <a:cubicBezTo>
                  <a:pt x="3349" y="1728"/>
                  <a:pt x="3342" y="1737"/>
                  <a:pt x="3333" y="1746"/>
                </a:cubicBezTo>
                <a:cubicBezTo>
                  <a:pt x="3324" y="1754"/>
                  <a:pt x="3315" y="1762"/>
                  <a:pt x="3305" y="1769"/>
                </a:cubicBezTo>
                <a:cubicBezTo>
                  <a:pt x="3295" y="1775"/>
                  <a:pt x="3284" y="1781"/>
                  <a:pt x="3273" y="1786"/>
                </a:cubicBezTo>
                <a:cubicBezTo>
                  <a:pt x="3262" y="1790"/>
                  <a:pt x="3250" y="1794"/>
                  <a:pt x="3238" y="1796"/>
                </a:cubicBezTo>
                <a:cubicBezTo>
                  <a:pt x="3226" y="1799"/>
                  <a:pt x="3214" y="1800"/>
                  <a:pt x="3202" y="1800"/>
                </a:cubicBezTo>
                <a:lnTo>
                  <a:pt x="186" y="1800"/>
                </a:lnTo>
                <a:cubicBezTo>
                  <a:pt x="174" y="1800"/>
                  <a:pt x="162" y="1799"/>
                  <a:pt x="150" y="1796"/>
                </a:cubicBezTo>
                <a:cubicBezTo>
                  <a:pt x="138" y="1794"/>
                  <a:pt x="126" y="1790"/>
                  <a:pt x="115" y="1786"/>
                </a:cubicBezTo>
                <a:cubicBezTo>
                  <a:pt x="104" y="1781"/>
                  <a:pt x="93" y="1775"/>
                  <a:pt x="83" y="1769"/>
                </a:cubicBezTo>
                <a:cubicBezTo>
                  <a:pt x="73" y="1762"/>
                  <a:pt x="63" y="1754"/>
                  <a:pt x="55" y="1746"/>
                </a:cubicBezTo>
                <a:cubicBezTo>
                  <a:pt x="45" y="1737"/>
                  <a:pt x="38" y="1728"/>
                  <a:pt x="31" y="1717"/>
                </a:cubicBezTo>
                <a:cubicBezTo>
                  <a:pt x="24" y="1707"/>
                  <a:pt x="18" y="1697"/>
                  <a:pt x="14" y="1685"/>
                </a:cubicBezTo>
                <a:cubicBezTo>
                  <a:pt x="9" y="1674"/>
                  <a:pt x="6" y="1663"/>
                  <a:pt x="3" y="1651"/>
                </a:cubicBezTo>
                <a:cubicBezTo>
                  <a:pt x="1" y="1639"/>
                  <a:pt x="0" y="1627"/>
                  <a:pt x="0" y="1615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1" name=""/>
          <p:cNvSpPr/>
          <p:nvPr/>
        </p:nvSpPr>
        <p:spPr>
          <a:xfrm>
            <a:off x="1977840" y="3606480"/>
            <a:ext cx="254520" cy="254520"/>
          </a:xfrm>
          <a:custGeom>
            <a:avLst/>
            <a:gdLst/>
            <a:ahLst/>
            <a:rect l="0" t="0" r="r" b="b"/>
            <a:pathLst>
              <a:path w="707" h="707">
                <a:moveTo>
                  <a:pt x="267" y="504"/>
                </a:moveTo>
                <a:lnTo>
                  <a:pt x="504" y="354"/>
                </a:lnTo>
                <a:lnTo>
                  <a:pt x="267" y="203"/>
                </a:lnTo>
                <a:lnTo>
                  <a:pt x="267" y="504"/>
                </a:lnTo>
                <a:moveTo>
                  <a:pt x="353" y="707"/>
                </a:moveTo>
                <a:cubicBezTo>
                  <a:pt x="305" y="707"/>
                  <a:pt x="259" y="698"/>
                  <a:pt x="216" y="679"/>
                </a:cubicBezTo>
                <a:cubicBezTo>
                  <a:pt x="173" y="661"/>
                  <a:pt x="136" y="635"/>
                  <a:pt x="104" y="603"/>
                </a:cubicBezTo>
                <a:cubicBezTo>
                  <a:pt x="72" y="571"/>
                  <a:pt x="46" y="534"/>
                  <a:pt x="28" y="491"/>
                </a:cubicBezTo>
                <a:cubicBezTo>
                  <a:pt x="9" y="448"/>
                  <a:pt x="0" y="402"/>
                  <a:pt x="0" y="354"/>
                </a:cubicBezTo>
                <a:cubicBezTo>
                  <a:pt x="0" y="305"/>
                  <a:pt x="9" y="260"/>
                  <a:pt x="28" y="217"/>
                </a:cubicBezTo>
                <a:cubicBezTo>
                  <a:pt x="46" y="173"/>
                  <a:pt x="72" y="135"/>
                  <a:pt x="104" y="104"/>
                </a:cubicBezTo>
                <a:cubicBezTo>
                  <a:pt x="136" y="72"/>
                  <a:pt x="173" y="47"/>
                  <a:pt x="216" y="28"/>
                </a:cubicBezTo>
                <a:cubicBezTo>
                  <a:pt x="259" y="10"/>
                  <a:pt x="305" y="0"/>
                  <a:pt x="353" y="0"/>
                </a:cubicBezTo>
                <a:cubicBezTo>
                  <a:pt x="402" y="0"/>
                  <a:pt x="447" y="10"/>
                  <a:pt x="490" y="28"/>
                </a:cubicBezTo>
                <a:cubicBezTo>
                  <a:pt x="534" y="47"/>
                  <a:pt x="572" y="72"/>
                  <a:pt x="603" y="104"/>
                </a:cubicBezTo>
                <a:cubicBezTo>
                  <a:pt x="635" y="135"/>
                  <a:pt x="660" y="173"/>
                  <a:pt x="679" y="217"/>
                </a:cubicBezTo>
                <a:cubicBezTo>
                  <a:pt x="697" y="260"/>
                  <a:pt x="707" y="305"/>
                  <a:pt x="707" y="354"/>
                </a:cubicBezTo>
                <a:cubicBezTo>
                  <a:pt x="707" y="402"/>
                  <a:pt x="697" y="448"/>
                  <a:pt x="679" y="491"/>
                </a:cubicBezTo>
                <a:cubicBezTo>
                  <a:pt x="660" y="534"/>
                  <a:pt x="635" y="571"/>
                  <a:pt x="603" y="603"/>
                </a:cubicBezTo>
                <a:cubicBezTo>
                  <a:pt x="572" y="635"/>
                  <a:pt x="534" y="661"/>
                  <a:pt x="490" y="679"/>
                </a:cubicBezTo>
                <a:cubicBezTo>
                  <a:pt x="447" y="698"/>
                  <a:pt x="402" y="707"/>
                  <a:pt x="353" y="707"/>
                </a:cubicBezTo>
                <a:moveTo>
                  <a:pt x="353" y="654"/>
                </a:moveTo>
                <a:cubicBezTo>
                  <a:pt x="436" y="654"/>
                  <a:pt x="508" y="625"/>
                  <a:pt x="566" y="566"/>
                </a:cubicBezTo>
                <a:cubicBezTo>
                  <a:pt x="625" y="508"/>
                  <a:pt x="654" y="437"/>
                  <a:pt x="654" y="354"/>
                </a:cubicBezTo>
                <a:cubicBezTo>
                  <a:pt x="654" y="271"/>
                  <a:pt x="625" y="199"/>
                  <a:pt x="566" y="141"/>
                </a:cubicBezTo>
                <a:cubicBezTo>
                  <a:pt x="508" y="82"/>
                  <a:pt x="436" y="53"/>
                  <a:pt x="353" y="53"/>
                </a:cubicBezTo>
                <a:cubicBezTo>
                  <a:pt x="270" y="53"/>
                  <a:pt x="199" y="82"/>
                  <a:pt x="141" y="141"/>
                </a:cubicBezTo>
                <a:cubicBezTo>
                  <a:pt x="82" y="199"/>
                  <a:pt x="53" y="271"/>
                  <a:pt x="53" y="354"/>
                </a:cubicBezTo>
                <a:cubicBezTo>
                  <a:pt x="53" y="437"/>
                  <a:pt x="82" y="508"/>
                  <a:pt x="141" y="566"/>
                </a:cubicBezTo>
                <a:cubicBezTo>
                  <a:pt x="199" y="625"/>
                  <a:pt x="270" y="654"/>
                  <a:pt x="353" y="654"/>
                </a:cubicBezTo>
                <a:moveTo>
                  <a:pt x="353" y="354"/>
                </a:moveTo>
                <a:lnTo>
                  <a:pt x="353" y="354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7253280" y="2976120"/>
            <a:ext cx="7628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残留リスク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2332800" y="3588840"/>
            <a:ext cx="3816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運用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4" name=""/>
          <p:cNvSpPr/>
          <p:nvPr/>
        </p:nvSpPr>
        <p:spPr>
          <a:xfrm>
            <a:off x="3404880" y="3786120"/>
            <a:ext cx="1343520" cy="276480"/>
          </a:xfrm>
          <a:custGeom>
            <a:avLst/>
            <a:gdLst/>
            <a:ahLst/>
            <a:rect l="0" t="0" r="r" b="b"/>
            <a:pathLst>
              <a:path w="3732" h="768">
                <a:moveTo>
                  <a:pt x="0" y="383"/>
                </a:moveTo>
                <a:cubicBezTo>
                  <a:pt x="0" y="358"/>
                  <a:pt x="3" y="333"/>
                  <a:pt x="8" y="308"/>
                </a:cubicBezTo>
                <a:cubicBezTo>
                  <a:pt x="13" y="284"/>
                  <a:pt x="20" y="260"/>
                  <a:pt x="30" y="237"/>
                </a:cubicBezTo>
                <a:cubicBezTo>
                  <a:pt x="39" y="213"/>
                  <a:pt x="51" y="191"/>
                  <a:pt x="65" y="170"/>
                </a:cubicBezTo>
                <a:cubicBezTo>
                  <a:pt x="79" y="149"/>
                  <a:pt x="95" y="130"/>
                  <a:pt x="113" y="112"/>
                </a:cubicBezTo>
                <a:cubicBezTo>
                  <a:pt x="131" y="94"/>
                  <a:pt x="150" y="78"/>
                  <a:pt x="171" y="64"/>
                </a:cubicBezTo>
                <a:cubicBezTo>
                  <a:pt x="192" y="50"/>
                  <a:pt x="214" y="39"/>
                  <a:pt x="237" y="29"/>
                </a:cubicBezTo>
                <a:cubicBezTo>
                  <a:pt x="260" y="19"/>
                  <a:pt x="284" y="12"/>
                  <a:pt x="309" y="7"/>
                </a:cubicBezTo>
                <a:cubicBezTo>
                  <a:pt x="334" y="2"/>
                  <a:pt x="359" y="0"/>
                  <a:pt x="384" y="0"/>
                </a:cubicBezTo>
                <a:lnTo>
                  <a:pt x="3347" y="0"/>
                </a:lnTo>
                <a:cubicBezTo>
                  <a:pt x="3373" y="0"/>
                  <a:pt x="3397" y="2"/>
                  <a:pt x="3422" y="7"/>
                </a:cubicBezTo>
                <a:cubicBezTo>
                  <a:pt x="3447" y="12"/>
                  <a:pt x="3471" y="19"/>
                  <a:pt x="3494" y="29"/>
                </a:cubicBezTo>
                <a:cubicBezTo>
                  <a:pt x="3517" y="39"/>
                  <a:pt x="3540" y="50"/>
                  <a:pt x="3560" y="64"/>
                </a:cubicBezTo>
                <a:cubicBezTo>
                  <a:pt x="3581" y="78"/>
                  <a:pt x="3602" y="94"/>
                  <a:pt x="3620" y="112"/>
                </a:cubicBezTo>
                <a:cubicBezTo>
                  <a:pt x="3637" y="130"/>
                  <a:pt x="3653" y="149"/>
                  <a:pt x="3667" y="170"/>
                </a:cubicBezTo>
                <a:cubicBezTo>
                  <a:pt x="3681" y="191"/>
                  <a:pt x="3693" y="213"/>
                  <a:pt x="3703" y="237"/>
                </a:cubicBezTo>
                <a:cubicBezTo>
                  <a:pt x="3712" y="260"/>
                  <a:pt x="3720" y="284"/>
                  <a:pt x="3725" y="308"/>
                </a:cubicBezTo>
                <a:cubicBezTo>
                  <a:pt x="3730" y="333"/>
                  <a:pt x="3732" y="358"/>
                  <a:pt x="3732" y="383"/>
                </a:cubicBezTo>
                <a:cubicBezTo>
                  <a:pt x="3732" y="409"/>
                  <a:pt x="3730" y="433"/>
                  <a:pt x="3725" y="458"/>
                </a:cubicBezTo>
                <a:cubicBezTo>
                  <a:pt x="3720" y="483"/>
                  <a:pt x="3712" y="507"/>
                  <a:pt x="3703" y="530"/>
                </a:cubicBezTo>
                <a:cubicBezTo>
                  <a:pt x="3693" y="553"/>
                  <a:pt x="3681" y="576"/>
                  <a:pt x="3667" y="596"/>
                </a:cubicBezTo>
                <a:cubicBezTo>
                  <a:pt x="3653" y="618"/>
                  <a:pt x="3637" y="638"/>
                  <a:pt x="3620" y="656"/>
                </a:cubicBezTo>
                <a:cubicBezTo>
                  <a:pt x="3602" y="673"/>
                  <a:pt x="3581" y="689"/>
                  <a:pt x="3560" y="703"/>
                </a:cubicBezTo>
                <a:cubicBezTo>
                  <a:pt x="3540" y="717"/>
                  <a:pt x="3517" y="729"/>
                  <a:pt x="3494" y="739"/>
                </a:cubicBezTo>
                <a:cubicBezTo>
                  <a:pt x="3471" y="748"/>
                  <a:pt x="3447" y="756"/>
                  <a:pt x="3422" y="761"/>
                </a:cubicBezTo>
                <a:cubicBezTo>
                  <a:pt x="3397" y="766"/>
                  <a:pt x="3373" y="768"/>
                  <a:pt x="3347" y="768"/>
                </a:cubicBezTo>
                <a:lnTo>
                  <a:pt x="384" y="768"/>
                </a:lnTo>
                <a:cubicBezTo>
                  <a:pt x="359" y="768"/>
                  <a:pt x="334" y="766"/>
                  <a:pt x="309" y="761"/>
                </a:cubicBezTo>
                <a:cubicBezTo>
                  <a:pt x="284" y="756"/>
                  <a:pt x="260" y="748"/>
                  <a:pt x="237" y="739"/>
                </a:cubicBezTo>
                <a:cubicBezTo>
                  <a:pt x="214" y="729"/>
                  <a:pt x="192" y="717"/>
                  <a:pt x="171" y="703"/>
                </a:cubicBezTo>
                <a:cubicBezTo>
                  <a:pt x="150" y="689"/>
                  <a:pt x="131" y="673"/>
                  <a:pt x="113" y="656"/>
                </a:cubicBezTo>
                <a:cubicBezTo>
                  <a:pt x="95" y="638"/>
                  <a:pt x="79" y="618"/>
                  <a:pt x="65" y="596"/>
                </a:cubicBezTo>
                <a:cubicBezTo>
                  <a:pt x="51" y="576"/>
                  <a:pt x="39" y="553"/>
                  <a:pt x="30" y="530"/>
                </a:cubicBezTo>
                <a:cubicBezTo>
                  <a:pt x="20" y="507"/>
                  <a:pt x="13" y="483"/>
                  <a:pt x="8" y="458"/>
                </a:cubicBezTo>
                <a:cubicBezTo>
                  <a:pt x="3" y="433"/>
                  <a:pt x="0" y="409"/>
                  <a:pt x="0" y="38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5" name=""/>
          <p:cNvSpPr/>
          <p:nvPr/>
        </p:nvSpPr>
        <p:spPr>
          <a:xfrm>
            <a:off x="3404880" y="3786120"/>
            <a:ext cx="1343520" cy="276480"/>
          </a:xfrm>
          <a:custGeom>
            <a:avLst/>
            <a:gdLst/>
            <a:ahLst/>
            <a:rect l="0" t="0" r="r" b="b"/>
            <a:pathLst>
              <a:path w="3732" h="768">
                <a:moveTo>
                  <a:pt x="0" y="383"/>
                </a:moveTo>
                <a:cubicBezTo>
                  <a:pt x="0" y="358"/>
                  <a:pt x="3" y="333"/>
                  <a:pt x="8" y="308"/>
                </a:cubicBezTo>
                <a:cubicBezTo>
                  <a:pt x="13" y="284"/>
                  <a:pt x="20" y="260"/>
                  <a:pt x="30" y="237"/>
                </a:cubicBezTo>
                <a:cubicBezTo>
                  <a:pt x="39" y="213"/>
                  <a:pt x="51" y="191"/>
                  <a:pt x="65" y="170"/>
                </a:cubicBezTo>
                <a:cubicBezTo>
                  <a:pt x="79" y="149"/>
                  <a:pt x="95" y="130"/>
                  <a:pt x="113" y="112"/>
                </a:cubicBezTo>
                <a:cubicBezTo>
                  <a:pt x="131" y="94"/>
                  <a:pt x="150" y="78"/>
                  <a:pt x="171" y="64"/>
                </a:cubicBezTo>
                <a:cubicBezTo>
                  <a:pt x="192" y="50"/>
                  <a:pt x="214" y="39"/>
                  <a:pt x="237" y="29"/>
                </a:cubicBezTo>
                <a:cubicBezTo>
                  <a:pt x="260" y="19"/>
                  <a:pt x="284" y="12"/>
                  <a:pt x="309" y="7"/>
                </a:cubicBezTo>
                <a:cubicBezTo>
                  <a:pt x="334" y="2"/>
                  <a:pt x="359" y="0"/>
                  <a:pt x="384" y="0"/>
                </a:cubicBezTo>
                <a:lnTo>
                  <a:pt x="3347" y="0"/>
                </a:lnTo>
                <a:cubicBezTo>
                  <a:pt x="3373" y="0"/>
                  <a:pt x="3397" y="2"/>
                  <a:pt x="3422" y="7"/>
                </a:cubicBezTo>
                <a:cubicBezTo>
                  <a:pt x="3447" y="12"/>
                  <a:pt x="3471" y="19"/>
                  <a:pt x="3494" y="29"/>
                </a:cubicBezTo>
                <a:cubicBezTo>
                  <a:pt x="3517" y="39"/>
                  <a:pt x="3540" y="50"/>
                  <a:pt x="3560" y="64"/>
                </a:cubicBezTo>
                <a:cubicBezTo>
                  <a:pt x="3581" y="78"/>
                  <a:pt x="3602" y="94"/>
                  <a:pt x="3620" y="112"/>
                </a:cubicBezTo>
                <a:cubicBezTo>
                  <a:pt x="3637" y="130"/>
                  <a:pt x="3653" y="149"/>
                  <a:pt x="3667" y="170"/>
                </a:cubicBezTo>
                <a:cubicBezTo>
                  <a:pt x="3681" y="191"/>
                  <a:pt x="3693" y="213"/>
                  <a:pt x="3703" y="237"/>
                </a:cubicBezTo>
                <a:cubicBezTo>
                  <a:pt x="3712" y="260"/>
                  <a:pt x="3720" y="284"/>
                  <a:pt x="3725" y="308"/>
                </a:cubicBezTo>
                <a:cubicBezTo>
                  <a:pt x="3730" y="333"/>
                  <a:pt x="3732" y="358"/>
                  <a:pt x="3732" y="383"/>
                </a:cubicBezTo>
                <a:cubicBezTo>
                  <a:pt x="3732" y="409"/>
                  <a:pt x="3730" y="433"/>
                  <a:pt x="3725" y="458"/>
                </a:cubicBezTo>
                <a:cubicBezTo>
                  <a:pt x="3720" y="483"/>
                  <a:pt x="3712" y="507"/>
                  <a:pt x="3703" y="530"/>
                </a:cubicBezTo>
                <a:cubicBezTo>
                  <a:pt x="3693" y="553"/>
                  <a:pt x="3681" y="576"/>
                  <a:pt x="3667" y="596"/>
                </a:cubicBezTo>
                <a:cubicBezTo>
                  <a:pt x="3653" y="618"/>
                  <a:pt x="3637" y="638"/>
                  <a:pt x="3620" y="656"/>
                </a:cubicBezTo>
                <a:cubicBezTo>
                  <a:pt x="3602" y="673"/>
                  <a:pt x="3581" y="689"/>
                  <a:pt x="3560" y="703"/>
                </a:cubicBezTo>
                <a:cubicBezTo>
                  <a:pt x="3540" y="717"/>
                  <a:pt x="3517" y="729"/>
                  <a:pt x="3494" y="739"/>
                </a:cubicBezTo>
                <a:cubicBezTo>
                  <a:pt x="3471" y="748"/>
                  <a:pt x="3447" y="756"/>
                  <a:pt x="3422" y="761"/>
                </a:cubicBezTo>
                <a:cubicBezTo>
                  <a:pt x="3397" y="766"/>
                  <a:pt x="3373" y="768"/>
                  <a:pt x="3347" y="768"/>
                </a:cubicBezTo>
                <a:lnTo>
                  <a:pt x="384" y="768"/>
                </a:lnTo>
                <a:cubicBezTo>
                  <a:pt x="359" y="768"/>
                  <a:pt x="334" y="766"/>
                  <a:pt x="309" y="761"/>
                </a:cubicBezTo>
                <a:cubicBezTo>
                  <a:pt x="284" y="756"/>
                  <a:pt x="260" y="748"/>
                  <a:pt x="237" y="739"/>
                </a:cubicBezTo>
                <a:cubicBezTo>
                  <a:pt x="214" y="729"/>
                  <a:pt x="192" y="717"/>
                  <a:pt x="171" y="703"/>
                </a:cubicBezTo>
                <a:cubicBezTo>
                  <a:pt x="150" y="689"/>
                  <a:pt x="131" y="673"/>
                  <a:pt x="113" y="656"/>
                </a:cubicBezTo>
                <a:cubicBezTo>
                  <a:pt x="95" y="638"/>
                  <a:pt x="79" y="618"/>
                  <a:pt x="65" y="596"/>
                </a:cubicBezTo>
                <a:cubicBezTo>
                  <a:pt x="51" y="576"/>
                  <a:pt x="39" y="553"/>
                  <a:pt x="30" y="530"/>
                </a:cubicBezTo>
                <a:cubicBezTo>
                  <a:pt x="20" y="507"/>
                  <a:pt x="13" y="483"/>
                  <a:pt x="8" y="458"/>
                </a:cubicBezTo>
                <a:cubicBezTo>
                  <a:pt x="3" y="433"/>
                  <a:pt x="0" y="409"/>
                  <a:pt x="0" y="383"/>
                </a:cubicBezTo>
                <a:close/>
              </a:path>
            </a:pathLst>
          </a:custGeom>
          <a:noFill/>
          <a:ln w="9360">
            <a:solidFill>
              <a:srgbClr val="0017c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3399480" y="3402000"/>
            <a:ext cx="71247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承認を得たら、利用開始、日々の利用、事故の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3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つの場面で運用する</a:t>
            </a:r>
            <a:endParaRPr b="0" lang="ja-JP" sz="18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7" name=""/>
          <p:cNvSpPr/>
          <p:nvPr/>
        </p:nvSpPr>
        <p:spPr>
          <a:xfrm>
            <a:off x="4833720" y="3786120"/>
            <a:ext cx="1648080" cy="276480"/>
          </a:xfrm>
          <a:custGeom>
            <a:avLst/>
            <a:gdLst/>
            <a:ahLst/>
            <a:rect l="0" t="0" r="r" b="b"/>
            <a:pathLst>
              <a:path w="4578" h="768">
                <a:moveTo>
                  <a:pt x="0" y="383"/>
                </a:moveTo>
                <a:cubicBezTo>
                  <a:pt x="0" y="358"/>
                  <a:pt x="3" y="333"/>
                  <a:pt x="7" y="308"/>
                </a:cubicBezTo>
                <a:cubicBezTo>
                  <a:pt x="12" y="284"/>
                  <a:pt x="20" y="260"/>
                  <a:pt x="29" y="237"/>
                </a:cubicBezTo>
                <a:cubicBezTo>
                  <a:pt x="39" y="213"/>
                  <a:pt x="51" y="191"/>
                  <a:pt x="65" y="170"/>
                </a:cubicBezTo>
                <a:cubicBezTo>
                  <a:pt x="79" y="149"/>
                  <a:pt x="95" y="130"/>
                  <a:pt x="112" y="112"/>
                </a:cubicBezTo>
                <a:cubicBezTo>
                  <a:pt x="130" y="94"/>
                  <a:pt x="150" y="78"/>
                  <a:pt x="171" y="64"/>
                </a:cubicBezTo>
                <a:cubicBezTo>
                  <a:pt x="192" y="50"/>
                  <a:pt x="214" y="39"/>
                  <a:pt x="237" y="29"/>
                </a:cubicBezTo>
                <a:cubicBezTo>
                  <a:pt x="260" y="19"/>
                  <a:pt x="284" y="12"/>
                  <a:pt x="309" y="7"/>
                </a:cubicBezTo>
                <a:cubicBezTo>
                  <a:pt x="334" y="2"/>
                  <a:pt x="359" y="0"/>
                  <a:pt x="384" y="0"/>
                </a:cubicBezTo>
                <a:lnTo>
                  <a:pt x="4195" y="0"/>
                </a:lnTo>
                <a:cubicBezTo>
                  <a:pt x="4220" y="0"/>
                  <a:pt x="4245" y="2"/>
                  <a:pt x="4270" y="7"/>
                </a:cubicBezTo>
                <a:cubicBezTo>
                  <a:pt x="4294" y="12"/>
                  <a:pt x="4318" y="19"/>
                  <a:pt x="4342" y="29"/>
                </a:cubicBezTo>
                <a:cubicBezTo>
                  <a:pt x="4365" y="39"/>
                  <a:pt x="4387" y="50"/>
                  <a:pt x="4408" y="64"/>
                </a:cubicBezTo>
                <a:cubicBezTo>
                  <a:pt x="4429" y="78"/>
                  <a:pt x="4448" y="94"/>
                  <a:pt x="4466" y="112"/>
                </a:cubicBezTo>
                <a:cubicBezTo>
                  <a:pt x="4484" y="130"/>
                  <a:pt x="4500" y="149"/>
                  <a:pt x="4514" y="170"/>
                </a:cubicBezTo>
                <a:cubicBezTo>
                  <a:pt x="4528" y="191"/>
                  <a:pt x="4540" y="213"/>
                  <a:pt x="4549" y="237"/>
                </a:cubicBezTo>
                <a:cubicBezTo>
                  <a:pt x="4559" y="260"/>
                  <a:pt x="4566" y="284"/>
                  <a:pt x="4571" y="308"/>
                </a:cubicBezTo>
                <a:cubicBezTo>
                  <a:pt x="4576" y="333"/>
                  <a:pt x="4578" y="358"/>
                  <a:pt x="4578" y="383"/>
                </a:cubicBezTo>
                <a:cubicBezTo>
                  <a:pt x="4578" y="409"/>
                  <a:pt x="4576" y="433"/>
                  <a:pt x="4571" y="458"/>
                </a:cubicBezTo>
                <a:cubicBezTo>
                  <a:pt x="4566" y="483"/>
                  <a:pt x="4559" y="507"/>
                  <a:pt x="4549" y="530"/>
                </a:cubicBezTo>
                <a:cubicBezTo>
                  <a:pt x="4540" y="553"/>
                  <a:pt x="4528" y="576"/>
                  <a:pt x="4514" y="596"/>
                </a:cubicBezTo>
                <a:cubicBezTo>
                  <a:pt x="4500" y="618"/>
                  <a:pt x="4484" y="638"/>
                  <a:pt x="4466" y="656"/>
                </a:cubicBezTo>
                <a:cubicBezTo>
                  <a:pt x="4448" y="673"/>
                  <a:pt x="4429" y="689"/>
                  <a:pt x="4408" y="703"/>
                </a:cubicBezTo>
                <a:cubicBezTo>
                  <a:pt x="4387" y="717"/>
                  <a:pt x="4365" y="729"/>
                  <a:pt x="4342" y="739"/>
                </a:cubicBezTo>
                <a:cubicBezTo>
                  <a:pt x="4318" y="748"/>
                  <a:pt x="4294" y="756"/>
                  <a:pt x="4270" y="761"/>
                </a:cubicBezTo>
                <a:cubicBezTo>
                  <a:pt x="4245" y="766"/>
                  <a:pt x="4220" y="768"/>
                  <a:pt x="4195" y="768"/>
                </a:cubicBezTo>
                <a:lnTo>
                  <a:pt x="384" y="768"/>
                </a:lnTo>
                <a:cubicBezTo>
                  <a:pt x="359" y="768"/>
                  <a:pt x="334" y="766"/>
                  <a:pt x="309" y="761"/>
                </a:cubicBezTo>
                <a:cubicBezTo>
                  <a:pt x="284" y="756"/>
                  <a:pt x="260" y="748"/>
                  <a:pt x="237" y="739"/>
                </a:cubicBezTo>
                <a:cubicBezTo>
                  <a:pt x="214" y="729"/>
                  <a:pt x="192" y="717"/>
                  <a:pt x="171" y="703"/>
                </a:cubicBezTo>
                <a:cubicBezTo>
                  <a:pt x="150" y="689"/>
                  <a:pt x="130" y="673"/>
                  <a:pt x="112" y="656"/>
                </a:cubicBezTo>
                <a:cubicBezTo>
                  <a:pt x="95" y="638"/>
                  <a:pt x="79" y="618"/>
                  <a:pt x="65" y="596"/>
                </a:cubicBezTo>
                <a:cubicBezTo>
                  <a:pt x="51" y="576"/>
                  <a:pt x="39" y="553"/>
                  <a:pt x="29" y="530"/>
                </a:cubicBezTo>
                <a:cubicBezTo>
                  <a:pt x="20" y="507"/>
                  <a:pt x="12" y="483"/>
                  <a:pt x="7" y="458"/>
                </a:cubicBezTo>
                <a:cubicBezTo>
                  <a:pt x="3" y="433"/>
                  <a:pt x="0" y="409"/>
                  <a:pt x="0" y="38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8" name=""/>
          <p:cNvSpPr/>
          <p:nvPr/>
        </p:nvSpPr>
        <p:spPr>
          <a:xfrm>
            <a:off x="4833720" y="3786120"/>
            <a:ext cx="1648080" cy="276480"/>
          </a:xfrm>
          <a:custGeom>
            <a:avLst/>
            <a:gdLst/>
            <a:ahLst/>
            <a:rect l="0" t="0" r="r" b="b"/>
            <a:pathLst>
              <a:path w="4578" h="768">
                <a:moveTo>
                  <a:pt x="0" y="383"/>
                </a:moveTo>
                <a:cubicBezTo>
                  <a:pt x="0" y="358"/>
                  <a:pt x="3" y="333"/>
                  <a:pt x="7" y="308"/>
                </a:cubicBezTo>
                <a:cubicBezTo>
                  <a:pt x="12" y="284"/>
                  <a:pt x="20" y="260"/>
                  <a:pt x="29" y="237"/>
                </a:cubicBezTo>
                <a:cubicBezTo>
                  <a:pt x="39" y="213"/>
                  <a:pt x="51" y="191"/>
                  <a:pt x="65" y="170"/>
                </a:cubicBezTo>
                <a:cubicBezTo>
                  <a:pt x="79" y="149"/>
                  <a:pt x="95" y="130"/>
                  <a:pt x="112" y="112"/>
                </a:cubicBezTo>
                <a:cubicBezTo>
                  <a:pt x="130" y="94"/>
                  <a:pt x="150" y="78"/>
                  <a:pt x="171" y="64"/>
                </a:cubicBezTo>
                <a:cubicBezTo>
                  <a:pt x="192" y="50"/>
                  <a:pt x="214" y="39"/>
                  <a:pt x="237" y="29"/>
                </a:cubicBezTo>
                <a:cubicBezTo>
                  <a:pt x="260" y="19"/>
                  <a:pt x="284" y="12"/>
                  <a:pt x="309" y="7"/>
                </a:cubicBezTo>
                <a:cubicBezTo>
                  <a:pt x="334" y="2"/>
                  <a:pt x="359" y="0"/>
                  <a:pt x="384" y="0"/>
                </a:cubicBezTo>
                <a:lnTo>
                  <a:pt x="4195" y="0"/>
                </a:lnTo>
                <a:cubicBezTo>
                  <a:pt x="4220" y="0"/>
                  <a:pt x="4245" y="2"/>
                  <a:pt x="4270" y="7"/>
                </a:cubicBezTo>
                <a:cubicBezTo>
                  <a:pt x="4294" y="12"/>
                  <a:pt x="4318" y="19"/>
                  <a:pt x="4342" y="29"/>
                </a:cubicBezTo>
                <a:cubicBezTo>
                  <a:pt x="4365" y="39"/>
                  <a:pt x="4387" y="50"/>
                  <a:pt x="4408" y="64"/>
                </a:cubicBezTo>
                <a:cubicBezTo>
                  <a:pt x="4429" y="78"/>
                  <a:pt x="4448" y="94"/>
                  <a:pt x="4466" y="112"/>
                </a:cubicBezTo>
                <a:cubicBezTo>
                  <a:pt x="4484" y="130"/>
                  <a:pt x="4500" y="149"/>
                  <a:pt x="4514" y="170"/>
                </a:cubicBezTo>
                <a:cubicBezTo>
                  <a:pt x="4528" y="191"/>
                  <a:pt x="4540" y="213"/>
                  <a:pt x="4549" y="237"/>
                </a:cubicBezTo>
                <a:cubicBezTo>
                  <a:pt x="4559" y="260"/>
                  <a:pt x="4566" y="284"/>
                  <a:pt x="4571" y="308"/>
                </a:cubicBezTo>
                <a:cubicBezTo>
                  <a:pt x="4576" y="333"/>
                  <a:pt x="4578" y="358"/>
                  <a:pt x="4578" y="383"/>
                </a:cubicBezTo>
                <a:cubicBezTo>
                  <a:pt x="4578" y="409"/>
                  <a:pt x="4576" y="433"/>
                  <a:pt x="4571" y="458"/>
                </a:cubicBezTo>
                <a:cubicBezTo>
                  <a:pt x="4566" y="483"/>
                  <a:pt x="4559" y="507"/>
                  <a:pt x="4549" y="530"/>
                </a:cubicBezTo>
                <a:cubicBezTo>
                  <a:pt x="4540" y="553"/>
                  <a:pt x="4528" y="576"/>
                  <a:pt x="4514" y="596"/>
                </a:cubicBezTo>
                <a:cubicBezTo>
                  <a:pt x="4500" y="618"/>
                  <a:pt x="4484" y="638"/>
                  <a:pt x="4466" y="656"/>
                </a:cubicBezTo>
                <a:cubicBezTo>
                  <a:pt x="4448" y="673"/>
                  <a:pt x="4429" y="689"/>
                  <a:pt x="4408" y="703"/>
                </a:cubicBezTo>
                <a:cubicBezTo>
                  <a:pt x="4387" y="717"/>
                  <a:pt x="4365" y="729"/>
                  <a:pt x="4342" y="739"/>
                </a:cubicBezTo>
                <a:cubicBezTo>
                  <a:pt x="4318" y="748"/>
                  <a:pt x="4294" y="756"/>
                  <a:pt x="4270" y="761"/>
                </a:cubicBezTo>
                <a:cubicBezTo>
                  <a:pt x="4245" y="766"/>
                  <a:pt x="4220" y="768"/>
                  <a:pt x="4195" y="768"/>
                </a:cubicBezTo>
                <a:lnTo>
                  <a:pt x="384" y="768"/>
                </a:lnTo>
                <a:cubicBezTo>
                  <a:pt x="359" y="768"/>
                  <a:pt x="334" y="766"/>
                  <a:pt x="309" y="761"/>
                </a:cubicBezTo>
                <a:cubicBezTo>
                  <a:pt x="284" y="756"/>
                  <a:pt x="260" y="748"/>
                  <a:pt x="237" y="739"/>
                </a:cubicBezTo>
                <a:cubicBezTo>
                  <a:pt x="214" y="729"/>
                  <a:pt x="192" y="717"/>
                  <a:pt x="171" y="703"/>
                </a:cubicBezTo>
                <a:cubicBezTo>
                  <a:pt x="150" y="689"/>
                  <a:pt x="130" y="673"/>
                  <a:pt x="112" y="656"/>
                </a:cubicBezTo>
                <a:cubicBezTo>
                  <a:pt x="95" y="638"/>
                  <a:pt x="79" y="618"/>
                  <a:pt x="65" y="596"/>
                </a:cubicBezTo>
                <a:cubicBezTo>
                  <a:pt x="51" y="576"/>
                  <a:pt x="39" y="553"/>
                  <a:pt x="29" y="530"/>
                </a:cubicBezTo>
                <a:cubicBezTo>
                  <a:pt x="20" y="507"/>
                  <a:pt x="12" y="483"/>
                  <a:pt x="7" y="458"/>
                </a:cubicBezTo>
                <a:cubicBezTo>
                  <a:pt x="3" y="433"/>
                  <a:pt x="0" y="409"/>
                  <a:pt x="0" y="383"/>
                </a:cubicBezTo>
                <a:close/>
              </a:path>
            </a:pathLst>
          </a:custGeom>
          <a:noFill/>
          <a:ln w="9360">
            <a:solidFill>
              <a:srgbClr val="0017c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3542400" y="3814200"/>
            <a:ext cx="10674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利用開始の流れ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0" name=""/>
          <p:cNvSpPr/>
          <p:nvPr/>
        </p:nvSpPr>
        <p:spPr>
          <a:xfrm>
            <a:off x="6567480" y="3786120"/>
            <a:ext cx="1495440" cy="276480"/>
          </a:xfrm>
          <a:custGeom>
            <a:avLst/>
            <a:gdLst/>
            <a:ahLst/>
            <a:rect l="0" t="0" r="r" b="b"/>
            <a:pathLst>
              <a:path w="4154" h="768">
                <a:moveTo>
                  <a:pt x="0" y="383"/>
                </a:moveTo>
                <a:cubicBezTo>
                  <a:pt x="0" y="358"/>
                  <a:pt x="2" y="333"/>
                  <a:pt x="7" y="308"/>
                </a:cubicBezTo>
                <a:cubicBezTo>
                  <a:pt x="12" y="284"/>
                  <a:pt x="19" y="260"/>
                  <a:pt x="29" y="237"/>
                </a:cubicBezTo>
                <a:cubicBezTo>
                  <a:pt x="38" y="213"/>
                  <a:pt x="50" y="191"/>
                  <a:pt x="64" y="170"/>
                </a:cubicBezTo>
                <a:cubicBezTo>
                  <a:pt x="78" y="149"/>
                  <a:pt x="94" y="130"/>
                  <a:pt x="112" y="112"/>
                </a:cubicBezTo>
                <a:cubicBezTo>
                  <a:pt x="130" y="94"/>
                  <a:pt x="149" y="78"/>
                  <a:pt x="170" y="64"/>
                </a:cubicBezTo>
                <a:cubicBezTo>
                  <a:pt x="191" y="50"/>
                  <a:pt x="213" y="39"/>
                  <a:pt x="236" y="29"/>
                </a:cubicBezTo>
                <a:cubicBezTo>
                  <a:pt x="260" y="19"/>
                  <a:pt x="284" y="12"/>
                  <a:pt x="308" y="7"/>
                </a:cubicBezTo>
                <a:cubicBezTo>
                  <a:pt x="333" y="2"/>
                  <a:pt x="358" y="0"/>
                  <a:pt x="383" y="0"/>
                </a:cubicBezTo>
                <a:lnTo>
                  <a:pt x="3771" y="0"/>
                </a:lnTo>
                <a:cubicBezTo>
                  <a:pt x="3796" y="0"/>
                  <a:pt x="3821" y="2"/>
                  <a:pt x="3846" y="7"/>
                </a:cubicBezTo>
                <a:cubicBezTo>
                  <a:pt x="3870" y="12"/>
                  <a:pt x="3894" y="19"/>
                  <a:pt x="3918" y="29"/>
                </a:cubicBezTo>
                <a:cubicBezTo>
                  <a:pt x="3941" y="39"/>
                  <a:pt x="3963" y="50"/>
                  <a:pt x="3984" y="64"/>
                </a:cubicBezTo>
                <a:cubicBezTo>
                  <a:pt x="4005" y="78"/>
                  <a:pt x="4024" y="94"/>
                  <a:pt x="4042" y="112"/>
                </a:cubicBezTo>
                <a:cubicBezTo>
                  <a:pt x="4060" y="130"/>
                  <a:pt x="4076" y="149"/>
                  <a:pt x="4090" y="170"/>
                </a:cubicBezTo>
                <a:cubicBezTo>
                  <a:pt x="4104" y="191"/>
                  <a:pt x="4116" y="213"/>
                  <a:pt x="4125" y="237"/>
                </a:cubicBezTo>
                <a:cubicBezTo>
                  <a:pt x="4135" y="260"/>
                  <a:pt x="4142" y="284"/>
                  <a:pt x="4147" y="308"/>
                </a:cubicBezTo>
                <a:cubicBezTo>
                  <a:pt x="4152" y="333"/>
                  <a:pt x="4154" y="358"/>
                  <a:pt x="4154" y="383"/>
                </a:cubicBezTo>
                <a:cubicBezTo>
                  <a:pt x="4154" y="409"/>
                  <a:pt x="4152" y="433"/>
                  <a:pt x="4147" y="458"/>
                </a:cubicBezTo>
                <a:cubicBezTo>
                  <a:pt x="4142" y="483"/>
                  <a:pt x="4135" y="507"/>
                  <a:pt x="4125" y="530"/>
                </a:cubicBezTo>
                <a:cubicBezTo>
                  <a:pt x="4116" y="553"/>
                  <a:pt x="4104" y="576"/>
                  <a:pt x="4090" y="596"/>
                </a:cubicBezTo>
                <a:cubicBezTo>
                  <a:pt x="4076" y="618"/>
                  <a:pt x="4060" y="638"/>
                  <a:pt x="4042" y="656"/>
                </a:cubicBezTo>
                <a:cubicBezTo>
                  <a:pt x="4024" y="673"/>
                  <a:pt x="4005" y="689"/>
                  <a:pt x="3984" y="703"/>
                </a:cubicBezTo>
                <a:cubicBezTo>
                  <a:pt x="3963" y="717"/>
                  <a:pt x="3941" y="729"/>
                  <a:pt x="3918" y="739"/>
                </a:cubicBezTo>
                <a:cubicBezTo>
                  <a:pt x="3894" y="748"/>
                  <a:pt x="3870" y="756"/>
                  <a:pt x="3846" y="761"/>
                </a:cubicBezTo>
                <a:cubicBezTo>
                  <a:pt x="3821" y="766"/>
                  <a:pt x="3796" y="768"/>
                  <a:pt x="3771" y="768"/>
                </a:cubicBezTo>
                <a:lnTo>
                  <a:pt x="383" y="768"/>
                </a:lnTo>
                <a:cubicBezTo>
                  <a:pt x="358" y="768"/>
                  <a:pt x="333" y="766"/>
                  <a:pt x="308" y="761"/>
                </a:cubicBezTo>
                <a:cubicBezTo>
                  <a:pt x="284" y="756"/>
                  <a:pt x="260" y="748"/>
                  <a:pt x="236" y="739"/>
                </a:cubicBezTo>
                <a:cubicBezTo>
                  <a:pt x="213" y="729"/>
                  <a:pt x="191" y="717"/>
                  <a:pt x="170" y="703"/>
                </a:cubicBezTo>
                <a:cubicBezTo>
                  <a:pt x="149" y="689"/>
                  <a:pt x="130" y="673"/>
                  <a:pt x="112" y="656"/>
                </a:cubicBezTo>
                <a:cubicBezTo>
                  <a:pt x="94" y="638"/>
                  <a:pt x="78" y="618"/>
                  <a:pt x="64" y="596"/>
                </a:cubicBezTo>
                <a:cubicBezTo>
                  <a:pt x="50" y="576"/>
                  <a:pt x="38" y="553"/>
                  <a:pt x="29" y="530"/>
                </a:cubicBezTo>
                <a:cubicBezTo>
                  <a:pt x="19" y="507"/>
                  <a:pt x="12" y="483"/>
                  <a:pt x="7" y="458"/>
                </a:cubicBezTo>
                <a:cubicBezTo>
                  <a:pt x="2" y="433"/>
                  <a:pt x="0" y="409"/>
                  <a:pt x="0" y="38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1" name=""/>
          <p:cNvSpPr/>
          <p:nvPr/>
        </p:nvSpPr>
        <p:spPr>
          <a:xfrm>
            <a:off x="6567480" y="3786120"/>
            <a:ext cx="1495440" cy="276480"/>
          </a:xfrm>
          <a:custGeom>
            <a:avLst/>
            <a:gdLst/>
            <a:ahLst/>
            <a:rect l="0" t="0" r="r" b="b"/>
            <a:pathLst>
              <a:path w="4154" h="768">
                <a:moveTo>
                  <a:pt x="0" y="383"/>
                </a:moveTo>
                <a:cubicBezTo>
                  <a:pt x="0" y="358"/>
                  <a:pt x="2" y="333"/>
                  <a:pt x="7" y="308"/>
                </a:cubicBezTo>
                <a:cubicBezTo>
                  <a:pt x="12" y="284"/>
                  <a:pt x="19" y="260"/>
                  <a:pt x="29" y="237"/>
                </a:cubicBezTo>
                <a:cubicBezTo>
                  <a:pt x="38" y="213"/>
                  <a:pt x="50" y="191"/>
                  <a:pt x="64" y="170"/>
                </a:cubicBezTo>
                <a:cubicBezTo>
                  <a:pt x="78" y="149"/>
                  <a:pt x="94" y="130"/>
                  <a:pt x="112" y="112"/>
                </a:cubicBezTo>
                <a:cubicBezTo>
                  <a:pt x="130" y="94"/>
                  <a:pt x="149" y="78"/>
                  <a:pt x="170" y="64"/>
                </a:cubicBezTo>
                <a:cubicBezTo>
                  <a:pt x="191" y="50"/>
                  <a:pt x="213" y="39"/>
                  <a:pt x="236" y="29"/>
                </a:cubicBezTo>
                <a:cubicBezTo>
                  <a:pt x="260" y="19"/>
                  <a:pt x="284" y="12"/>
                  <a:pt x="308" y="7"/>
                </a:cubicBezTo>
                <a:cubicBezTo>
                  <a:pt x="333" y="2"/>
                  <a:pt x="358" y="0"/>
                  <a:pt x="383" y="0"/>
                </a:cubicBezTo>
                <a:lnTo>
                  <a:pt x="3771" y="0"/>
                </a:lnTo>
                <a:cubicBezTo>
                  <a:pt x="3796" y="0"/>
                  <a:pt x="3821" y="2"/>
                  <a:pt x="3846" y="7"/>
                </a:cubicBezTo>
                <a:cubicBezTo>
                  <a:pt x="3870" y="12"/>
                  <a:pt x="3894" y="19"/>
                  <a:pt x="3918" y="29"/>
                </a:cubicBezTo>
                <a:cubicBezTo>
                  <a:pt x="3941" y="39"/>
                  <a:pt x="3963" y="50"/>
                  <a:pt x="3984" y="64"/>
                </a:cubicBezTo>
                <a:cubicBezTo>
                  <a:pt x="4005" y="78"/>
                  <a:pt x="4024" y="94"/>
                  <a:pt x="4042" y="112"/>
                </a:cubicBezTo>
                <a:cubicBezTo>
                  <a:pt x="4060" y="130"/>
                  <a:pt x="4076" y="149"/>
                  <a:pt x="4090" y="170"/>
                </a:cubicBezTo>
                <a:cubicBezTo>
                  <a:pt x="4104" y="191"/>
                  <a:pt x="4116" y="213"/>
                  <a:pt x="4125" y="237"/>
                </a:cubicBezTo>
                <a:cubicBezTo>
                  <a:pt x="4135" y="260"/>
                  <a:pt x="4142" y="284"/>
                  <a:pt x="4147" y="308"/>
                </a:cubicBezTo>
                <a:cubicBezTo>
                  <a:pt x="4152" y="333"/>
                  <a:pt x="4154" y="358"/>
                  <a:pt x="4154" y="383"/>
                </a:cubicBezTo>
                <a:cubicBezTo>
                  <a:pt x="4154" y="409"/>
                  <a:pt x="4152" y="433"/>
                  <a:pt x="4147" y="458"/>
                </a:cubicBezTo>
                <a:cubicBezTo>
                  <a:pt x="4142" y="483"/>
                  <a:pt x="4135" y="507"/>
                  <a:pt x="4125" y="530"/>
                </a:cubicBezTo>
                <a:cubicBezTo>
                  <a:pt x="4116" y="553"/>
                  <a:pt x="4104" y="576"/>
                  <a:pt x="4090" y="596"/>
                </a:cubicBezTo>
                <a:cubicBezTo>
                  <a:pt x="4076" y="618"/>
                  <a:pt x="4060" y="638"/>
                  <a:pt x="4042" y="656"/>
                </a:cubicBezTo>
                <a:cubicBezTo>
                  <a:pt x="4024" y="673"/>
                  <a:pt x="4005" y="689"/>
                  <a:pt x="3984" y="703"/>
                </a:cubicBezTo>
                <a:cubicBezTo>
                  <a:pt x="3963" y="717"/>
                  <a:pt x="3941" y="729"/>
                  <a:pt x="3918" y="739"/>
                </a:cubicBezTo>
                <a:cubicBezTo>
                  <a:pt x="3894" y="748"/>
                  <a:pt x="3870" y="756"/>
                  <a:pt x="3846" y="761"/>
                </a:cubicBezTo>
                <a:cubicBezTo>
                  <a:pt x="3821" y="766"/>
                  <a:pt x="3796" y="768"/>
                  <a:pt x="3771" y="768"/>
                </a:cubicBezTo>
                <a:lnTo>
                  <a:pt x="383" y="768"/>
                </a:lnTo>
                <a:cubicBezTo>
                  <a:pt x="358" y="768"/>
                  <a:pt x="333" y="766"/>
                  <a:pt x="308" y="761"/>
                </a:cubicBezTo>
                <a:cubicBezTo>
                  <a:pt x="284" y="756"/>
                  <a:pt x="260" y="748"/>
                  <a:pt x="236" y="739"/>
                </a:cubicBezTo>
                <a:cubicBezTo>
                  <a:pt x="213" y="729"/>
                  <a:pt x="191" y="717"/>
                  <a:pt x="170" y="703"/>
                </a:cubicBezTo>
                <a:cubicBezTo>
                  <a:pt x="149" y="689"/>
                  <a:pt x="130" y="673"/>
                  <a:pt x="112" y="656"/>
                </a:cubicBezTo>
                <a:cubicBezTo>
                  <a:pt x="94" y="638"/>
                  <a:pt x="78" y="618"/>
                  <a:pt x="64" y="596"/>
                </a:cubicBezTo>
                <a:cubicBezTo>
                  <a:pt x="50" y="576"/>
                  <a:pt x="38" y="553"/>
                  <a:pt x="29" y="530"/>
                </a:cubicBezTo>
                <a:cubicBezTo>
                  <a:pt x="19" y="507"/>
                  <a:pt x="12" y="483"/>
                  <a:pt x="7" y="458"/>
                </a:cubicBezTo>
                <a:cubicBezTo>
                  <a:pt x="2" y="433"/>
                  <a:pt x="0" y="409"/>
                  <a:pt x="0" y="383"/>
                </a:cubicBezTo>
                <a:close/>
              </a:path>
            </a:pathLst>
          </a:custGeom>
          <a:noFill/>
          <a:ln w="9360">
            <a:solidFill>
              <a:srgbClr val="0017c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4971240" y="3814200"/>
            <a:ext cx="13723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日々の利用の決まり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3" name=""/>
          <p:cNvSpPr/>
          <p:nvPr/>
        </p:nvSpPr>
        <p:spPr>
          <a:xfrm>
            <a:off x="1809720" y="4248000"/>
            <a:ext cx="1219320" cy="648000"/>
          </a:xfrm>
          <a:custGeom>
            <a:avLst/>
            <a:gdLst/>
            <a:ahLst/>
            <a:rect l="0" t="0" r="r" b="b"/>
            <a:pathLst>
              <a:path w="3387" h="1800">
                <a:moveTo>
                  <a:pt x="0" y="1614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5" y="54"/>
                </a:cubicBezTo>
                <a:cubicBezTo>
                  <a:pt x="63" y="46"/>
                  <a:pt x="73" y="38"/>
                  <a:pt x="83" y="31"/>
                </a:cubicBezTo>
                <a:cubicBezTo>
                  <a:pt x="93" y="24"/>
                  <a:pt x="104" y="19"/>
                  <a:pt x="115" y="14"/>
                </a:cubicBezTo>
                <a:cubicBezTo>
                  <a:pt x="126" y="9"/>
                  <a:pt x="138" y="6"/>
                  <a:pt x="150" y="3"/>
                </a:cubicBezTo>
                <a:cubicBezTo>
                  <a:pt x="162" y="1"/>
                  <a:pt x="174" y="0"/>
                  <a:pt x="186" y="0"/>
                </a:cubicBezTo>
                <a:lnTo>
                  <a:pt x="3202" y="0"/>
                </a:lnTo>
                <a:cubicBezTo>
                  <a:pt x="3214" y="0"/>
                  <a:pt x="3226" y="1"/>
                  <a:pt x="3238" y="3"/>
                </a:cubicBezTo>
                <a:cubicBezTo>
                  <a:pt x="3250" y="6"/>
                  <a:pt x="3262" y="9"/>
                  <a:pt x="3273" y="14"/>
                </a:cubicBezTo>
                <a:cubicBezTo>
                  <a:pt x="3284" y="19"/>
                  <a:pt x="3295" y="24"/>
                  <a:pt x="3305" y="31"/>
                </a:cubicBezTo>
                <a:cubicBezTo>
                  <a:pt x="3315" y="38"/>
                  <a:pt x="3324" y="46"/>
                  <a:pt x="3333" y="54"/>
                </a:cubicBezTo>
                <a:cubicBezTo>
                  <a:pt x="3342" y="63"/>
                  <a:pt x="3349" y="72"/>
                  <a:pt x="3356" y="82"/>
                </a:cubicBezTo>
                <a:cubicBezTo>
                  <a:pt x="3363" y="92"/>
                  <a:pt x="3368" y="103"/>
                  <a:pt x="3373" y="114"/>
                </a:cubicBezTo>
                <a:cubicBezTo>
                  <a:pt x="3378" y="125"/>
                  <a:pt x="3381" y="137"/>
                  <a:pt x="3384" y="149"/>
                </a:cubicBezTo>
                <a:cubicBezTo>
                  <a:pt x="3386" y="161"/>
                  <a:pt x="3387" y="173"/>
                  <a:pt x="3387" y="185"/>
                </a:cubicBezTo>
                <a:lnTo>
                  <a:pt x="3387" y="1614"/>
                </a:lnTo>
                <a:cubicBezTo>
                  <a:pt x="3387" y="1626"/>
                  <a:pt x="3386" y="1638"/>
                  <a:pt x="3384" y="1650"/>
                </a:cubicBezTo>
                <a:cubicBezTo>
                  <a:pt x="3381" y="1662"/>
                  <a:pt x="3378" y="1674"/>
                  <a:pt x="3373" y="1685"/>
                </a:cubicBezTo>
                <a:cubicBezTo>
                  <a:pt x="3368" y="1697"/>
                  <a:pt x="3363" y="1708"/>
                  <a:pt x="3356" y="1718"/>
                </a:cubicBezTo>
                <a:cubicBezTo>
                  <a:pt x="3349" y="1728"/>
                  <a:pt x="3342" y="1737"/>
                  <a:pt x="3333" y="1746"/>
                </a:cubicBezTo>
                <a:cubicBezTo>
                  <a:pt x="3324" y="1754"/>
                  <a:pt x="3315" y="1762"/>
                  <a:pt x="3305" y="1769"/>
                </a:cubicBezTo>
                <a:cubicBezTo>
                  <a:pt x="3295" y="1776"/>
                  <a:pt x="3284" y="1781"/>
                  <a:pt x="3273" y="1786"/>
                </a:cubicBezTo>
                <a:cubicBezTo>
                  <a:pt x="3262" y="1791"/>
                  <a:pt x="3250" y="1794"/>
                  <a:pt x="3238" y="1797"/>
                </a:cubicBezTo>
                <a:cubicBezTo>
                  <a:pt x="3226" y="1799"/>
                  <a:pt x="3214" y="1800"/>
                  <a:pt x="3202" y="1800"/>
                </a:cubicBezTo>
                <a:lnTo>
                  <a:pt x="186" y="1800"/>
                </a:lnTo>
                <a:cubicBezTo>
                  <a:pt x="174" y="1800"/>
                  <a:pt x="162" y="1799"/>
                  <a:pt x="150" y="1797"/>
                </a:cubicBezTo>
                <a:cubicBezTo>
                  <a:pt x="138" y="1794"/>
                  <a:pt x="126" y="1791"/>
                  <a:pt x="115" y="1786"/>
                </a:cubicBezTo>
                <a:cubicBezTo>
                  <a:pt x="104" y="1781"/>
                  <a:pt x="93" y="1776"/>
                  <a:pt x="83" y="1769"/>
                </a:cubicBezTo>
                <a:cubicBezTo>
                  <a:pt x="73" y="1762"/>
                  <a:pt x="63" y="1754"/>
                  <a:pt x="55" y="1746"/>
                </a:cubicBezTo>
                <a:cubicBezTo>
                  <a:pt x="45" y="1737"/>
                  <a:pt x="38" y="1728"/>
                  <a:pt x="31" y="1718"/>
                </a:cubicBezTo>
                <a:cubicBezTo>
                  <a:pt x="24" y="1708"/>
                  <a:pt x="18" y="1697"/>
                  <a:pt x="14" y="1685"/>
                </a:cubicBezTo>
                <a:cubicBezTo>
                  <a:pt x="9" y="1674"/>
                  <a:pt x="6" y="1662"/>
                  <a:pt x="3" y="1650"/>
                </a:cubicBezTo>
                <a:cubicBezTo>
                  <a:pt x="1" y="1638"/>
                  <a:pt x="0" y="1626"/>
                  <a:pt x="0" y="161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4" name=""/>
          <p:cNvSpPr/>
          <p:nvPr/>
        </p:nvSpPr>
        <p:spPr>
          <a:xfrm>
            <a:off x="1809720" y="4248000"/>
            <a:ext cx="1219320" cy="648000"/>
          </a:xfrm>
          <a:custGeom>
            <a:avLst/>
            <a:gdLst/>
            <a:ahLst/>
            <a:rect l="0" t="0" r="r" b="b"/>
            <a:pathLst>
              <a:path w="3387" h="1800">
                <a:moveTo>
                  <a:pt x="0" y="1614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5" y="54"/>
                </a:cubicBezTo>
                <a:cubicBezTo>
                  <a:pt x="63" y="46"/>
                  <a:pt x="73" y="38"/>
                  <a:pt x="83" y="31"/>
                </a:cubicBezTo>
                <a:cubicBezTo>
                  <a:pt x="93" y="24"/>
                  <a:pt x="104" y="19"/>
                  <a:pt x="115" y="14"/>
                </a:cubicBezTo>
                <a:cubicBezTo>
                  <a:pt x="126" y="9"/>
                  <a:pt x="138" y="6"/>
                  <a:pt x="150" y="3"/>
                </a:cubicBezTo>
                <a:cubicBezTo>
                  <a:pt x="162" y="1"/>
                  <a:pt x="174" y="0"/>
                  <a:pt x="186" y="0"/>
                </a:cubicBezTo>
                <a:lnTo>
                  <a:pt x="3202" y="0"/>
                </a:lnTo>
                <a:cubicBezTo>
                  <a:pt x="3214" y="0"/>
                  <a:pt x="3226" y="1"/>
                  <a:pt x="3238" y="3"/>
                </a:cubicBezTo>
                <a:cubicBezTo>
                  <a:pt x="3250" y="6"/>
                  <a:pt x="3262" y="9"/>
                  <a:pt x="3273" y="14"/>
                </a:cubicBezTo>
                <a:cubicBezTo>
                  <a:pt x="3284" y="19"/>
                  <a:pt x="3295" y="24"/>
                  <a:pt x="3305" y="31"/>
                </a:cubicBezTo>
                <a:cubicBezTo>
                  <a:pt x="3315" y="38"/>
                  <a:pt x="3324" y="46"/>
                  <a:pt x="3333" y="54"/>
                </a:cubicBezTo>
                <a:cubicBezTo>
                  <a:pt x="3342" y="63"/>
                  <a:pt x="3349" y="72"/>
                  <a:pt x="3356" y="82"/>
                </a:cubicBezTo>
                <a:cubicBezTo>
                  <a:pt x="3363" y="92"/>
                  <a:pt x="3368" y="103"/>
                  <a:pt x="3373" y="114"/>
                </a:cubicBezTo>
                <a:cubicBezTo>
                  <a:pt x="3378" y="125"/>
                  <a:pt x="3381" y="137"/>
                  <a:pt x="3384" y="149"/>
                </a:cubicBezTo>
                <a:cubicBezTo>
                  <a:pt x="3386" y="161"/>
                  <a:pt x="3387" y="173"/>
                  <a:pt x="3387" y="185"/>
                </a:cubicBezTo>
                <a:lnTo>
                  <a:pt x="3387" y="1614"/>
                </a:lnTo>
                <a:cubicBezTo>
                  <a:pt x="3387" y="1626"/>
                  <a:pt x="3386" y="1638"/>
                  <a:pt x="3384" y="1650"/>
                </a:cubicBezTo>
                <a:cubicBezTo>
                  <a:pt x="3381" y="1662"/>
                  <a:pt x="3378" y="1674"/>
                  <a:pt x="3373" y="1685"/>
                </a:cubicBezTo>
                <a:cubicBezTo>
                  <a:pt x="3368" y="1697"/>
                  <a:pt x="3363" y="1708"/>
                  <a:pt x="3356" y="1718"/>
                </a:cubicBezTo>
                <a:cubicBezTo>
                  <a:pt x="3349" y="1728"/>
                  <a:pt x="3342" y="1737"/>
                  <a:pt x="3333" y="1746"/>
                </a:cubicBezTo>
                <a:cubicBezTo>
                  <a:pt x="3324" y="1754"/>
                  <a:pt x="3315" y="1762"/>
                  <a:pt x="3305" y="1769"/>
                </a:cubicBezTo>
                <a:cubicBezTo>
                  <a:pt x="3295" y="1776"/>
                  <a:pt x="3284" y="1781"/>
                  <a:pt x="3273" y="1786"/>
                </a:cubicBezTo>
                <a:cubicBezTo>
                  <a:pt x="3262" y="1791"/>
                  <a:pt x="3250" y="1794"/>
                  <a:pt x="3238" y="1797"/>
                </a:cubicBezTo>
                <a:cubicBezTo>
                  <a:pt x="3226" y="1799"/>
                  <a:pt x="3214" y="1800"/>
                  <a:pt x="3202" y="1800"/>
                </a:cubicBezTo>
                <a:lnTo>
                  <a:pt x="186" y="1800"/>
                </a:lnTo>
                <a:cubicBezTo>
                  <a:pt x="174" y="1800"/>
                  <a:pt x="162" y="1799"/>
                  <a:pt x="150" y="1797"/>
                </a:cubicBezTo>
                <a:cubicBezTo>
                  <a:pt x="138" y="1794"/>
                  <a:pt x="126" y="1791"/>
                  <a:pt x="115" y="1786"/>
                </a:cubicBezTo>
                <a:cubicBezTo>
                  <a:pt x="104" y="1781"/>
                  <a:pt x="93" y="1776"/>
                  <a:pt x="83" y="1769"/>
                </a:cubicBezTo>
                <a:cubicBezTo>
                  <a:pt x="73" y="1762"/>
                  <a:pt x="63" y="1754"/>
                  <a:pt x="55" y="1746"/>
                </a:cubicBezTo>
                <a:cubicBezTo>
                  <a:pt x="45" y="1737"/>
                  <a:pt x="38" y="1728"/>
                  <a:pt x="31" y="1718"/>
                </a:cubicBezTo>
                <a:cubicBezTo>
                  <a:pt x="24" y="1708"/>
                  <a:pt x="18" y="1697"/>
                  <a:pt x="14" y="1685"/>
                </a:cubicBezTo>
                <a:cubicBezTo>
                  <a:pt x="9" y="1674"/>
                  <a:pt x="6" y="1662"/>
                  <a:pt x="3" y="1650"/>
                </a:cubicBezTo>
                <a:cubicBezTo>
                  <a:pt x="1" y="1638"/>
                  <a:pt x="0" y="1626"/>
                  <a:pt x="0" y="1614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5" name=""/>
          <p:cNvSpPr/>
          <p:nvPr/>
        </p:nvSpPr>
        <p:spPr>
          <a:xfrm>
            <a:off x="1975320" y="4457520"/>
            <a:ext cx="259560" cy="229320"/>
          </a:xfrm>
          <a:custGeom>
            <a:avLst/>
            <a:gdLst/>
            <a:ahLst/>
            <a:rect l="0" t="0" r="r" b="b"/>
            <a:pathLst>
              <a:path w="721" h="637">
                <a:moveTo>
                  <a:pt x="53" y="637"/>
                </a:moveTo>
                <a:cubicBezTo>
                  <a:pt x="39" y="637"/>
                  <a:pt x="26" y="632"/>
                  <a:pt x="16" y="621"/>
                </a:cubicBezTo>
                <a:cubicBezTo>
                  <a:pt x="5" y="611"/>
                  <a:pt x="0" y="598"/>
                  <a:pt x="0" y="584"/>
                </a:cubicBezTo>
                <a:lnTo>
                  <a:pt x="0" y="53"/>
                </a:lnTo>
                <a:cubicBezTo>
                  <a:pt x="0" y="39"/>
                  <a:pt x="5" y="26"/>
                  <a:pt x="16" y="16"/>
                </a:cubicBezTo>
                <a:cubicBezTo>
                  <a:pt x="26" y="5"/>
                  <a:pt x="39" y="0"/>
                  <a:pt x="53" y="0"/>
                </a:cubicBezTo>
                <a:lnTo>
                  <a:pt x="668" y="0"/>
                </a:lnTo>
                <a:cubicBezTo>
                  <a:pt x="682" y="0"/>
                  <a:pt x="694" y="5"/>
                  <a:pt x="705" y="16"/>
                </a:cubicBezTo>
                <a:cubicBezTo>
                  <a:pt x="715" y="26"/>
                  <a:pt x="721" y="39"/>
                  <a:pt x="721" y="53"/>
                </a:cubicBezTo>
                <a:lnTo>
                  <a:pt x="721" y="584"/>
                </a:lnTo>
                <a:cubicBezTo>
                  <a:pt x="721" y="598"/>
                  <a:pt x="715" y="611"/>
                  <a:pt x="705" y="621"/>
                </a:cubicBezTo>
                <a:cubicBezTo>
                  <a:pt x="694" y="632"/>
                  <a:pt x="682" y="637"/>
                  <a:pt x="668" y="637"/>
                </a:cubicBezTo>
                <a:lnTo>
                  <a:pt x="53" y="637"/>
                </a:lnTo>
                <a:moveTo>
                  <a:pt x="53" y="584"/>
                </a:moveTo>
                <a:lnTo>
                  <a:pt x="668" y="584"/>
                </a:lnTo>
                <a:lnTo>
                  <a:pt x="668" y="53"/>
                </a:lnTo>
                <a:lnTo>
                  <a:pt x="53" y="53"/>
                </a:lnTo>
                <a:lnTo>
                  <a:pt x="53" y="584"/>
                </a:lnTo>
                <a:moveTo>
                  <a:pt x="113" y="496"/>
                </a:moveTo>
                <a:lnTo>
                  <a:pt x="289" y="496"/>
                </a:lnTo>
                <a:lnTo>
                  <a:pt x="289" y="424"/>
                </a:lnTo>
                <a:lnTo>
                  <a:pt x="113" y="424"/>
                </a:lnTo>
                <a:lnTo>
                  <a:pt x="113" y="496"/>
                </a:lnTo>
                <a:moveTo>
                  <a:pt x="450" y="424"/>
                </a:moveTo>
                <a:lnTo>
                  <a:pt x="624" y="250"/>
                </a:lnTo>
                <a:lnTo>
                  <a:pt x="574" y="199"/>
                </a:lnTo>
                <a:lnTo>
                  <a:pt x="450" y="325"/>
                </a:lnTo>
                <a:lnTo>
                  <a:pt x="399" y="274"/>
                </a:lnTo>
                <a:lnTo>
                  <a:pt x="350" y="325"/>
                </a:lnTo>
                <a:lnTo>
                  <a:pt x="450" y="424"/>
                </a:lnTo>
                <a:moveTo>
                  <a:pt x="113" y="354"/>
                </a:moveTo>
                <a:lnTo>
                  <a:pt x="289" y="354"/>
                </a:lnTo>
                <a:lnTo>
                  <a:pt x="289" y="283"/>
                </a:lnTo>
                <a:lnTo>
                  <a:pt x="113" y="283"/>
                </a:lnTo>
                <a:lnTo>
                  <a:pt x="113" y="354"/>
                </a:lnTo>
                <a:moveTo>
                  <a:pt x="113" y="213"/>
                </a:moveTo>
                <a:lnTo>
                  <a:pt x="289" y="213"/>
                </a:lnTo>
                <a:lnTo>
                  <a:pt x="289" y="142"/>
                </a:lnTo>
                <a:lnTo>
                  <a:pt x="113" y="142"/>
                </a:lnTo>
                <a:lnTo>
                  <a:pt x="113" y="213"/>
                </a:lnTo>
                <a:moveTo>
                  <a:pt x="53" y="584"/>
                </a:moveTo>
                <a:lnTo>
                  <a:pt x="53" y="53"/>
                </a:lnTo>
                <a:lnTo>
                  <a:pt x="53" y="584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6705000" y="3814200"/>
            <a:ext cx="12200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事故のときの流れ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2332800" y="4427280"/>
            <a:ext cx="3816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評価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8" name=""/>
          <p:cNvSpPr/>
          <p:nvPr/>
        </p:nvSpPr>
        <p:spPr>
          <a:xfrm>
            <a:off x="3404880" y="4624200"/>
            <a:ext cx="1343520" cy="276480"/>
          </a:xfrm>
          <a:custGeom>
            <a:avLst/>
            <a:gdLst/>
            <a:ahLst/>
            <a:rect l="0" t="0" r="r" b="b"/>
            <a:pathLst>
              <a:path w="3732" h="768">
                <a:moveTo>
                  <a:pt x="0" y="384"/>
                </a:moveTo>
                <a:cubicBezTo>
                  <a:pt x="0" y="358"/>
                  <a:pt x="3" y="334"/>
                  <a:pt x="8" y="309"/>
                </a:cubicBezTo>
                <a:cubicBezTo>
                  <a:pt x="13" y="284"/>
                  <a:pt x="20" y="260"/>
                  <a:pt x="30" y="237"/>
                </a:cubicBezTo>
                <a:cubicBezTo>
                  <a:pt x="39" y="214"/>
                  <a:pt x="51" y="191"/>
                  <a:pt x="65" y="171"/>
                </a:cubicBezTo>
                <a:cubicBezTo>
                  <a:pt x="79" y="150"/>
                  <a:pt x="95" y="130"/>
                  <a:pt x="113" y="112"/>
                </a:cubicBezTo>
                <a:cubicBezTo>
                  <a:pt x="131" y="95"/>
                  <a:pt x="150" y="79"/>
                  <a:pt x="171" y="65"/>
                </a:cubicBezTo>
                <a:cubicBezTo>
                  <a:pt x="192" y="51"/>
                  <a:pt x="214" y="39"/>
                  <a:pt x="237" y="29"/>
                </a:cubicBezTo>
                <a:cubicBezTo>
                  <a:pt x="260" y="20"/>
                  <a:pt x="284" y="12"/>
                  <a:pt x="309" y="7"/>
                </a:cubicBezTo>
                <a:cubicBezTo>
                  <a:pt x="334" y="2"/>
                  <a:pt x="359" y="0"/>
                  <a:pt x="384" y="0"/>
                </a:cubicBezTo>
                <a:lnTo>
                  <a:pt x="3347" y="0"/>
                </a:lnTo>
                <a:cubicBezTo>
                  <a:pt x="3373" y="0"/>
                  <a:pt x="3397" y="2"/>
                  <a:pt x="3422" y="7"/>
                </a:cubicBezTo>
                <a:cubicBezTo>
                  <a:pt x="3447" y="12"/>
                  <a:pt x="3471" y="20"/>
                  <a:pt x="3494" y="29"/>
                </a:cubicBezTo>
                <a:cubicBezTo>
                  <a:pt x="3517" y="39"/>
                  <a:pt x="3540" y="51"/>
                  <a:pt x="3560" y="65"/>
                </a:cubicBezTo>
                <a:cubicBezTo>
                  <a:pt x="3581" y="79"/>
                  <a:pt x="3602" y="95"/>
                  <a:pt x="3620" y="112"/>
                </a:cubicBezTo>
                <a:cubicBezTo>
                  <a:pt x="3637" y="130"/>
                  <a:pt x="3653" y="150"/>
                  <a:pt x="3667" y="171"/>
                </a:cubicBezTo>
                <a:cubicBezTo>
                  <a:pt x="3681" y="191"/>
                  <a:pt x="3693" y="214"/>
                  <a:pt x="3703" y="237"/>
                </a:cubicBezTo>
                <a:cubicBezTo>
                  <a:pt x="3712" y="260"/>
                  <a:pt x="3720" y="284"/>
                  <a:pt x="3725" y="309"/>
                </a:cubicBezTo>
                <a:cubicBezTo>
                  <a:pt x="3730" y="334"/>
                  <a:pt x="3732" y="358"/>
                  <a:pt x="3732" y="384"/>
                </a:cubicBezTo>
                <a:cubicBezTo>
                  <a:pt x="3732" y="409"/>
                  <a:pt x="3730" y="434"/>
                  <a:pt x="3725" y="459"/>
                </a:cubicBezTo>
                <a:cubicBezTo>
                  <a:pt x="3720" y="483"/>
                  <a:pt x="3712" y="507"/>
                  <a:pt x="3703" y="530"/>
                </a:cubicBezTo>
                <a:cubicBezTo>
                  <a:pt x="3693" y="554"/>
                  <a:pt x="3681" y="576"/>
                  <a:pt x="3667" y="598"/>
                </a:cubicBezTo>
                <a:cubicBezTo>
                  <a:pt x="3653" y="619"/>
                  <a:pt x="3637" y="638"/>
                  <a:pt x="3620" y="656"/>
                </a:cubicBezTo>
                <a:cubicBezTo>
                  <a:pt x="3602" y="674"/>
                  <a:pt x="3581" y="690"/>
                  <a:pt x="3560" y="704"/>
                </a:cubicBezTo>
                <a:cubicBezTo>
                  <a:pt x="3540" y="718"/>
                  <a:pt x="3517" y="729"/>
                  <a:pt x="3494" y="739"/>
                </a:cubicBezTo>
                <a:cubicBezTo>
                  <a:pt x="3471" y="749"/>
                  <a:pt x="3447" y="756"/>
                  <a:pt x="3422" y="761"/>
                </a:cubicBezTo>
                <a:cubicBezTo>
                  <a:pt x="3397" y="766"/>
                  <a:pt x="3373" y="768"/>
                  <a:pt x="3347" y="768"/>
                </a:cubicBezTo>
                <a:lnTo>
                  <a:pt x="384" y="768"/>
                </a:lnTo>
                <a:cubicBezTo>
                  <a:pt x="359" y="768"/>
                  <a:pt x="334" y="766"/>
                  <a:pt x="309" y="761"/>
                </a:cubicBezTo>
                <a:cubicBezTo>
                  <a:pt x="284" y="756"/>
                  <a:pt x="260" y="749"/>
                  <a:pt x="237" y="739"/>
                </a:cubicBezTo>
                <a:cubicBezTo>
                  <a:pt x="214" y="729"/>
                  <a:pt x="192" y="718"/>
                  <a:pt x="171" y="704"/>
                </a:cubicBezTo>
                <a:cubicBezTo>
                  <a:pt x="150" y="690"/>
                  <a:pt x="131" y="674"/>
                  <a:pt x="113" y="656"/>
                </a:cubicBezTo>
                <a:cubicBezTo>
                  <a:pt x="95" y="638"/>
                  <a:pt x="79" y="619"/>
                  <a:pt x="65" y="598"/>
                </a:cubicBezTo>
                <a:cubicBezTo>
                  <a:pt x="51" y="576"/>
                  <a:pt x="39" y="554"/>
                  <a:pt x="30" y="530"/>
                </a:cubicBezTo>
                <a:cubicBezTo>
                  <a:pt x="20" y="507"/>
                  <a:pt x="13" y="483"/>
                  <a:pt x="8" y="459"/>
                </a:cubicBezTo>
                <a:cubicBezTo>
                  <a:pt x="3" y="434"/>
                  <a:pt x="0" y="409"/>
                  <a:pt x="0" y="38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9" name=""/>
          <p:cNvSpPr/>
          <p:nvPr/>
        </p:nvSpPr>
        <p:spPr>
          <a:xfrm>
            <a:off x="3404880" y="4624200"/>
            <a:ext cx="1343520" cy="276480"/>
          </a:xfrm>
          <a:custGeom>
            <a:avLst/>
            <a:gdLst/>
            <a:ahLst/>
            <a:rect l="0" t="0" r="r" b="b"/>
            <a:pathLst>
              <a:path w="3732" h="768">
                <a:moveTo>
                  <a:pt x="0" y="384"/>
                </a:moveTo>
                <a:cubicBezTo>
                  <a:pt x="0" y="358"/>
                  <a:pt x="3" y="334"/>
                  <a:pt x="8" y="309"/>
                </a:cubicBezTo>
                <a:cubicBezTo>
                  <a:pt x="13" y="284"/>
                  <a:pt x="20" y="260"/>
                  <a:pt x="30" y="237"/>
                </a:cubicBezTo>
                <a:cubicBezTo>
                  <a:pt x="39" y="214"/>
                  <a:pt x="51" y="191"/>
                  <a:pt x="65" y="171"/>
                </a:cubicBezTo>
                <a:cubicBezTo>
                  <a:pt x="79" y="150"/>
                  <a:pt x="95" y="130"/>
                  <a:pt x="113" y="112"/>
                </a:cubicBezTo>
                <a:cubicBezTo>
                  <a:pt x="131" y="95"/>
                  <a:pt x="150" y="79"/>
                  <a:pt x="171" y="65"/>
                </a:cubicBezTo>
                <a:cubicBezTo>
                  <a:pt x="192" y="51"/>
                  <a:pt x="214" y="39"/>
                  <a:pt x="237" y="29"/>
                </a:cubicBezTo>
                <a:cubicBezTo>
                  <a:pt x="260" y="20"/>
                  <a:pt x="284" y="12"/>
                  <a:pt x="309" y="7"/>
                </a:cubicBezTo>
                <a:cubicBezTo>
                  <a:pt x="334" y="2"/>
                  <a:pt x="359" y="0"/>
                  <a:pt x="384" y="0"/>
                </a:cubicBezTo>
                <a:lnTo>
                  <a:pt x="3347" y="0"/>
                </a:lnTo>
                <a:cubicBezTo>
                  <a:pt x="3373" y="0"/>
                  <a:pt x="3397" y="2"/>
                  <a:pt x="3422" y="7"/>
                </a:cubicBezTo>
                <a:cubicBezTo>
                  <a:pt x="3447" y="12"/>
                  <a:pt x="3471" y="20"/>
                  <a:pt x="3494" y="29"/>
                </a:cubicBezTo>
                <a:cubicBezTo>
                  <a:pt x="3517" y="39"/>
                  <a:pt x="3540" y="51"/>
                  <a:pt x="3560" y="65"/>
                </a:cubicBezTo>
                <a:cubicBezTo>
                  <a:pt x="3581" y="79"/>
                  <a:pt x="3602" y="95"/>
                  <a:pt x="3620" y="112"/>
                </a:cubicBezTo>
                <a:cubicBezTo>
                  <a:pt x="3637" y="130"/>
                  <a:pt x="3653" y="150"/>
                  <a:pt x="3667" y="171"/>
                </a:cubicBezTo>
                <a:cubicBezTo>
                  <a:pt x="3681" y="191"/>
                  <a:pt x="3693" y="214"/>
                  <a:pt x="3703" y="237"/>
                </a:cubicBezTo>
                <a:cubicBezTo>
                  <a:pt x="3712" y="260"/>
                  <a:pt x="3720" y="284"/>
                  <a:pt x="3725" y="309"/>
                </a:cubicBezTo>
                <a:cubicBezTo>
                  <a:pt x="3730" y="334"/>
                  <a:pt x="3732" y="358"/>
                  <a:pt x="3732" y="384"/>
                </a:cubicBezTo>
                <a:cubicBezTo>
                  <a:pt x="3732" y="409"/>
                  <a:pt x="3730" y="434"/>
                  <a:pt x="3725" y="459"/>
                </a:cubicBezTo>
                <a:cubicBezTo>
                  <a:pt x="3720" y="483"/>
                  <a:pt x="3712" y="507"/>
                  <a:pt x="3703" y="530"/>
                </a:cubicBezTo>
                <a:cubicBezTo>
                  <a:pt x="3693" y="554"/>
                  <a:pt x="3681" y="576"/>
                  <a:pt x="3667" y="598"/>
                </a:cubicBezTo>
                <a:cubicBezTo>
                  <a:pt x="3653" y="619"/>
                  <a:pt x="3637" y="638"/>
                  <a:pt x="3620" y="656"/>
                </a:cubicBezTo>
                <a:cubicBezTo>
                  <a:pt x="3602" y="674"/>
                  <a:pt x="3581" y="690"/>
                  <a:pt x="3560" y="704"/>
                </a:cubicBezTo>
                <a:cubicBezTo>
                  <a:pt x="3540" y="718"/>
                  <a:pt x="3517" y="729"/>
                  <a:pt x="3494" y="739"/>
                </a:cubicBezTo>
                <a:cubicBezTo>
                  <a:pt x="3471" y="749"/>
                  <a:pt x="3447" y="756"/>
                  <a:pt x="3422" y="761"/>
                </a:cubicBezTo>
                <a:cubicBezTo>
                  <a:pt x="3397" y="766"/>
                  <a:pt x="3373" y="768"/>
                  <a:pt x="3347" y="768"/>
                </a:cubicBezTo>
                <a:lnTo>
                  <a:pt x="384" y="768"/>
                </a:lnTo>
                <a:cubicBezTo>
                  <a:pt x="359" y="768"/>
                  <a:pt x="334" y="766"/>
                  <a:pt x="309" y="761"/>
                </a:cubicBezTo>
                <a:cubicBezTo>
                  <a:pt x="284" y="756"/>
                  <a:pt x="260" y="749"/>
                  <a:pt x="237" y="739"/>
                </a:cubicBezTo>
                <a:cubicBezTo>
                  <a:pt x="214" y="729"/>
                  <a:pt x="192" y="718"/>
                  <a:pt x="171" y="704"/>
                </a:cubicBezTo>
                <a:cubicBezTo>
                  <a:pt x="150" y="690"/>
                  <a:pt x="131" y="674"/>
                  <a:pt x="113" y="656"/>
                </a:cubicBezTo>
                <a:cubicBezTo>
                  <a:pt x="95" y="638"/>
                  <a:pt x="79" y="619"/>
                  <a:pt x="65" y="598"/>
                </a:cubicBezTo>
                <a:cubicBezTo>
                  <a:pt x="51" y="576"/>
                  <a:pt x="39" y="554"/>
                  <a:pt x="30" y="530"/>
                </a:cubicBezTo>
                <a:cubicBezTo>
                  <a:pt x="20" y="507"/>
                  <a:pt x="13" y="483"/>
                  <a:pt x="8" y="459"/>
                </a:cubicBezTo>
                <a:cubicBezTo>
                  <a:pt x="3" y="434"/>
                  <a:pt x="0" y="409"/>
                  <a:pt x="0" y="384"/>
                </a:cubicBezTo>
                <a:close/>
              </a:path>
            </a:pathLst>
          </a:custGeom>
          <a:noFill/>
          <a:ln w="9360">
            <a:solidFill>
              <a:srgbClr val="0017c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3399480" y="4240080"/>
            <a:ext cx="61729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報告と日々の記録は、内部監査で決まりどおりかを評価する</a:t>
            </a:r>
            <a:endParaRPr b="0" lang="ja-JP" sz="18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1" name=""/>
          <p:cNvSpPr/>
          <p:nvPr/>
        </p:nvSpPr>
        <p:spPr>
          <a:xfrm>
            <a:off x="1809720" y="5086080"/>
            <a:ext cx="1219320" cy="476640"/>
          </a:xfrm>
          <a:custGeom>
            <a:avLst/>
            <a:gdLst/>
            <a:ahLst/>
            <a:rect l="0" t="0" r="r" b="b"/>
            <a:pathLst>
              <a:path w="3387" h="1324">
                <a:moveTo>
                  <a:pt x="0" y="1139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5"/>
                </a:cubicBezTo>
                <a:cubicBezTo>
                  <a:pt x="18" y="103"/>
                  <a:pt x="24" y="93"/>
                  <a:pt x="31" y="83"/>
                </a:cubicBezTo>
                <a:cubicBezTo>
                  <a:pt x="38" y="72"/>
                  <a:pt x="45" y="63"/>
                  <a:pt x="55" y="54"/>
                </a:cubicBezTo>
                <a:cubicBezTo>
                  <a:pt x="63" y="46"/>
                  <a:pt x="73" y="38"/>
                  <a:pt x="83" y="31"/>
                </a:cubicBezTo>
                <a:cubicBezTo>
                  <a:pt x="93" y="25"/>
                  <a:pt x="104" y="19"/>
                  <a:pt x="115" y="14"/>
                </a:cubicBezTo>
                <a:cubicBezTo>
                  <a:pt x="126" y="10"/>
                  <a:pt x="138" y="6"/>
                  <a:pt x="150" y="4"/>
                </a:cubicBezTo>
                <a:cubicBezTo>
                  <a:pt x="162" y="1"/>
                  <a:pt x="174" y="0"/>
                  <a:pt x="186" y="0"/>
                </a:cubicBezTo>
                <a:lnTo>
                  <a:pt x="3202" y="0"/>
                </a:lnTo>
                <a:cubicBezTo>
                  <a:pt x="3214" y="0"/>
                  <a:pt x="3226" y="1"/>
                  <a:pt x="3238" y="4"/>
                </a:cubicBezTo>
                <a:cubicBezTo>
                  <a:pt x="3250" y="6"/>
                  <a:pt x="3262" y="10"/>
                  <a:pt x="3273" y="14"/>
                </a:cubicBezTo>
                <a:cubicBezTo>
                  <a:pt x="3284" y="19"/>
                  <a:pt x="3295" y="25"/>
                  <a:pt x="3305" y="31"/>
                </a:cubicBezTo>
                <a:cubicBezTo>
                  <a:pt x="3315" y="38"/>
                  <a:pt x="3324" y="46"/>
                  <a:pt x="3333" y="54"/>
                </a:cubicBezTo>
                <a:cubicBezTo>
                  <a:pt x="3342" y="63"/>
                  <a:pt x="3349" y="72"/>
                  <a:pt x="3356" y="83"/>
                </a:cubicBezTo>
                <a:cubicBezTo>
                  <a:pt x="3363" y="93"/>
                  <a:pt x="3368" y="103"/>
                  <a:pt x="3373" y="115"/>
                </a:cubicBezTo>
                <a:cubicBezTo>
                  <a:pt x="3378" y="126"/>
                  <a:pt x="3381" y="137"/>
                  <a:pt x="3384" y="149"/>
                </a:cubicBezTo>
                <a:cubicBezTo>
                  <a:pt x="3386" y="161"/>
                  <a:pt x="3387" y="173"/>
                  <a:pt x="3387" y="185"/>
                </a:cubicBezTo>
                <a:lnTo>
                  <a:pt x="3387" y="1139"/>
                </a:lnTo>
                <a:cubicBezTo>
                  <a:pt x="3387" y="1151"/>
                  <a:pt x="3386" y="1163"/>
                  <a:pt x="3384" y="1175"/>
                </a:cubicBezTo>
                <a:cubicBezTo>
                  <a:pt x="3381" y="1187"/>
                  <a:pt x="3378" y="1199"/>
                  <a:pt x="3373" y="1210"/>
                </a:cubicBezTo>
                <a:cubicBezTo>
                  <a:pt x="3368" y="1221"/>
                  <a:pt x="3363" y="1232"/>
                  <a:pt x="3356" y="1242"/>
                </a:cubicBezTo>
                <a:cubicBezTo>
                  <a:pt x="3349" y="1252"/>
                  <a:pt x="3342" y="1261"/>
                  <a:pt x="3333" y="1270"/>
                </a:cubicBezTo>
                <a:cubicBezTo>
                  <a:pt x="3324" y="1279"/>
                  <a:pt x="3315" y="1286"/>
                  <a:pt x="3305" y="1293"/>
                </a:cubicBezTo>
                <a:cubicBezTo>
                  <a:pt x="3295" y="1300"/>
                  <a:pt x="3284" y="1305"/>
                  <a:pt x="3273" y="1310"/>
                </a:cubicBezTo>
                <a:cubicBezTo>
                  <a:pt x="3262" y="1315"/>
                  <a:pt x="3250" y="1318"/>
                  <a:pt x="3238" y="1321"/>
                </a:cubicBezTo>
                <a:cubicBezTo>
                  <a:pt x="3226" y="1323"/>
                  <a:pt x="3214" y="1324"/>
                  <a:pt x="3202" y="1324"/>
                </a:cubicBezTo>
                <a:lnTo>
                  <a:pt x="186" y="1324"/>
                </a:lnTo>
                <a:cubicBezTo>
                  <a:pt x="174" y="1324"/>
                  <a:pt x="162" y="1323"/>
                  <a:pt x="150" y="1321"/>
                </a:cubicBezTo>
                <a:cubicBezTo>
                  <a:pt x="138" y="1318"/>
                  <a:pt x="126" y="1315"/>
                  <a:pt x="115" y="1310"/>
                </a:cubicBezTo>
                <a:cubicBezTo>
                  <a:pt x="104" y="1305"/>
                  <a:pt x="93" y="1300"/>
                  <a:pt x="83" y="1293"/>
                </a:cubicBezTo>
                <a:cubicBezTo>
                  <a:pt x="73" y="1286"/>
                  <a:pt x="63" y="1279"/>
                  <a:pt x="55" y="1270"/>
                </a:cubicBezTo>
                <a:cubicBezTo>
                  <a:pt x="45" y="1261"/>
                  <a:pt x="38" y="1252"/>
                  <a:pt x="31" y="1242"/>
                </a:cubicBezTo>
                <a:cubicBezTo>
                  <a:pt x="24" y="1232"/>
                  <a:pt x="18" y="1221"/>
                  <a:pt x="14" y="1210"/>
                </a:cubicBezTo>
                <a:cubicBezTo>
                  <a:pt x="9" y="1199"/>
                  <a:pt x="6" y="1187"/>
                  <a:pt x="3" y="1175"/>
                </a:cubicBezTo>
                <a:cubicBezTo>
                  <a:pt x="1" y="1163"/>
                  <a:pt x="0" y="1151"/>
                  <a:pt x="0" y="113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2" name=""/>
          <p:cNvSpPr/>
          <p:nvPr/>
        </p:nvSpPr>
        <p:spPr>
          <a:xfrm>
            <a:off x="1809720" y="5086080"/>
            <a:ext cx="1219320" cy="476640"/>
          </a:xfrm>
          <a:custGeom>
            <a:avLst/>
            <a:gdLst/>
            <a:ahLst/>
            <a:rect l="0" t="0" r="r" b="b"/>
            <a:pathLst>
              <a:path w="3387" h="1324">
                <a:moveTo>
                  <a:pt x="0" y="1139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5"/>
                </a:cubicBezTo>
                <a:cubicBezTo>
                  <a:pt x="18" y="103"/>
                  <a:pt x="24" y="93"/>
                  <a:pt x="31" y="83"/>
                </a:cubicBezTo>
                <a:cubicBezTo>
                  <a:pt x="38" y="72"/>
                  <a:pt x="45" y="63"/>
                  <a:pt x="55" y="54"/>
                </a:cubicBezTo>
                <a:cubicBezTo>
                  <a:pt x="63" y="46"/>
                  <a:pt x="73" y="38"/>
                  <a:pt x="83" y="31"/>
                </a:cubicBezTo>
                <a:cubicBezTo>
                  <a:pt x="93" y="25"/>
                  <a:pt x="104" y="19"/>
                  <a:pt x="115" y="14"/>
                </a:cubicBezTo>
                <a:cubicBezTo>
                  <a:pt x="126" y="10"/>
                  <a:pt x="138" y="6"/>
                  <a:pt x="150" y="4"/>
                </a:cubicBezTo>
                <a:cubicBezTo>
                  <a:pt x="162" y="1"/>
                  <a:pt x="174" y="0"/>
                  <a:pt x="186" y="0"/>
                </a:cubicBezTo>
                <a:lnTo>
                  <a:pt x="3202" y="0"/>
                </a:lnTo>
                <a:cubicBezTo>
                  <a:pt x="3214" y="0"/>
                  <a:pt x="3226" y="1"/>
                  <a:pt x="3238" y="4"/>
                </a:cubicBezTo>
                <a:cubicBezTo>
                  <a:pt x="3250" y="6"/>
                  <a:pt x="3262" y="10"/>
                  <a:pt x="3273" y="14"/>
                </a:cubicBezTo>
                <a:cubicBezTo>
                  <a:pt x="3284" y="19"/>
                  <a:pt x="3295" y="25"/>
                  <a:pt x="3305" y="31"/>
                </a:cubicBezTo>
                <a:cubicBezTo>
                  <a:pt x="3315" y="38"/>
                  <a:pt x="3324" y="46"/>
                  <a:pt x="3333" y="54"/>
                </a:cubicBezTo>
                <a:cubicBezTo>
                  <a:pt x="3342" y="63"/>
                  <a:pt x="3349" y="72"/>
                  <a:pt x="3356" y="83"/>
                </a:cubicBezTo>
                <a:cubicBezTo>
                  <a:pt x="3363" y="93"/>
                  <a:pt x="3368" y="103"/>
                  <a:pt x="3373" y="115"/>
                </a:cubicBezTo>
                <a:cubicBezTo>
                  <a:pt x="3378" y="126"/>
                  <a:pt x="3381" y="137"/>
                  <a:pt x="3384" y="149"/>
                </a:cubicBezTo>
                <a:cubicBezTo>
                  <a:pt x="3386" y="161"/>
                  <a:pt x="3387" y="173"/>
                  <a:pt x="3387" y="185"/>
                </a:cubicBezTo>
                <a:lnTo>
                  <a:pt x="3387" y="1139"/>
                </a:lnTo>
                <a:cubicBezTo>
                  <a:pt x="3387" y="1151"/>
                  <a:pt x="3386" y="1163"/>
                  <a:pt x="3384" y="1175"/>
                </a:cubicBezTo>
                <a:cubicBezTo>
                  <a:pt x="3381" y="1187"/>
                  <a:pt x="3378" y="1199"/>
                  <a:pt x="3373" y="1210"/>
                </a:cubicBezTo>
                <a:cubicBezTo>
                  <a:pt x="3368" y="1221"/>
                  <a:pt x="3363" y="1232"/>
                  <a:pt x="3356" y="1242"/>
                </a:cubicBezTo>
                <a:cubicBezTo>
                  <a:pt x="3349" y="1252"/>
                  <a:pt x="3342" y="1261"/>
                  <a:pt x="3333" y="1270"/>
                </a:cubicBezTo>
                <a:cubicBezTo>
                  <a:pt x="3324" y="1279"/>
                  <a:pt x="3315" y="1286"/>
                  <a:pt x="3305" y="1293"/>
                </a:cubicBezTo>
                <a:cubicBezTo>
                  <a:pt x="3295" y="1300"/>
                  <a:pt x="3284" y="1305"/>
                  <a:pt x="3273" y="1310"/>
                </a:cubicBezTo>
                <a:cubicBezTo>
                  <a:pt x="3262" y="1315"/>
                  <a:pt x="3250" y="1318"/>
                  <a:pt x="3238" y="1321"/>
                </a:cubicBezTo>
                <a:cubicBezTo>
                  <a:pt x="3226" y="1323"/>
                  <a:pt x="3214" y="1324"/>
                  <a:pt x="3202" y="1324"/>
                </a:cubicBezTo>
                <a:lnTo>
                  <a:pt x="186" y="1324"/>
                </a:lnTo>
                <a:cubicBezTo>
                  <a:pt x="174" y="1324"/>
                  <a:pt x="162" y="1323"/>
                  <a:pt x="150" y="1321"/>
                </a:cubicBezTo>
                <a:cubicBezTo>
                  <a:pt x="138" y="1318"/>
                  <a:pt x="126" y="1315"/>
                  <a:pt x="115" y="1310"/>
                </a:cubicBezTo>
                <a:cubicBezTo>
                  <a:pt x="104" y="1305"/>
                  <a:pt x="93" y="1300"/>
                  <a:pt x="83" y="1293"/>
                </a:cubicBezTo>
                <a:cubicBezTo>
                  <a:pt x="73" y="1286"/>
                  <a:pt x="63" y="1279"/>
                  <a:pt x="55" y="1270"/>
                </a:cubicBezTo>
                <a:cubicBezTo>
                  <a:pt x="45" y="1261"/>
                  <a:pt x="38" y="1252"/>
                  <a:pt x="31" y="1242"/>
                </a:cubicBezTo>
                <a:cubicBezTo>
                  <a:pt x="24" y="1232"/>
                  <a:pt x="18" y="1221"/>
                  <a:pt x="14" y="1210"/>
                </a:cubicBezTo>
                <a:cubicBezTo>
                  <a:pt x="9" y="1199"/>
                  <a:pt x="6" y="1187"/>
                  <a:pt x="3" y="1175"/>
                </a:cubicBezTo>
                <a:cubicBezTo>
                  <a:pt x="1" y="1163"/>
                  <a:pt x="0" y="1151"/>
                  <a:pt x="0" y="1139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3" name=""/>
          <p:cNvSpPr/>
          <p:nvPr/>
        </p:nvSpPr>
        <p:spPr>
          <a:xfrm>
            <a:off x="2003400" y="5185440"/>
            <a:ext cx="203400" cy="279000"/>
          </a:xfrm>
          <a:custGeom>
            <a:avLst/>
            <a:gdLst/>
            <a:ahLst/>
            <a:rect l="0" t="0" r="r" b="b"/>
            <a:pathLst>
              <a:path w="565" h="775">
                <a:moveTo>
                  <a:pt x="31" y="517"/>
                </a:moveTo>
                <a:cubicBezTo>
                  <a:pt x="20" y="496"/>
                  <a:pt x="11" y="475"/>
                  <a:pt x="7" y="453"/>
                </a:cubicBezTo>
                <a:cubicBezTo>
                  <a:pt x="2" y="432"/>
                  <a:pt x="0" y="410"/>
                  <a:pt x="0" y="387"/>
                </a:cubicBezTo>
                <a:cubicBezTo>
                  <a:pt x="0" y="310"/>
                  <a:pt x="27" y="244"/>
                  <a:pt x="83" y="189"/>
                </a:cubicBezTo>
                <a:cubicBezTo>
                  <a:pt x="138" y="133"/>
                  <a:pt x="205" y="105"/>
                  <a:pt x="282" y="105"/>
                </a:cubicBezTo>
                <a:lnTo>
                  <a:pt x="320" y="105"/>
                </a:lnTo>
                <a:lnTo>
                  <a:pt x="249" y="35"/>
                </a:lnTo>
                <a:lnTo>
                  <a:pt x="284" y="0"/>
                </a:lnTo>
                <a:lnTo>
                  <a:pt x="416" y="132"/>
                </a:lnTo>
                <a:lnTo>
                  <a:pt x="284" y="263"/>
                </a:lnTo>
                <a:lnTo>
                  <a:pt x="248" y="228"/>
                </a:lnTo>
                <a:lnTo>
                  <a:pt x="318" y="158"/>
                </a:lnTo>
                <a:lnTo>
                  <a:pt x="282" y="158"/>
                </a:lnTo>
                <a:cubicBezTo>
                  <a:pt x="219" y="158"/>
                  <a:pt x="165" y="181"/>
                  <a:pt x="120" y="226"/>
                </a:cubicBezTo>
                <a:cubicBezTo>
                  <a:pt x="75" y="271"/>
                  <a:pt x="52" y="325"/>
                  <a:pt x="52" y="387"/>
                </a:cubicBezTo>
                <a:cubicBezTo>
                  <a:pt x="52" y="405"/>
                  <a:pt x="54" y="421"/>
                  <a:pt x="57" y="436"/>
                </a:cubicBezTo>
                <a:cubicBezTo>
                  <a:pt x="61" y="451"/>
                  <a:pt x="65" y="466"/>
                  <a:pt x="69" y="479"/>
                </a:cubicBezTo>
                <a:lnTo>
                  <a:pt x="31" y="517"/>
                </a:lnTo>
                <a:moveTo>
                  <a:pt x="278" y="775"/>
                </a:moveTo>
                <a:lnTo>
                  <a:pt x="147" y="642"/>
                </a:lnTo>
                <a:lnTo>
                  <a:pt x="278" y="511"/>
                </a:lnTo>
                <a:lnTo>
                  <a:pt x="313" y="545"/>
                </a:lnTo>
                <a:lnTo>
                  <a:pt x="242" y="616"/>
                </a:lnTo>
                <a:lnTo>
                  <a:pt x="282" y="616"/>
                </a:lnTo>
                <a:cubicBezTo>
                  <a:pt x="345" y="616"/>
                  <a:pt x="400" y="593"/>
                  <a:pt x="445" y="548"/>
                </a:cubicBezTo>
                <a:cubicBezTo>
                  <a:pt x="490" y="503"/>
                  <a:pt x="512" y="450"/>
                  <a:pt x="512" y="387"/>
                </a:cubicBezTo>
                <a:cubicBezTo>
                  <a:pt x="512" y="370"/>
                  <a:pt x="511" y="353"/>
                  <a:pt x="508" y="338"/>
                </a:cubicBezTo>
                <a:cubicBezTo>
                  <a:pt x="505" y="323"/>
                  <a:pt x="500" y="308"/>
                  <a:pt x="494" y="295"/>
                </a:cubicBezTo>
                <a:lnTo>
                  <a:pt x="532" y="257"/>
                </a:lnTo>
                <a:cubicBezTo>
                  <a:pt x="544" y="278"/>
                  <a:pt x="553" y="299"/>
                  <a:pt x="558" y="321"/>
                </a:cubicBezTo>
                <a:cubicBezTo>
                  <a:pt x="563" y="342"/>
                  <a:pt x="565" y="364"/>
                  <a:pt x="565" y="387"/>
                </a:cubicBezTo>
                <a:cubicBezTo>
                  <a:pt x="565" y="464"/>
                  <a:pt x="537" y="530"/>
                  <a:pt x="482" y="585"/>
                </a:cubicBezTo>
                <a:cubicBezTo>
                  <a:pt x="426" y="641"/>
                  <a:pt x="360" y="669"/>
                  <a:pt x="282" y="669"/>
                </a:cubicBezTo>
                <a:lnTo>
                  <a:pt x="242" y="669"/>
                </a:lnTo>
                <a:lnTo>
                  <a:pt x="313" y="740"/>
                </a:lnTo>
                <a:lnTo>
                  <a:pt x="278" y="775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3542400" y="4652280"/>
            <a:ext cx="10674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評価に残る課題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5" name=""/>
          <p:cNvSpPr txBox="1"/>
          <p:nvPr/>
        </p:nvSpPr>
        <p:spPr>
          <a:xfrm>
            <a:off x="2332800" y="5179680"/>
            <a:ext cx="3816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改善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6" name=""/>
          <p:cNvSpPr/>
          <p:nvPr/>
        </p:nvSpPr>
        <p:spPr>
          <a:xfrm>
            <a:off x="1809720" y="5752800"/>
            <a:ext cx="1219320" cy="476640"/>
          </a:xfrm>
          <a:custGeom>
            <a:avLst/>
            <a:gdLst/>
            <a:ahLst/>
            <a:rect l="0" t="0" r="r" b="b"/>
            <a:pathLst>
              <a:path w="3387" h="1324">
                <a:moveTo>
                  <a:pt x="0" y="1139"/>
                </a:moveTo>
                <a:lnTo>
                  <a:pt x="0" y="186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5"/>
                </a:cubicBezTo>
                <a:cubicBezTo>
                  <a:pt x="18" y="103"/>
                  <a:pt x="24" y="93"/>
                  <a:pt x="31" y="83"/>
                </a:cubicBezTo>
                <a:cubicBezTo>
                  <a:pt x="38" y="73"/>
                  <a:pt x="45" y="63"/>
                  <a:pt x="55" y="55"/>
                </a:cubicBezTo>
                <a:cubicBezTo>
                  <a:pt x="63" y="46"/>
                  <a:pt x="73" y="38"/>
                  <a:pt x="83" y="32"/>
                </a:cubicBezTo>
                <a:cubicBezTo>
                  <a:pt x="93" y="25"/>
                  <a:pt x="104" y="19"/>
                  <a:pt x="115" y="14"/>
                </a:cubicBezTo>
                <a:cubicBezTo>
                  <a:pt x="126" y="10"/>
                  <a:pt x="138" y="6"/>
                  <a:pt x="150" y="4"/>
                </a:cubicBezTo>
                <a:cubicBezTo>
                  <a:pt x="162" y="2"/>
                  <a:pt x="174" y="0"/>
                  <a:pt x="186" y="0"/>
                </a:cubicBezTo>
                <a:lnTo>
                  <a:pt x="3202" y="0"/>
                </a:lnTo>
                <a:cubicBezTo>
                  <a:pt x="3214" y="0"/>
                  <a:pt x="3226" y="2"/>
                  <a:pt x="3238" y="4"/>
                </a:cubicBezTo>
                <a:cubicBezTo>
                  <a:pt x="3250" y="6"/>
                  <a:pt x="3262" y="10"/>
                  <a:pt x="3273" y="14"/>
                </a:cubicBezTo>
                <a:cubicBezTo>
                  <a:pt x="3284" y="19"/>
                  <a:pt x="3295" y="25"/>
                  <a:pt x="3305" y="32"/>
                </a:cubicBezTo>
                <a:cubicBezTo>
                  <a:pt x="3315" y="38"/>
                  <a:pt x="3324" y="46"/>
                  <a:pt x="3333" y="55"/>
                </a:cubicBezTo>
                <a:cubicBezTo>
                  <a:pt x="3342" y="63"/>
                  <a:pt x="3349" y="73"/>
                  <a:pt x="3356" y="83"/>
                </a:cubicBezTo>
                <a:cubicBezTo>
                  <a:pt x="3363" y="93"/>
                  <a:pt x="3368" y="103"/>
                  <a:pt x="3373" y="115"/>
                </a:cubicBezTo>
                <a:cubicBezTo>
                  <a:pt x="3378" y="126"/>
                  <a:pt x="3381" y="137"/>
                  <a:pt x="3384" y="149"/>
                </a:cubicBezTo>
                <a:cubicBezTo>
                  <a:pt x="3386" y="161"/>
                  <a:pt x="3387" y="173"/>
                  <a:pt x="3387" y="186"/>
                </a:cubicBezTo>
                <a:lnTo>
                  <a:pt x="3387" y="1139"/>
                </a:lnTo>
                <a:cubicBezTo>
                  <a:pt x="3387" y="1151"/>
                  <a:pt x="3386" y="1163"/>
                  <a:pt x="3384" y="1175"/>
                </a:cubicBezTo>
                <a:cubicBezTo>
                  <a:pt x="3381" y="1187"/>
                  <a:pt x="3378" y="1199"/>
                  <a:pt x="3373" y="1210"/>
                </a:cubicBezTo>
                <a:cubicBezTo>
                  <a:pt x="3368" y="1221"/>
                  <a:pt x="3363" y="1232"/>
                  <a:pt x="3356" y="1242"/>
                </a:cubicBezTo>
                <a:cubicBezTo>
                  <a:pt x="3349" y="1252"/>
                  <a:pt x="3342" y="1261"/>
                  <a:pt x="3333" y="1270"/>
                </a:cubicBezTo>
                <a:cubicBezTo>
                  <a:pt x="3324" y="1279"/>
                  <a:pt x="3315" y="1286"/>
                  <a:pt x="3305" y="1293"/>
                </a:cubicBezTo>
                <a:cubicBezTo>
                  <a:pt x="3295" y="1300"/>
                  <a:pt x="3284" y="1305"/>
                  <a:pt x="3273" y="1310"/>
                </a:cubicBezTo>
                <a:cubicBezTo>
                  <a:pt x="3262" y="1315"/>
                  <a:pt x="3250" y="1318"/>
                  <a:pt x="3238" y="1321"/>
                </a:cubicBezTo>
                <a:cubicBezTo>
                  <a:pt x="3226" y="1323"/>
                  <a:pt x="3214" y="1324"/>
                  <a:pt x="3202" y="1324"/>
                </a:cubicBezTo>
                <a:lnTo>
                  <a:pt x="186" y="1324"/>
                </a:lnTo>
                <a:cubicBezTo>
                  <a:pt x="174" y="1324"/>
                  <a:pt x="162" y="1323"/>
                  <a:pt x="150" y="1321"/>
                </a:cubicBezTo>
                <a:cubicBezTo>
                  <a:pt x="138" y="1318"/>
                  <a:pt x="126" y="1315"/>
                  <a:pt x="115" y="1310"/>
                </a:cubicBezTo>
                <a:cubicBezTo>
                  <a:pt x="104" y="1305"/>
                  <a:pt x="93" y="1300"/>
                  <a:pt x="83" y="1293"/>
                </a:cubicBezTo>
                <a:cubicBezTo>
                  <a:pt x="73" y="1286"/>
                  <a:pt x="63" y="1279"/>
                  <a:pt x="55" y="1270"/>
                </a:cubicBezTo>
                <a:cubicBezTo>
                  <a:pt x="45" y="1261"/>
                  <a:pt x="38" y="1252"/>
                  <a:pt x="31" y="1242"/>
                </a:cubicBezTo>
                <a:cubicBezTo>
                  <a:pt x="24" y="1232"/>
                  <a:pt x="18" y="1221"/>
                  <a:pt x="14" y="1210"/>
                </a:cubicBezTo>
                <a:cubicBezTo>
                  <a:pt x="9" y="1199"/>
                  <a:pt x="6" y="1187"/>
                  <a:pt x="3" y="1175"/>
                </a:cubicBezTo>
                <a:cubicBezTo>
                  <a:pt x="1" y="1163"/>
                  <a:pt x="0" y="1151"/>
                  <a:pt x="0" y="113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7" name=""/>
          <p:cNvSpPr/>
          <p:nvPr/>
        </p:nvSpPr>
        <p:spPr>
          <a:xfrm>
            <a:off x="1809720" y="5752800"/>
            <a:ext cx="1219320" cy="476640"/>
          </a:xfrm>
          <a:custGeom>
            <a:avLst/>
            <a:gdLst/>
            <a:ahLst/>
            <a:rect l="0" t="0" r="r" b="b"/>
            <a:pathLst>
              <a:path w="3387" h="1324">
                <a:moveTo>
                  <a:pt x="0" y="1139"/>
                </a:moveTo>
                <a:lnTo>
                  <a:pt x="0" y="186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5"/>
                </a:cubicBezTo>
                <a:cubicBezTo>
                  <a:pt x="18" y="103"/>
                  <a:pt x="24" y="93"/>
                  <a:pt x="31" y="83"/>
                </a:cubicBezTo>
                <a:cubicBezTo>
                  <a:pt x="38" y="73"/>
                  <a:pt x="45" y="63"/>
                  <a:pt x="55" y="55"/>
                </a:cubicBezTo>
                <a:cubicBezTo>
                  <a:pt x="63" y="46"/>
                  <a:pt x="73" y="38"/>
                  <a:pt x="83" y="32"/>
                </a:cubicBezTo>
                <a:cubicBezTo>
                  <a:pt x="93" y="25"/>
                  <a:pt x="104" y="19"/>
                  <a:pt x="115" y="14"/>
                </a:cubicBezTo>
                <a:cubicBezTo>
                  <a:pt x="126" y="10"/>
                  <a:pt x="138" y="6"/>
                  <a:pt x="150" y="4"/>
                </a:cubicBezTo>
                <a:cubicBezTo>
                  <a:pt x="162" y="2"/>
                  <a:pt x="174" y="0"/>
                  <a:pt x="186" y="0"/>
                </a:cubicBezTo>
                <a:lnTo>
                  <a:pt x="3202" y="0"/>
                </a:lnTo>
                <a:cubicBezTo>
                  <a:pt x="3214" y="0"/>
                  <a:pt x="3226" y="2"/>
                  <a:pt x="3238" y="4"/>
                </a:cubicBezTo>
                <a:cubicBezTo>
                  <a:pt x="3250" y="6"/>
                  <a:pt x="3262" y="10"/>
                  <a:pt x="3273" y="14"/>
                </a:cubicBezTo>
                <a:cubicBezTo>
                  <a:pt x="3284" y="19"/>
                  <a:pt x="3295" y="25"/>
                  <a:pt x="3305" y="32"/>
                </a:cubicBezTo>
                <a:cubicBezTo>
                  <a:pt x="3315" y="38"/>
                  <a:pt x="3324" y="46"/>
                  <a:pt x="3333" y="55"/>
                </a:cubicBezTo>
                <a:cubicBezTo>
                  <a:pt x="3342" y="63"/>
                  <a:pt x="3349" y="73"/>
                  <a:pt x="3356" y="83"/>
                </a:cubicBezTo>
                <a:cubicBezTo>
                  <a:pt x="3363" y="93"/>
                  <a:pt x="3368" y="103"/>
                  <a:pt x="3373" y="115"/>
                </a:cubicBezTo>
                <a:cubicBezTo>
                  <a:pt x="3378" y="126"/>
                  <a:pt x="3381" y="137"/>
                  <a:pt x="3384" y="149"/>
                </a:cubicBezTo>
                <a:cubicBezTo>
                  <a:pt x="3386" y="161"/>
                  <a:pt x="3387" y="173"/>
                  <a:pt x="3387" y="186"/>
                </a:cubicBezTo>
                <a:lnTo>
                  <a:pt x="3387" y="1139"/>
                </a:lnTo>
                <a:cubicBezTo>
                  <a:pt x="3387" y="1151"/>
                  <a:pt x="3386" y="1163"/>
                  <a:pt x="3384" y="1175"/>
                </a:cubicBezTo>
                <a:cubicBezTo>
                  <a:pt x="3381" y="1187"/>
                  <a:pt x="3378" y="1199"/>
                  <a:pt x="3373" y="1210"/>
                </a:cubicBezTo>
                <a:cubicBezTo>
                  <a:pt x="3368" y="1221"/>
                  <a:pt x="3363" y="1232"/>
                  <a:pt x="3356" y="1242"/>
                </a:cubicBezTo>
                <a:cubicBezTo>
                  <a:pt x="3349" y="1252"/>
                  <a:pt x="3342" y="1261"/>
                  <a:pt x="3333" y="1270"/>
                </a:cubicBezTo>
                <a:cubicBezTo>
                  <a:pt x="3324" y="1279"/>
                  <a:pt x="3315" y="1286"/>
                  <a:pt x="3305" y="1293"/>
                </a:cubicBezTo>
                <a:cubicBezTo>
                  <a:pt x="3295" y="1300"/>
                  <a:pt x="3284" y="1305"/>
                  <a:pt x="3273" y="1310"/>
                </a:cubicBezTo>
                <a:cubicBezTo>
                  <a:pt x="3262" y="1315"/>
                  <a:pt x="3250" y="1318"/>
                  <a:pt x="3238" y="1321"/>
                </a:cubicBezTo>
                <a:cubicBezTo>
                  <a:pt x="3226" y="1323"/>
                  <a:pt x="3214" y="1324"/>
                  <a:pt x="3202" y="1324"/>
                </a:cubicBezTo>
                <a:lnTo>
                  <a:pt x="186" y="1324"/>
                </a:lnTo>
                <a:cubicBezTo>
                  <a:pt x="174" y="1324"/>
                  <a:pt x="162" y="1323"/>
                  <a:pt x="150" y="1321"/>
                </a:cubicBezTo>
                <a:cubicBezTo>
                  <a:pt x="138" y="1318"/>
                  <a:pt x="126" y="1315"/>
                  <a:pt x="115" y="1310"/>
                </a:cubicBezTo>
                <a:cubicBezTo>
                  <a:pt x="104" y="1305"/>
                  <a:pt x="93" y="1300"/>
                  <a:pt x="83" y="1293"/>
                </a:cubicBezTo>
                <a:cubicBezTo>
                  <a:pt x="73" y="1286"/>
                  <a:pt x="63" y="1279"/>
                  <a:pt x="55" y="1270"/>
                </a:cubicBezTo>
                <a:cubicBezTo>
                  <a:pt x="45" y="1261"/>
                  <a:pt x="38" y="1252"/>
                  <a:pt x="31" y="1242"/>
                </a:cubicBezTo>
                <a:cubicBezTo>
                  <a:pt x="24" y="1232"/>
                  <a:pt x="18" y="1221"/>
                  <a:pt x="14" y="1210"/>
                </a:cubicBezTo>
                <a:cubicBezTo>
                  <a:pt x="9" y="1199"/>
                  <a:pt x="6" y="1187"/>
                  <a:pt x="3" y="1175"/>
                </a:cubicBezTo>
                <a:cubicBezTo>
                  <a:pt x="1" y="1163"/>
                  <a:pt x="0" y="1151"/>
                  <a:pt x="0" y="1139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8" name=""/>
          <p:cNvSpPr/>
          <p:nvPr/>
        </p:nvSpPr>
        <p:spPr>
          <a:xfrm>
            <a:off x="2003400" y="5864040"/>
            <a:ext cx="203400" cy="254520"/>
          </a:xfrm>
          <a:custGeom>
            <a:avLst/>
            <a:gdLst/>
            <a:ahLst/>
            <a:rect l="0" t="0" r="r" b="b"/>
            <a:pathLst>
              <a:path w="565" h="707">
                <a:moveTo>
                  <a:pt x="0" y="707"/>
                </a:moveTo>
                <a:lnTo>
                  <a:pt x="0" y="477"/>
                </a:lnTo>
                <a:cubicBezTo>
                  <a:pt x="0" y="463"/>
                  <a:pt x="5" y="451"/>
                  <a:pt x="15" y="440"/>
                </a:cubicBezTo>
                <a:cubicBezTo>
                  <a:pt x="26" y="430"/>
                  <a:pt x="38" y="424"/>
                  <a:pt x="52" y="424"/>
                </a:cubicBezTo>
                <a:lnTo>
                  <a:pt x="512" y="424"/>
                </a:lnTo>
                <a:cubicBezTo>
                  <a:pt x="526" y="424"/>
                  <a:pt x="539" y="430"/>
                  <a:pt x="549" y="440"/>
                </a:cubicBezTo>
                <a:cubicBezTo>
                  <a:pt x="560" y="451"/>
                  <a:pt x="565" y="463"/>
                  <a:pt x="565" y="477"/>
                </a:cubicBezTo>
                <a:lnTo>
                  <a:pt x="565" y="707"/>
                </a:lnTo>
                <a:lnTo>
                  <a:pt x="0" y="707"/>
                </a:lnTo>
                <a:moveTo>
                  <a:pt x="52" y="565"/>
                </a:moveTo>
                <a:lnTo>
                  <a:pt x="512" y="565"/>
                </a:lnTo>
                <a:lnTo>
                  <a:pt x="512" y="477"/>
                </a:lnTo>
                <a:lnTo>
                  <a:pt x="52" y="477"/>
                </a:lnTo>
                <a:lnTo>
                  <a:pt x="52" y="565"/>
                </a:lnTo>
                <a:moveTo>
                  <a:pt x="282" y="424"/>
                </a:moveTo>
                <a:lnTo>
                  <a:pt x="106" y="176"/>
                </a:lnTo>
                <a:cubicBezTo>
                  <a:pt x="106" y="128"/>
                  <a:pt x="123" y="86"/>
                  <a:pt x="158" y="52"/>
                </a:cubicBezTo>
                <a:cubicBezTo>
                  <a:pt x="192" y="17"/>
                  <a:pt x="233" y="0"/>
                  <a:pt x="282" y="0"/>
                </a:cubicBezTo>
                <a:cubicBezTo>
                  <a:pt x="330" y="0"/>
                  <a:pt x="373" y="17"/>
                  <a:pt x="407" y="52"/>
                </a:cubicBezTo>
                <a:cubicBezTo>
                  <a:pt x="441" y="86"/>
                  <a:pt x="458" y="128"/>
                  <a:pt x="458" y="176"/>
                </a:cubicBezTo>
                <a:lnTo>
                  <a:pt x="282" y="424"/>
                </a:lnTo>
                <a:moveTo>
                  <a:pt x="282" y="356"/>
                </a:moveTo>
                <a:lnTo>
                  <a:pt x="405" y="176"/>
                </a:lnTo>
                <a:cubicBezTo>
                  <a:pt x="405" y="142"/>
                  <a:pt x="393" y="113"/>
                  <a:pt x="370" y="89"/>
                </a:cubicBezTo>
                <a:cubicBezTo>
                  <a:pt x="345" y="65"/>
                  <a:pt x="316" y="53"/>
                  <a:pt x="282" y="53"/>
                </a:cubicBezTo>
                <a:cubicBezTo>
                  <a:pt x="248" y="53"/>
                  <a:pt x="219" y="65"/>
                  <a:pt x="195" y="89"/>
                </a:cubicBezTo>
                <a:cubicBezTo>
                  <a:pt x="171" y="113"/>
                  <a:pt x="159" y="142"/>
                  <a:pt x="159" y="176"/>
                </a:cubicBezTo>
                <a:lnTo>
                  <a:pt x="282" y="356"/>
                </a:lnTo>
                <a:moveTo>
                  <a:pt x="282" y="204"/>
                </a:moveTo>
                <a:lnTo>
                  <a:pt x="282" y="204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3399480" y="5154480"/>
            <a:ext cx="68587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課題と評価の結果は、マネジメントレビューで見直して計画に戻す</a:t>
            </a:r>
            <a:endParaRPr b="0" lang="ja-JP" sz="18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2332800" y="5846400"/>
            <a:ext cx="3816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承認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3399480" y="5821200"/>
            <a:ext cx="43815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計画を運用に移すには、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3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つの承認が要る</a:t>
            </a:r>
            <a:endParaRPr b="0" lang="ja-JP" sz="18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62" name=""/>
          <p:cNvSpPr/>
          <p:nvPr/>
        </p:nvSpPr>
        <p:spPr>
          <a:xfrm>
            <a:off x="3038400" y="2047680"/>
            <a:ext cx="267120" cy="19440"/>
          </a:xfrm>
          <a:custGeom>
            <a:avLst/>
            <a:gdLst/>
            <a:ahLst/>
            <a:rect l="0" t="0" r="r" b="b"/>
            <a:pathLst>
              <a:path w="742" h="54">
                <a:moveTo>
                  <a:pt x="0" y="0"/>
                </a:moveTo>
                <a:lnTo>
                  <a:pt x="742" y="0"/>
                </a:lnTo>
                <a:lnTo>
                  <a:pt x="742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63" name=""/>
          <p:cNvSpPr/>
          <p:nvPr/>
        </p:nvSpPr>
        <p:spPr>
          <a:xfrm>
            <a:off x="2409480" y="2390760"/>
            <a:ext cx="19440" cy="171720"/>
          </a:xfrm>
          <a:custGeom>
            <a:avLst/>
            <a:gdLst/>
            <a:ahLst/>
            <a:rect l="0" t="0" r="r" b="b"/>
            <a:pathLst>
              <a:path w="54" h="477">
                <a:moveTo>
                  <a:pt x="0" y="0"/>
                </a:moveTo>
                <a:lnTo>
                  <a:pt x="54" y="0"/>
                </a:lnTo>
                <a:lnTo>
                  <a:pt x="54" y="477"/>
                </a:lnTo>
                <a:lnTo>
                  <a:pt x="0" y="47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64" name=""/>
          <p:cNvSpPr/>
          <p:nvPr/>
        </p:nvSpPr>
        <p:spPr>
          <a:xfrm>
            <a:off x="2361960" y="2466720"/>
            <a:ext cx="114840" cy="95760"/>
          </a:xfrm>
          <a:custGeom>
            <a:avLst/>
            <a:gdLst/>
            <a:ahLst/>
            <a:rect l="0" t="0" r="r" b="b"/>
            <a:pathLst>
              <a:path w="319" h="266">
                <a:moveTo>
                  <a:pt x="0" y="0"/>
                </a:moveTo>
                <a:lnTo>
                  <a:pt x="159" y="266"/>
                </a:lnTo>
                <a:lnTo>
                  <a:pt x="319" y="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65" name=""/>
          <p:cNvSpPr/>
          <p:nvPr/>
        </p:nvSpPr>
        <p:spPr>
          <a:xfrm>
            <a:off x="3038400" y="2885760"/>
            <a:ext cx="267120" cy="19440"/>
          </a:xfrm>
          <a:custGeom>
            <a:avLst/>
            <a:gdLst/>
            <a:ahLst/>
            <a:rect l="0" t="0" r="r" b="b"/>
            <a:pathLst>
              <a:path w="742" h="54">
                <a:moveTo>
                  <a:pt x="0" y="0"/>
                </a:moveTo>
                <a:lnTo>
                  <a:pt x="742" y="0"/>
                </a:lnTo>
                <a:lnTo>
                  <a:pt x="742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66" name=""/>
          <p:cNvSpPr/>
          <p:nvPr/>
        </p:nvSpPr>
        <p:spPr>
          <a:xfrm>
            <a:off x="2409480" y="3228840"/>
            <a:ext cx="19440" cy="171720"/>
          </a:xfrm>
          <a:custGeom>
            <a:avLst/>
            <a:gdLst/>
            <a:ahLst/>
            <a:rect l="0" t="0" r="r" b="b"/>
            <a:pathLst>
              <a:path w="54" h="477">
                <a:moveTo>
                  <a:pt x="0" y="0"/>
                </a:moveTo>
                <a:lnTo>
                  <a:pt x="54" y="0"/>
                </a:lnTo>
                <a:lnTo>
                  <a:pt x="54" y="477"/>
                </a:lnTo>
                <a:lnTo>
                  <a:pt x="0" y="47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67" name=""/>
          <p:cNvSpPr/>
          <p:nvPr/>
        </p:nvSpPr>
        <p:spPr>
          <a:xfrm>
            <a:off x="2361960" y="3305160"/>
            <a:ext cx="114840" cy="95400"/>
          </a:xfrm>
          <a:custGeom>
            <a:avLst/>
            <a:gdLst/>
            <a:ahLst/>
            <a:rect l="0" t="0" r="r" b="b"/>
            <a:pathLst>
              <a:path w="319" h="265">
                <a:moveTo>
                  <a:pt x="0" y="0"/>
                </a:moveTo>
                <a:lnTo>
                  <a:pt x="159" y="265"/>
                </a:lnTo>
                <a:lnTo>
                  <a:pt x="319" y="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68" name=""/>
          <p:cNvSpPr/>
          <p:nvPr/>
        </p:nvSpPr>
        <p:spPr>
          <a:xfrm>
            <a:off x="3038400" y="3724200"/>
            <a:ext cx="267120" cy="19440"/>
          </a:xfrm>
          <a:custGeom>
            <a:avLst/>
            <a:gdLst/>
            <a:ahLst/>
            <a:rect l="0" t="0" r="r" b="b"/>
            <a:pathLst>
              <a:path w="742" h="54">
                <a:moveTo>
                  <a:pt x="0" y="0"/>
                </a:moveTo>
                <a:lnTo>
                  <a:pt x="742" y="0"/>
                </a:lnTo>
                <a:lnTo>
                  <a:pt x="742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69" name=""/>
          <p:cNvSpPr/>
          <p:nvPr/>
        </p:nvSpPr>
        <p:spPr>
          <a:xfrm>
            <a:off x="2409480" y="4066920"/>
            <a:ext cx="19440" cy="171720"/>
          </a:xfrm>
          <a:custGeom>
            <a:avLst/>
            <a:gdLst/>
            <a:ahLst/>
            <a:rect l="0" t="0" r="r" b="b"/>
            <a:pathLst>
              <a:path w="54" h="477">
                <a:moveTo>
                  <a:pt x="0" y="0"/>
                </a:moveTo>
                <a:lnTo>
                  <a:pt x="54" y="0"/>
                </a:lnTo>
                <a:lnTo>
                  <a:pt x="54" y="477"/>
                </a:lnTo>
                <a:lnTo>
                  <a:pt x="0" y="47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70" name=""/>
          <p:cNvSpPr/>
          <p:nvPr/>
        </p:nvSpPr>
        <p:spPr>
          <a:xfrm>
            <a:off x="2361960" y="4143240"/>
            <a:ext cx="114840" cy="95400"/>
          </a:xfrm>
          <a:custGeom>
            <a:avLst/>
            <a:gdLst/>
            <a:ahLst/>
            <a:rect l="0" t="0" r="r" b="b"/>
            <a:pathLst>
              <a:path w="319" h="265">
                <a:moveTo>
                  <a:pt x="0" y="0"/>
                </a:moveTo>
                <a:lnTo>
                  <a:pt x="159" y="265"/>
                </a:lnTo>
                <a:lnTo>
                  <a:pt x="319" y="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71" name=""/>
          <p:cNvSpPr/>
          <p:nvPr/>
        </p:nvSpPr>
        <p:spPr>
          <a:xfrm>
            <a:off x="3038400" y="4562280"/>
            <a:ext cx="267120" cy="19440"/>
          </a:xfrm>
          <a:custGeom>
            <a:avLst/>
            <a:gdLst/>
            <a:ahLst/>
            <a:rect l="0" t="0" r="r" b="b"/>
            <a:pathLst>
              <a:path w="742" h="54">
                <a:moveTo>
                  <a:pt x="0" y="0"/>
                </a:moveTo>
                <a:lnTo>
                  <a:pt x="742" y="0"/>
                </a:lnTo>
                <a:lnTo>
                  <a:pt x="742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72" name=""/>
          <p:cNvSpPr/>
          <p:nvPr/>
        </p:nvSpPr>
        <p:spPr>
          <a:xfrm>
            <a:off x="2409480" y="4905360"/>
            <a:ext cx="19440" cy="171720"/>
          </a:xfrm>
          <a:custGeom>
            <a:avLst/>
            <a:gdLst/>
            <a:ahLst/>
            <a:rect l="0" t="0" r="r" b="b"/>
            <a:pathLst>
              <a:path w="54" h="477">
                <a:moveTo>
                  <a:pt x="0" y="0"/>
                </a:moveTo>
                <a:lnTo>
                  <a:pt x="54" y="0"/>
                </a:lnTo>
                <a:lnTo>
                  <a:pt x="54" y="477"/>
                </a:lnTo>
                <a:lnTo>
                  <a:pt x="0" y="47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73" name=""/>
          <p:cNvSpPr/>
          <p:nvPr/>
        </p:nvSpPr>
        <p:spPr>
          <a:xfrm>
            <a:off x="2361960" y="4981320"/>
            <a:ext cx="114840" cy="95760"/>
          </a:xfrm>
          <a:custGeom>
            <a:avLst/>
            <a:gdLst/>
            <a:ahLst/>
            <a:rect l="0" t="0" r="r" b="b"/>
            <a:pathLst>
              <a:path w="319" h="266">
                <a:moveTo>
                  <a:pt x="0" y="0"/>
                </a:moveTo>
                <a:lnTo>
                  <a:pt x="159" y="266"/>
                </a:lnTo>
                <a:lnTo>
                  <a:pt x="319" y="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74" name=""/>
          <p:cNvSpPr/>
          <p:nvPr/>
        </p:nvSpPr>
        <p:spPr>
          <a:xfrm>
            <a:off x="3038400" y="5314680"/>
            <a:ext cx="267120" cy="19440"/>
          </a:xfrm>
          <a:custGeom>
            <a:avLst/>
            <a:gdLst/>
            <a:ahLst/>
            <a:rect l="0" t="0" r="r" b="b"/>
            <a:pathLst>
              <a:path w="742" h="54">
                <a:moveTo>
                  <a:pt x="0" y="0"/>
                </a:moveTo>
                <a:lnTo>
                  <a:pt x="742" y="0"/>
                </a:lnTo>
                <a:lnTo>
                  <a:pt x="742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75" name=""/>
          <p:cNvSpPr/>
          <p:nvPr/>
        </p:nvSpPr>
        <p:spPr>
          <a:xfrm>
            <a:off x="2409480" y="5572080"/>
            <a:ext cx="19440" cy="171720"/>
          </a:xfrm>
          <a:custGeom>
            <a:avLst/>
            <a:gdLst/>
            <a:ahLst/>
            <a:rect l="0" t="0" r="r" b="b"/>
            <a:pathLst>
              <a:path w="54" h="477">
                <a:moveTo>
                  <a:pt x="0" y="0"/>
                </a:moveTo>
                <a:lnTo>
                  <a:pt x="54" y="0"/>
                </a:lnTo>
                <a:lnTo>
                  <a:pt x="54" y="477"/>
                </a:lnTo>
                <a:lnTo>
                  <a:pt x="0" y="47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76" name=""/>
          <p:cNvSpPr/>
          <p:nvPr/>
        </p:nvSpPr>
        <p:spPr>
          <a:xfrm>
            <a:off x="2361960" y="5648040"/>
            <a:ext cx="114840" cy="95760"/>
          </a:xfrm>
          <a:custGeom>
            <a:avLst/>
            <a:gdLst/>
            <a:ahLst/>
            <a:rect l="0" t="0" r="r" b="b"/>
            <a:pathLst>
              <a:path w="319" h="266">
                <a:moveTo>
                  <a:pt x="0" y="0"/>
                </a:moveTo>
                <a:lnTo>
                  <a:pt x="159" y="266"/>
                </a:lnTo>
                <a:lnTo>
                  <a:pt x="319" y="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77" name=""/>
          <p:cNvSpPr/>
          <p:nvPr/>
        </p:nvSpPr>
        <p:spPr>
          <a:xfrm>
            <a:off x="3038400" y="5981400"/>
            <a:ext cx="267120" cy="19440"/>
          </a:xfrm>
          <a:custGeom>
            <a:avLst/>
            <a:gdLst/>
            <a:ahLst/>
            <a:rect l="0" t="0" r="r" b="b"/>
            <a:pathLst>
              <a:path w="742" h="54">
                <a:moveTo>
                  <a:pt x="0" y="0"/>
                </a:moveTo>
                <a:lnTo>
                  <a:pt x="742" y="0"/>
                </a:lnTo>
                <a:lnTo>
                  <a:pt x="742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8497800" y="556560"/>
            <a:ext cx="29329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全体 ∕ 計画 ∕ 運用 ∕ 評価 ∕ 改善 ∕ 承認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11497680" y="6442920"/>
            <a:ext cx="1519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3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8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8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83" name=""/>
          <p:cNvSpPr/>
          <p:nvPr/>
        </p:nvSpPr>
        <p:spPr>
          <a:xfrm>
            <a:off x="609480" y="971280"/>
            <a:ext cx="10973160" cy="38520"/>
          </a:xfrm>
          <a:custGeom>
            <a:avLst/>
            <a:gdLst/>
            <a:ahLst/>
            <a:rect l="0" t="0" r="r" b="b"/>
            <a:pathLst>
              <a:path w="30481" h="107">
                <a:moveTo>
                  <a:pt x="0" y="0"/>
                </a:moveTo>
                <a:lnTo>
                  <a:pt x="30481" y="0"/>
                </a:lnTo>
                <a:lnTo>
                  <a:pt x="3048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609480" y="392760"/>
            <a:ext cx="3087000" cy="497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2700" spc="-1" strike="noStrike">
                <a:solidFill>
                  <a:srgbClr val="1a1a1a"/>
                </a:solidFill>
                <a:latin typeface="Noto Sans JP"/>
                <a:ea typeface="Noto Sans JP"/>
              </a:rPr>
              <a:t>運用フローの全体像</a:t>
            </a:r>
            <a:endParaRPr b="0" lang="ja-JP" sz="27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85" name=""/>
          <p:cNvSpPr/>
          <p:nvPr/>
        </p:nvSpPr>
        <p:spPr>
          <a:xfrm>
            <a:off x="609480" y="1599840"/>
            <a:ext cx="10973160" cy="4800960"/>
          </a:xfrm>
          <a:custGeom>
            <a:avLst/>
            <a:gdLst/>
            <a:ahLst/>
            <a:rect l="0" t="0" r="r" b="b"/>
            <a:pathLst>
              <a:path w="30481" h="13336">
                <a:moveTo>
                  <a:pt x="0" y="13125"/>
                </a:moveTo>
                <a:lnTo>
                  <a:pt x="0" y="212"/>
                </a:lnTo>
                <a:cubicBezTo>
                  <a:pt x="0" y="198"/>
                  <a:pt x="1" y="185"/>
                  <a:pt x="4" y="171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1" y="118"/>
                  <a:pt x="28" y="106"/>
                  <a:pt x="36" y="95"/>
                </a:cubicBezTo>
                <a:cubicBezTo>
                  <a:pt x="43" y="83"/>
                  <a:pt x="52" y="72"/>
                  <a:pt x="62" y="62"/>
                </a:cubicBezTo>
                <a:cubicBezTo>
                  <a:pt x="72" y="53"/>
                  <a:pt x="82" y="44"/>
                  <a:pt x="94" y="36"/>
                </a:cubicBezTo>
                <a:cubicBezTo>
                  <a:pt x="105" y="28"/>
                  <a:pt x="118" y="22"/>
                  <a:pt x="130" y="17"/>
                </a:cubicBezTo>
                <a:cubicBezTo>
                  <a:pt x="143" y="11"/>
                  <a:pt x="157" y="7"/>
                  <a:pt x="170" y="5"/>
                </a:cubicBezTo>
                <a:cubicBezTo>
                  <a:pt x="184" y="2"/>
                  <a:pt x="198" y="0"/>
                  <a:pt x="211" y="0"/>
                </a:cubicBezTo>
                <a:lnTo>
                  <a:pt x="30269" y="0"/>
                </a:lnTo>
                <a:cubicBezTo>
                  <a:pt x="30283" y="0"/>
                  <a:pt x="30297" y="2"/>
                  <a:pt x="30310" y="5"/>
                </a:cubicBezTo>
                <a:cubicBezTo>
                  <a:pt x="30324" y="7"/>
                  <a:pt x="30337" y="11"/>
                  <a:pt x="30350" y="17"/>
                </a:cubicBezTo>
                <a:cubicBezTo>
                  <a:pt x="30363" y="22"/>
                  <a:pt x="30375" y="28"/>
                  <a:pt x="30387" y="36"/>
                </a:cubicBezTo>
                <a:cubicBezTo>
                  <a:pt x="30398" y="44"/>
                  <a:pt x="30409" y="53"/>
                  <a:pt x="30419" y="62"/>
                </a:cubicBezTo>
                <a:cubicBezTo>
                  <a:pt x="30429" y="72"/>
                  <a:pt x="30437" y="83"/>
                  <a:pt x="30445" y="95"/>
                </a:cubicBezTo>
                <a:cubicBezTo>
                  <a:pt x="30453" y="106"/>
                  <a:pt x="30459" y="118"/>
                  <a:pt x="30465" y="131"/>
                </a:cubicBezTo>
                <a:cubicBezTo>
                  <a:pt x="30470" y="144"/>
                  <a:pt x="30474" y="157"/>
                  <a:pt x="30477" y="171"/>
                </a:cubicBezTo>
                <a:cubicBezTo>
                  <a:pt x="30479" y="185"/>
                  <a:pt x="30481" y="198"/>
                  <a:pt x="30481" y="212"/>
                </a:cubicBezTo>
                <a:lnTo>
                  <a:pt x="30481" y="13125"/>
                </a:lnTo>
                <a:cubicBezTo>
                  <a:pt x="30481" y="13139"/>
                  <a:pt x="30479" y="13152"/>
                  <a:pt x="30477" y="13166"/>
                </a:cubicBezTo>
                <a:cubicBezTo>
                  <a:pt x="30474" y="13180"/>
                  <a:pt x="30470" y="13193"/>
                  <a:pt x="30465" y="13206"/>
                </a:cubicBezTo>
                <a:cubicBezTo>
                  <a:pt x="30459" y="13219"/>
                  <a:pt x="30453" y="13231"/>
                  <a:pt x="30445" y="13242"/>
                </a:cubicBezTo>
                <a:cubicBezTo>
                  <a:pt x="30437" y="13254"/>
                  <a:pt x="30429" y="13265"/>
                  <a:pt x="30419" y="13275"/>
                </a:cubicBezTo>
                <a:cubicBezTo>
                  <a:pt x="30409" y="13284"/>
                  <a:pt x="30398" y="13293"/>
                  <a:pt x="30387" y="13301"/>
                </a:cubicBezTo>
                <a:cubicBezTo>
                  <a:pt x="30375" y="13309"/>
                  <a:pt x="30363" y="13315"/>
                  <a:pt x="30350" y="13320"/>
                </a:cubicBezTo>
                <a:cubicBezTo>
                  <a:pt x="30337" y="13326"/>
                  <a:pt x="30324" y="13330"/>
                  <a:pt x="30310" y="13332"/>
                </a:cubicBezTo>
                <a:cubicBezTo>
                  <a:pt x="30297" y="13335"/>
                  <a:pt x="30283" y="13336"/>
                  <a:pt x="30269" y="13336"/>
                </a:cubicBezTo>
                <a:lnTo>
                  <a:pt x="211" y="13336"/>
                </a:lnTo>
                <a:cubicBezTo>
                  <a:pt x="198" y="13336"/>
                  <a:pt x="184" y="13335"/>
                  <a:pt x="170" y="13332"/>
                </a:cubicBezTo>
                <a:cubicBezTo>
                  <a:pt x="157" y="13330"/>
                  <a:pt x="143" y="13326"/>
                  <a:pt x="130" y="13320"/>
                </a:cubicBezTo>
                <a:cubicBezTo>
                  <a:pt x="118" y="13315"/>
                  <a:pt x="105" y="13309"/>
                  <a:pt x="94" y="13301"/>
                </a:cubicBezTo>
                <a:cubicBezTo>
                  <a:pt x="82" y="13293"/>
                  <a:pt x="72" y="13284"/>
                  <a:pt x="62" y="13275"/>
                </a:cubicBezTo>
                <a:cubicBezTo>
                  <a:pt x="52" y="13265"/>
                  <a:pt x="43" y="13254"/>
                  <a:pt x="36" y="13242"/>
                </a:cubicBezTo>
                <a:cubicBezTo>
                  <a:pt x="28" y="13231"/>
                  <a:pt x="21" y="13219"/>
                  <a:pt x="16" y="13206"/>
                </a:cubicBezTo>
                <a:cubicBezTo>
                  <a:pt x="11" y="13193"/>
                  <a:pt x="7" y="13180"/>
                  <a:pt x="4" y="13166"/>
                </a:cubicBezTo>
                <a:cubicBezTo>
                  <a:pt x="1" y="13152"/>
                  <a:pt x="0" y="13139"/>
                  <a:pt x="0" y="13125"/>
                </a:cubicBezTo>
                <a:close/>
              </a:path>
            </a:pathLst>
          </a:custGeom>
          <a:solidFill>
            <a:srgbClr val="e8f1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609480" y="1090800"/>
            <a:ext cx="796896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4</a:t>
            </a:r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つの段階は、計画、運用、評価、改善の順に回り、承認で始まる</a:t>
            </a:r>
            <a:endParaRPr b="0" lang="ja-JP" sz="21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799920" y="1716120"/>
            <a:ext cx="528660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4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つの段階は規格の箇条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6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、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8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、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9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、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10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に当たる</a:t>
            </a:r>
            <a:endParaRPr b="0" lang="ja-JP" sz="18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88" name=""/>
          <p:cNvSpPr/>
          <p:nvPr/>
        </p:nvSpPr>
        <p:spPr>
          <a:xfrm>
            <a:off x="1123920" y="2676240"/>
            <a:ext cx="1409760" cy="1933920"/>
          </a:xfrm>
          <a:custGeom>
            <a:avLst/>
            <a:gdLst/>
            <a:ahLst/>
            <a:rect l="0" t="0" r="r" b="b"/>
            <a:pathLst>
              <a:path w="3916" h="5372">
                <a:moveTo>
                  <a:pt x="0" y="5187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5"/>
                </a:cubicBezTo>
                <a:cubicBezTo>
                  <a:pt x="18" y="103"/>
                  <a:pt x="24" y="93"/>
                  <a:pt x="31" y="83"/>
                </a:cubicBezTo>
                <a:cubicBezTo>
                  <a:pt x="38" y="72"/>
                  <a:pt x="45" y="63"/>
                  <a:pt x="54" y="55"/>
                </a:cubicBezTo>
                <a:cubicBezTo>
                  <a:pt x="62" y="46"/>
                  <a:pt x="72" y="38"/>
                  <a:pt x="82" y="32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3731" y="0"/>
                </a:lnTo>
                <a:cubicBezTo>
                  <a:pt x="3743" y="0"/>
                  <a:pt x="3755" y="1"/>
                  <a:pt x="3767" y="4"/>
                </a:cubicBezTo>
                <a:cubicBezTo>
                  <a:pt x="3779" y="6"/>
                  <a:pt x="3791" y="10"/>
                  <a:pt x="3802" y="14"/>
                </a:cubicBezTo>
                <a:cubicBezTo>
                  <a:pt x="3813" y="19"/>
                  <a:pt x="3824" y="25"/>
                  <a:pt x="3834" y="32"/>
                </a:cubicBezTo>
                <a:cubicBezTo>
                  <a:pt x="3844" y="38"/>
                  <a:pt x="3854" y="46"/>
                  <a:pt x="3862" y="55"/>
                </a:cubicBezTo>
                <a:cubicBezTo>
                  <a:pt x="3871" y="63"/>
                  <a:pt x="3878" y="72"/>
                  <a:pt x="3885" y="83"/>
                </a:cubicBezTo>
                <a:cubicBezTo>
                  <a:pt x="3892" y="93"/>
                  <a:pt x="3898" y="103"/>
                  <a:pt x="3902" y="115"/>
                </a:cubicBezTo>
                <a:cubicBezTo>
                  <a:pt x="3907" y="126"/>
                  <a:pt x="3910" y="137"/>
                  <a:pt x="3913" y="149"/>
                </a:cubicBezTo>
                <a:cubicBezTo>
                  <a:pt x="3915" y="161"/>
                  <a:pt x="3916" y="173"/>
                  <a:pt x="3916" y="185"/>
                </a:cubicBezTo>
                <a:lnTo>
                  <a:pt x="3916" y="5187"/>
                </a:lnTo>
                <a:cubicBezTo>
                  <a:pt x="3916" y="5199"/>
                  <a:pt x="3915" y="5211"/>
                  <a:pt x="3913" y="5223"/>
                </a:cubicBezTo>
                <a:cubicBezTo>
                  <a:pt x="3910" y="5235"/>
                  <a:pt x="3907" y="5247"/>
                  <a:pt x="3902" y="5258"/>
                </a:cubicBezTo>
                <a:cubicBezTo>
                  <a:pt x="3898" y="5269"/>
                  <a:pt x="3892" y="5280"/>
                  <a:pt x="3885" y="5290"/>
                </a:cubicBezTo>
                <a:cubicBezTo>
                  <a:pt x="3878" y="5300"/>
                  <a:pt x="3871" y="5309"/>
                  <a:pt x="3862" y="5318"/>
                </a:cubicBezTo>
                <a:cubicBezTo>
                  <a:pt x="3854" y="5327"/>
                  <a:pt x="3844" y="5334"/>
                  <a:pt x="3834" y="5341"/>
                </a:cubicBezTo>
                <a:cubicBezTo>
                  <a:pt x="3824" y="5348"/>
                  <a:pt x="3813" y="5354"/>
                  <a:pt x="3802" y="5358"/>
                </a:cubicBezTo>
                <a:cubicBezTo>
                  <a:pt x="3791" y="5363"/>
                  <a:pt x="3779" y="5366"/>
                  <a:pt x="3767" y="5369"/>
                </a:cubicBezTo>
                <a:cubicBezTo>
                  <a:pt x="3755" y="5371"/>
                  <a:pt x="3743" y="5372"/>
                  <a:pt x="3731" y="5372"/>
                </a:cubicBezTo>
                <a:lnTo>
                  <a:pt x="185" y="5372"/>
                </a:lnTo>
                <a:cubicBezTo>
                  <a:pt x="173" y="5372"/>
                  <a:pt x="161" y="5371"/>
                  <a:pt x="149" y="5369"/>
                </a:cubicBezTo>
                <a:cubicBezTo>
                  <a:pt x="137" y="5366"/>
                  <a:pt x="125" y="5363"/>
                  <a:pt x="114" y="5358"/>
                </a:cubicBezTo>
                <a:cubicBezTo>
                  <a:pt x="103" y="5354"/>
                  <a:pt x="92" y="5348"/>
                  <a:pt x="82" y="5341"/>
                </a:cubicBezTo>
                <a:cubicBezTo>
                  <a:pt x="72" y="5334"/>
                  <a:pt x="62" y="5327"/>
                  <a:pt x="54" y="5318"/>
                </a:cubicBezTo>
                <a:cubicBezTo>
                  <a:pt x="45" y="5309"/>
                  <a:pt x="38" y="5300"/>
                  <a:pt x="31" y="5290"/>
                </a:cubicBezTo>
                <a:cubicBezTo>
                  <a:pt x="24" y="5280"/>
                  <a:pt x="18" y="5269"/>
                  <a:pt x="14" y="5258"/>
                </a:cubicBezTo>
                <a:cubicBezTo>
                  <a:pt x="9" y="5247"/>
                  <a:pt x="6" y="5235"/>
                  <a:pt x="3" y="5223"/>
                </a:cubicBezTo>
                <a:cubicBezTo>
                  <a:pt x="1" y="5211"/>
                  <a:pt x="0" y="5199"/>
                  <a:pt x="0" y="518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89" name=""/>
          <p:cNvSpPr/>
          <p:nvPr/>
        </p:nvSpPr>
        <p:spPr>
          <a:xfrm>
            <a:off x="1123920" y="2676240"/>
            <a:ext cx="1409760" cy="1933920"/>
          </a:xfrm>
          <a:custGeom>
            <a:avLst/>
            <a:gdLst/>
            <a:ahLst/>
            <a:rect l="0" t="0" r="r" b="b"/>
            <a:pathLst>
              <a:path w="3916" h="5372">
                <a:moveTo>
                  <a:pt x="0" y="5187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5"/>
                </a:cubicBezTo>
                <a:cubicBezTo>
                  <a:pt x="18" y="103"/>
                  <a:pt x="24" y="93"/>
                  <a:pt x="31" y="83"/>
                </a:cubicBezTo>
                <a:cubicBezTo>
                  <a:pt x="38" y="72"/>
                  <a:pt x="45" y="63"/>
                  <a:pt x="54" y="55"/>
                </a:cubicBezTo>
                <a:cubicBezTo>
                  <a:pt x="62" y="46"/>
                  <a:pt x="72" y="38"/>
                  <a:pt x="82" y="32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3731" y="0"/>
                </a:lnTo>
                <a:cubicBezTo>
                  <a:pt x="3743" y="0"/>
                  <a:pt x="3755" y="1"/>
                  <a:pt x="3767" y="4"/>
                </a:cubicBezTo>
                <a:cubicBezTo>
                  <a:pt x="3779" y="6"/>
                  <a:pt x="3791" y="10"/>
                  <a:pt x="3802" y="14"/>
                </a:cubicBezTo>
                <a:cubicBezTo>
                  <a:pt x="3813" y="19"/>
                  <a:pt x="3824" y="25"/>
                  <a:pt x="3834" y="32"/>
                </a:cubicBezTo>
                <a:cubicBezTo>
                  <a:pt x="3844" y="38"/>
                  <a:pt x="3854" y="46"/>
                  <a:pt x="3862" y="55"/>
                </a:cubicBezTo>
                <a:cubicBezTo>
                  <a:pt x="3871" y="63"/>
                  <a:pt x="3878" y="72"/>
                  <a:pt x="3885" y="83"/>
                </a:cubicBezTo>
                <a:cubicBezTo>
                  <a:pt x="3892" y="93"/>
                  <a:pt x="3898" y="103"/>
                  <a:pt x="3902" y="115"/>
                </a:cubicBezTo>
                <a:cubicBezTo>
                  <a:pt x="3907" y="126"/>
                  <a:pt x="3910" y="137"/>
                  <a:pt x="3913" y="149"/>
                </a:cubicBezTo>
                <a:cubicBezTo>
                  <a:pt x="3915" y="161"/>
                  <a:pt x="3916" y="173"/>
                  <a:pt x="3916" y="185"/>
                </a:cubicBezTo>
                <a:lnTo>
                  <a:pt x="3916" y="5187"/>
                </a:lnTo>
                <a:cubicBezTo>
                  <a:pt x="3916" y="5199"/>
                  <a:pt x="3915" y="5211"/>
                  <a:pt x="3913" y="5223"/>
                </a:cubicBezTo>
                <a:cubicBezTo>
                  <a:pt x="3910" y="5235"/>
                  <a:pt x="3907" y="5247"/>
                  <a:pt x="3902" y="5258"/>
                </a:cubicBezTo>
                <a:cubicBezTo>
                  <a:pt x="3898" y="5269"/>
                  <a:pt x="3892" y="5280"/>
                  <a:pt x="3885" y="5290"/>
                </a:cubicBezTo>
                <a:cubicBezTo>
                  <a:pt x="3878" y="5300"/>
                  <a:pt x="3871" y="5309"/>
                  <a:pt x="3862" y="5318"/>
                </a:cubicBezTo>
                <a:cubicBezTo>
                  <a:pt x="3854" y="5327"/>
                  <a:pt x="3844" y="5334"/>
                  <a:pt x="3834" y="5341"/>
                </a:cubicBezTo>
                <a:cubicBezTo>
                  <a:pt x="3824" y="5348"/>
                  <a:pt x="3813" y="5354"/>
                  <a:pt x="3802" y="5358"/>
                </a:cubicBezTo>
                <a:cubicBezTo>
                  <a:pt x="3791" y="5363"/>
                  <a:pt x="3779" y="5366"/>
                  <a:pt x="3767" y="5369"/>
                </a:cubicBezTo>
                <a:cubicBezTo>
                  <a:pt x="3755" y="5371"/>
                  <a:pt x="3743" y="5372"/>
                  <a:pt x="3731" y="5372"/>
                </a:cubicBezTo>
                <a:lnTo>
                  <a:pt x="185" y="5372"/>
                </a:lnTo>
                <a:cubicBezTo>
                  <a:pt x="173" y="5372"/>
                  <a:pt x="161" y="5371"/>
                  <a:pt x="149" y="5369"/>
                </a:cubicBezTo>
                <a:cubicBezTo>
                  <a:pt x="137" y="5366"/>
                  <a:pt x="125" y="5363"/>
                  <a:pt x="114" y="5358"/>
                </a:cubicBezTo>
                <a:cubicBezTo>
                  <a:pt x="103" y="5354"/>
                  <a:pt x="92" y="5348"/>
                  <a:pt x="82" y="5341"/>
                </a:cubicBezTo>
                <a:cubicBezTo>
                  <a:pt x="72" y="5334"/>
                  <a:pt x="62" y="5327"/>
                  <a:pt x="54" y="5318"/>
                </a:cubicBezTo>
                <a:cubicBezTo>
                  <a:pt x="45" y="5309"/>
                  <a:pt x="38" y="5300"/>
                  <a:pt x="31" y="5290"/>
                </a:cubicBezTo>
                <a:cubicBezTo>
                  <a:pt x="24" y="5280"/>
                  <a:pt x="18" y="5269"/>
                  <a:pt x="14" y="5258"/>
                </a:cubicBezTo>
                <a:cubicBezTo>
                  <a:pt x="9" y="5247"/>
                  <a:pt x="6" y="5235"/>
                  <a:pt x="3" y="5223"/>
                </a:cubicBezTo>
                <a:cubicBezTo>
                  <a:pt x="1" y="5211"/>
                  <a:pt x="0" y="5199"/>
                  <a:pt x="0" y="5187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90" name=""/>
          <p:cNvSpPr/>
          <p:nvPr/>
        </p:nvSpPr>
        <p:spPr>
          <a:xfrm>
            <a:off x="1650960" y="2844720"/>
            <a:ext cx="355680" cy="444600"/>
          </a:xfrm>
          <a:custGeom>
            <a:avLst/>
            <a:gdLst/>
            <a:ahLst/>
            <a:rect l="0" t="0" r="r" b="b"/>
            <a:pathLst>
              <a:path w="988" h="1235">
                <a:moveTo>
                  <a:pt x="0" y="1235"/>
                </a:moveTo>
                <a:lnTo>
                  <a:pt x="0" y="834"/>
                </a:lnTo>
                <a:cubicBezTo>
                  <a:pt x="0" y="809"/>
                  <a:pt x="9" y="788"/>
                  <a:pt x="27" y="769"/>
                </a:cubicBezTo>
                <a:cubicBezTo>
                  <a:pt x="46" y="751"/>
                  <a:pt x="68" y="742"/>
                  <a:pt x="92" y="742"/>
                </a:cubicBezTo>
                <a:lnTo>
                  <a:pt x="896" y="742"/>
                </a:lnTo>
                <a:cubicBezTo>
                  <a:pt x="920" y="742"/>
                  <a:pt x="942" y="751"/>
                  <a:pt x="961" y="769"/>
                </a:cubicBezTo>
                <a:cubicBezTo>
                  <a:pt x="979" y="788"/>
                  <a:pt x="988" y="809"/>
                  <a:pt x="988" y="834"/>
                </a:cubicBezTo>
                <a:lnTo>
                  <a:pt x="988" y="1235"/>
                </a:lnTo>
                <a:lnTo>
                  <a:pt x="0" y="1235"/>
                </a:lnTo>
                <a:moveTo>
                  <a:pt x="92" y="988"/>
                </a:moveTo>
                <a:lnTo>
                  <a:pt x="896" y="988"/>
                </a:lnTo>
                <a:lnTo>
                  <a:pt x="896" y="834"/>
                </a:lnTo>
                <a:lnTo>
                  <a:pt x="92" y="834"/>
                </a:lnTo>
                <a:lnTo>
                  <a:pt x="92" y="988"/>
                </a:lnTo>
                <a:moveTo>
                  <a:pt x="493" y="742"/>
                </a:moveTo>
                <a:lnTo>
                  <a:pt x="186" y="309"/>
                </a:lnTo>
                <a:cubicBezTo>
                  <a:pt x="186" y="224"/>
                  <a:pt x="216" y="151"/>
                  <a:pt x="276" y="90"/>
                </a:cubicBezTo>
                <a:cubicBezTo>
                  <a:pt x="336" y="30"/>
                  <a:pt x="409" y="0"/>
                  <a:pt x="493" y="0"/>
                </a:cubicBezTo>
                <a:cubicBezTo>
                  <a:pt x="578" y="0"/>
                  <a:pt x="651" y="30"/>
                  <a:pt x="711" y="90"/>
                </a:cubicBezTo>
                <a:cubicBezTo>
                  <a:pt x="771" y="151"/>
                  <a:pt x="801" y="224"/>
                  <a:pt x="801" y="309"/>
                </a:cubicBezTo>
                <a:lnTo>
                  <a:pt x="493" y="742"/>
                </a:lnTo>
                <a:moveTo>
                  <a:pt x="493" y="621"/>
                </a:moveTo>
                <a:lnTo>
                  <a:pt x="708" y="309"/>
                </a:lnTo>
                <a:cubicBezTo>
                  <a:pt x="708" y="249"/>
                  <a:pt x="687" y="198"/>
                  <a:pt x="645" y="156"/>
                </a:cubicBezTo>
                <a:cubicBezTo>
                  <a:pt x="604" y="113"/>
                  <a:pt x="553" y="92"/>
                  <a:pt x="493" y="92"/>
                </a:cubicBezTo>
                <a:cubicBezTo>
                  <a:pt x="434" y="92"/>
                  <a:pt x="383" y="113"/>
                  <a:pt x="341" y="156"/>
                </a:cubicBezTo>
                <a:cubicBezTo>
                  <a:pt x="300" y="198"/>
                  <a:pt x="279" y="249"/>
                  <a:pt x="279" y="309"/>
                </a:cubicBezTo>
                <a:lnTo>
                  <a:pt x="493" y="621"/>
                </a:lnTo>
                <a:moveTo>
                  <a:pt x="493" y="357"/>
                </a:moveTo>
                <a:lnTo>
                  <a:pt x="493" y="357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8497800" y="556560"/>
            <a:ext cx="29329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200" spc="-1" strike="noStrike">
                <a:solidFill>
                  <a:srgbClr val="0017c1"/>
                </a:solidFill>
                <a:latin typeface="Noto Sans JP"/>
                <a:ea typeface="Noto Sans JP"/>
              </a:rPr>
              <a:t>全体</a:t>
            </a:r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 ∕ 計画 ∕ 運用 ∕ 評価 ∕ 改善 ∕ 承認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1619280" y="3328920"/>
            <a:ext cx="418320" cy="30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650" spc="-1" strike="noStrike">
                <a:solidFill>
                  <a:srgbClr val="1a1a1a"/>
                </a:solidFill>
                <a:latin typeface="Noto Sans JP"/>
                <a:ea typeface="Noto Sans JP"/>
              </a:rPr>
              <a:t>承認</a:t>
            </a:r>
            <a:endParaRPr b="0" lang="ja-JP" sz="16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1295280" y="3681000"/>
            <a:ext cx="10674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リスク所有者が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94" name=""/>
          <p:cNvSpPr txBox="1"/>
          <p:nvPr/>
        </p:nvSpPr>
        <p:spPr>
          <a:xfrm>
            <a:off x="1371600" y="3890520"/>
            <a:ext cx="9151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計画と受容を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95" name=""/>
          <p:cNvSpPr/>
          <p:nvPr/>
        </p:nvSpPr>
        <p:spPr>
          <a:xfrm>
            <a:off x="2543040" y="3628800"/>
            <a:ext cx="419400" cy="19440"/>
          </a:xfrm>
          <a:custGeom>
            <a:avLst/>
            <a:gdLst/>
            <a:ahLst/>
            <a:rect l="0" t="0" r="r" b="b"/>
            <a:pathLst>
              <a:path w="1165" h="54">
                <a:moveTo>
                  <a:pt x="0" y="0"/>
                </a:moveTo>
                <a:lnTo>
                  <a:pt x="1165" y="0"/>
                </a:lnTo>
                <a:lnTo>
                  <a:pt x="1165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96" name=""/>
          <p:cNvSpPr/>
          <p:nvPr/>
        </p:nvSpPr>
        <p:spPr>
          <a:xfrm>
            <a:off x="2866680" y="3581280"/>
            <a:ext cx="95760" cy="114480"/>
          </a:xfrm>
          <a:custGeom>
            <a:avLst/>
            <a:gdLst/>
            <a:ahLst/>
            <a:rect l="0" t="0" r="r" b="b"/>
            <a:pathLst>
              <a:path w="266" h="318">
                <a:moveTo>
                  <a:pt x="0" y="0"/>
                </a:moveTo>
                <a:lnTo>
                  <a:pt x="0" y="318"/>
                </a:lnTo>
                <a:lnTo>
                  <a:pt x="266" y="16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97" name=""/>
          <p:cNvSpPr/>
          <p:nvPr/>
        </p:nvSpPr>
        <p:spPr>
          <a:xfrm>
            <a:off x="2971440" y="2676240"/>
            <a:ext cx="1695960" cy="1933920"/>
          </a:xfrm>
          <a:custGeom>
            <a:avLst/>
            <a:gdLst/>
            <a:ahLst/>
            <a:rect l="0" t="0" r="r" b="b"/>
            <a:pathLst>
              <a:path w="4711" h="5372">
                <a:moveTo>
                  <a:pt x="0" y="5187"/>
                </a:moveTo>
                <a:lnTo>
                  <a:pt x="0" y="185"/>
                </a:lnTo>
                <a:cubicBezTo>
                  <a:pt x="0" y="173"/>
                  <a:pt x="2" y="161"/>
                  <a:pt x="4" y="149"/>
                </a:cubicBezTo>
                <a:cubicBezTo>
                  <a:pt x="6" y="137"/>
                  <a:pt x="10" y="126"/>
                  <a:pt x="15" y="115"/>
                </a:cubicBezTo>
                <a:cubicBezTo>
                  <a:pt x="19" y="103"/>
                  <a:pt x="25" y="93"/>
                  <a:pt x="32" y="83"/>
                </a:cubicBezTo>
                <a:cubicBezTo>
                  <a:pt x="38" y="72"/>
                  <a:pt x="46" y="63"/>
                  <a:pt x="55" y="55"/>
                </a:cubicBezTo>
                <a:cubicBezTo>
                  <a:pt x="63" y="46"/>
                  <a:pt x="73" y="38"/>
                  <a:pt x="83" y="32"/>
                </a:cubicBezTo>
                <a:cubicBezTo>
                  <a:pt x="93" y="25"/>
                  <a:pt x="104" y="19"/>
                  <a:pt x="115" y="14"/>
                </a:cubicBezTo>
                <a:cubicBezTo>
                  <a:pt x="126" y="10"/>
                  <a:pt x="138" y="6"/>
                  <a:pt x="150" y="4"/>
                </a:cubicBezTo>
                <a:cubicBezTo>
                  <a:pt x="162" y="1"/>
                  <a:pt x="174" y="0"/>
                  <a:pt x="186" y="0"/>
                </a:cubicBezTo>
                <a:lnTo>
                  <a:pt x="4526" y="0"/>
                </a:lnTo>
                <a:cubicBezTo>
                  <a:pt x="4538" y="0"/>
                  <a:pt x="4550" y="1"/>
                  <a:pt x="4562" y="4"/>
                </a:cubicBezTo>
                <a:cubicBezTo>
                  <a:pt x="4574" y="6"/>
                  <a:pt x="4586" y="10"/>
                  <a:pt x="4597" y="14"/>
                </a:cubicBezTo>
                <a:cubicBezTo>
                  <a:pt x="4608" y="19"/>
                  <a:pt x="4619" y="25"/>
                  <a:pt x="4629" y="32"/>
                </a:cubicBezTo>
                <a:cubicBezTo>
                  <a:pt x="4639" y="38"/>
                  <a:pt x="4648" y="46"/>
                  <a:pt x="4657" y="55"/>
                </a:cubicBezTo>
                <a:cubicBezTo>
                  <a:pt x="4665" y="63"/>
                  <a:pt x="4673" y="72"/>
                  <a:pt x="4680" y="83"/>
                </a:cubicBezTo>
                <a:cubicBezTo>
                  <a:pt x="4687" y="93"/>
                  <a:pt x="4692" y="103"/>
                  <a:pt x="4697" y="115"/>
                </a:cubicBezTo>
                <a:cubicBezTo>
                  <a:pt x="4702" y="126"/>
                  <a:pt x="4705" y="137"/>
                  <a:pt x="4708" y="149"/>
                </a:cubicBezTo>
                <a:cubicBezTo>
                  <a:pt x="4710" y="161"/>
                  <a:pt x="4711" y="173"/>
                  <a:pt x="4711" y="185"/>
                </a:cubicBezTo>
                <a:lnTo>
                  <a:pt x="4711" y="5187"/>
                </a:lnTo>
                <a:cubicBezTo>
                  <a:pt x="4711" y="5199"/>
                  <a:pt x="4710" y="5211"/>
                  <a:pt x="4708" y="5223"/>
                </a:cubicBezTo>
                <a:cubicBezTo>
                  <a:pt x="4705" y="5235"/>
                  <a:pt x="4702" y="5247"/>
                  <a:pt x="4697" y="5258"/>
                </a:cubicBezTo>
                <a:cubicBezTo>
                  <a:pt x="4692" y="5269"/>
                  <a:pt x="4687" y="5280"/>
                  <a:pt x="4680" y="5290"/>
                </a:cubicBezTo>
                <a:cubicBezTo>
                  <a:pt x="4673" y="5300"/>
                  <a:pt x="4665" y="5309"/>
                  <a:pt x="4657" y="5318"/>
                </a:cubicBezTo>
                <a:cubicBezTo>
                  <a:pt x="4648" y="5327"/>
                  <a:pt x="4639" y="5334"/>
                  <a:pt x="4629" y="5341"/>
                </a:cubicBezTo>
                <a:cubicBezTo>
                  <a:pt x="4619" y="5348"/>
                  <a:pt x="4608" y="5354"/>
                  <a:pt x="4597" y="5358"/>
                </a:cubicBezTo>
                <a:cubicBezTo>
                  <a:pt x="4586" y="5363"/>
                  <a:pt x="4574" y="5366"/>
                  <a:pt x="4562" y="5369"/>
                </a:cubicBezTo>
                <a:cubicBezTo>
                  <a:pt x="4550" y="5371"/>
                  <a:pt x="4538" y="5372"/>
                  <a:pt x="4526" y="5372"/>
                </a:cubicBezTo>
                <a:lnTo>
                  <a:pt x="186" y="5372"/>
                </a:lnTo>
                <a:cubicBezTo>
                  <a:pt x="174" y="5372"/>
                  <a:pt x="162" y="5371"/>
                  <a:pt x="150" y="5369"/>
                </a:cubicBezTo>
                <a:cubicBezTo>
                  <a:pt x="138" y="5366"/>
                  <a:pt x="126" y="5363"/>
                  <a:pt x="115" y="5358"/>
                </a:cubicBezTo>
                <a:cubicBezTo>
                  <a:pt x="104" y="5354"/>
                  <a:pt x="93" y="5348"/>
                  <a:pt x="83" y="5341"/>
                </a:cubicBezTo>
                <a:cubicBezTo>
                  <a:pt x="73" y="5334"/>
                  <a:pt x="63" y="5327"/>
                  <a:pt x="55" y="5318"/>
                </a:cubicBezTo>
                <a:cubicBezTo>
                  <a:pt x="46" y="5309"/>
                  <a:pt x="38" y="5300"/>
                  <a:pt x="32" y="5290"/>
                </a:cubicBezTo>
                <a:cubicBezTo>
                  <a:pt x="25" y="5280"/>
                  <a:pt x="19" y="5269"/>
                  <a:pt x="15" y="5258"/>
                </a:cubicBezTo>
                <a:cubicBezTo>
                  <a:pt x="10" y="5247"/>
                  <a:pt x="6" y="5235"/>
                  <a:pt x="4" y="5223"/>
                </a:cubicBezTo>
                <a:cubicBezTo>
                  <a:pt x="2" y="5211"/>
                  <a:pt x="0" y="5199"/>
                  <a:pt x="0" y="518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98" name=""/>
          <p:cNvSpPr/>
          <p:nvPr/>
        </p:nvSpPr>
        <p:spPr>
          <a:xfrm>
            <a:off x="2971440" y="2676240"/>
            <a:ext cx="1695960" cy="1933920"/>
          </a:xfrm>
          <a:custGeom>
            <a:avLst/>
            <a:gdLst/>
            <a:ahLst/>
            <a:rect l="0" t="0" r="r" b="b"/>
            <a:pathLst>
              <a:path w="4711" h="5372">
                <a:moveTo>
                  <a:pt x="0" y="5187"/>
                </a:moveTo>
                <a:lnTo>
                  <a:pt x="0" y="185"/>
                </a:lnTo>
                <a:cubicBezTo>
                  <a:pt x="0" y="173"/>
                  <a:pt x="2" y="161"/>
                  <a:pt x="4" y="149"/>
                </a:cubicBezTo>
                <a:cubicBezTo>
                  <a:pt x="6" y="137"/>
                  <a:pt x="10" y="126"/>
                  <a:pt x="15" y="115"/>
                </a:cubicBezTo>
                <a:cubicBezTo>
                  <a:pt x="19" y="103"/>
                  <a:pt x="25" y="93"/>
                  <a:pt x="32" y="83"/>
                </a:cubicBezTo>
                <a:cubicBezTo>
                  <a:pt x="38" y="72"/>
                  <a:pt x="46" y="63"/>
                  <a:pt x="55" y="55"/>
                </a:cubicBezTo>
                <a:cubicBezTo>
                  <a:pt x="63" y="46"/>
                  <a:pt x="73" y="38"/>
                  <a:pt x="83" y="32"/>
                </a:cubicBezTo>
                <a:cubicBezTo>
                  <a:pt x="93" y="25"/>
                  <a:pt x="104" y="19"/>
                  <a:pt x="115" y="14"/>
                </a:cubicBezTo>
                <a:cubicBezTo>
                  <a:pt x="126" y="10"/>
                  <a:pt x="138" y="6"/>
                  <a:pt x="150" y="4"/>
                </a:cubicBezTo>
                <a:cubicBezTo>
                  <a:pt x="162" y="1"/>
                  <a:pt x="174" y="0"/>
                  <a:pt x="186" y="0"/>
                </a:cubicBezTo>
                <a:lnTo>
                  <a:pt x="4526" y="0"/>
                </a:lnTo>
                <a:cubicBezTo>
                  <a:pt x="4538" y="0"/>
                  <a:pt x="4550" y="1"/>
                  <a:pt x="4562" y="4"/>
                </a:cubicBezTo>
                <a:cubicBezTo>
                  <a:pt x="4574" y="6"/>
                  <a:pt x="4586" y="10"/>
                  <a:pt x="4597" y="14"/>
                </a:cubicBezTo>
                <a:cubicBezTo>
                  <a:pt x="4608" y="19"/>
                  <a:pt x="4619" y="25"/>
                  <a:pt x="4629" y="32"/>
                </a:cubicBezTo>
                <a:cubicBezTo>
                  <a:pt x="4639" y="38"/>
                  <a:pt x="4648" y="46"/>
                  <a:pt x="4657" y="55"/>
                </a:cubicBezTo>
                <a:cubicBezTo>
                  <a:pt x="4665" y="63"/>
                  <a:pt x="4673" y="72"/>
                  <a:pt x="4680" y="83"/>
                </a:cubicBezTo>
                <a:cubicBezTo>
                  <a:pt x="4687" y="93"/>
                  <a:pt x="4692" y="103"/>
                  <a:pt x="4697" y="115"/>
                </a:cubicBezTo>
                <a:cubicBezTo>
                  <a:pt x="4702" y="126"/>
                  <a:pt x="4705" y="137"/>
                  <a:pt x="4708" y="149"/>
                </a:cubicBezTo>
                <a:cubicBezTo>
                  <a:pt x="4710" y="161"/>
                  <a:pt x="4711" y="173"/>
                  <a:pt x="4711" y="185"/>
                </a:cubicBezTo>
                <a:lnTo>
                  <a:pt x="4711" y="5187"/>
                </a:lnTo>
                <a:cubicBezTo>
                  <a:pt x="4711" y="5199"/>
                  <a:pt x="4710" y="5211"/>
                  <a:pt x="4708" y="5223"/>
                </a:cubicBezTo>
                <a:cubicBezTo>
                  <a:pt x="4705" y="5235"/>
                  <a:pt x="4702" y="5247"/>
                  <a:pt x="4697" y="5258"/>
                </a:cubicBezTo>
                <a:cubicBezTo>
                  <a:pt x="4692" y="5269"/>
                  <a:pt x="4687" y="5280"/>
                  <a:pt x="4680" y="5290"/>
                </a:cubicBezTo>
                <a:cubicBezTo>
                  <a:pt x="4673" y="5300"/>
                  <a:pt x="4665" y="5309"/>
                  <a:pt x="4657" y="5318"/>
                </a:cubicBezTo>
                <a:cubicBezTo>
                  <a:pt x="4648" y="5327"/>
                  <a:pt x="4639" y="5334"/>
                  <a:pt x="4629" y="5341"/>
                </a:cubicBezTo>
                <a:cubicBezTo>
                  <a:pt x="4619" y="5348"/>
                  <a:pt x="4608" y="5354"/>
                  <a:pt x="4597" y="5358"/>
                </a:cubicBezTo>
                <a:cubicBezTo>
                  <a:pt x="4586" y="5363"/>
                  <a:pt x="4574" y="5366"/>
                  <a:pt x="4562" y="5369"/>
                </a:cubicBezTo>
                <a:cubicBezTo>
                  <a:pt x="4550" y="5371"/>
                  <a:pt x="4538" y="5372"/>
                  <a:pt x="4526" y="5372"/>
                </a:cubicBezTo>
                <a:lnTo>
                  <a:pt x="186" y="5372"/>
                </a:lnTo>
                <a:cubicBezTo>
                  <a:pt x="174" y="5372"/>
                  <a:pt x="162" y="5371"/>
                  <a:pt x="150" y="5369"/>
                </a:cubicBezTo>
                <a:cubicBezTo>
                  <a:pt x="138" y="5366"/>
                  <a:pt x="126" y="5363"/>
                  <a:pt x="115" y="5358"/>
                </a:cubicBezTo>
                <a:cubicBezTo>
                  <a:pt x="104" y="5354"/>
                  <a:pt x="93" y="5348"/>
                  <a:pt x="83" y="5341"/>
                </a:cubicBezTo>
                <a:cubicBezTo>
                  <a:pt x="73" y="5334"/>
                  <a:pt x="63" y="5327"/>
                  <a:pt x="55" y="5318"/>
                </a:cubicBezTo>
                <a:cubicBezTo>
                  <a:pt x="46" y="5309"/>
                  <a:pt x="38" y="5300"/>
                  <a:pt x="32" y="5290"/>
                </a:cubicBezTo>
                <a:cubicBezTo>
                  <a:pt x="25" y="5280"/>
                  <a:pt x="19" y="5269"/>
                  <a:pt x="15" y="5258"/>
                </a:cubicBezTo>
                <a:cubicBezTo>
                  <a:pt x="10" y="5247"/>
                  <a:pt x="6" y="5235"/>
                  <a:pt x="4" y="5223"/>
                </a:cubicBezTo>
                <a:cubicBezTo>
                  <a:pt x="2" y="5211"/>
                  <a:pt x="0" y="5199"/>
                  <a:pt x="0" y="5187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99" name=""/>
          <p:cNvSpPr/>
          <p:nvPr/>
        </p:nvSpPr>
        <p:spPr>
          <a:xfrm>
            <a:off x="3641400" y="2889000"/>
            <a:ext cx="400680" cy="356040"/>
          </a:xfrm>
          <a:custGeom>
            <a:avLst/>
            <a:gdLst/>
            <a:ahLst/>
            <a:rect l="0" t="0" r="r" b="b"/>
            <a:pathLst>
              <a:path w="1113" h="989">
                <a:moveTo>
                  <a:pt x="0" y="603"/>
                </a:moveTo>
                <a:lnTo>
                  <a:pt x="0" y="511"/>
                </a:lnTo>
                <a:lnTo>
                  <a:pt x="464" y="511"/>
                </a:lnTo>
                <a:lnTo>
                  <a:pt x="464" y="603"/>
                </a:lnTo>
                <a:lnTo>
                  <a:pt x="0" y="603"/>
                </a:lnTo>
                <a:moveTo>
                  <a:pt x="0" y="347"/>
                </a:moveTo>
                <a:lnTo>
                  <a:pt x="0" y="255"/>
                </a:lnTo>
                <a:lnTo>
                  <a:pt x="727" y="255"/>
                </a:lnTo>
                <a:lnTo>
                  <a:pt x="727" y="347"/>
                </a:lnTo>
                <a:lnTo>
                  <a:pt x="0" y="347"/>
                </a:lnTo>
                <a:moveTo>
                  <a:pt x="0" y="93"/>
                </a:moveTo>
                <a:lnTo>
                  <a:pt x="0" y="0"/>
                </a:lnTo>
                <a:lnTo>
                  <a:pt x="727" y="0"/>
                </a:lnTo>
                <a:lnTo>
                  <a:pt x="727" y="93"/>
                </a:lnTo>
                <a:lnTo>
                  <a:pt x="0" y="93"/>
                </a:lnTo>
                <a:moveTo>
                  <a:pt x="557" y="989"/>
                </a:moveTo>
                <a:lnTo>
                  <a:pt x="557" y="799"/>
                </a:lnTo>
                <a:lnTo>
                  <a:pt x="898" y="460"/>
                </a:lnTo>
                <a:cubicBezTo>
                  <a:pt x="907" y="450"/>
                  <a:pt x="918" y="444"/>
                  <a:pt x="929" y="440"/>
                </a:cubicBezTo>
                <a:cubicBezTo>
                  <a:pt x="940" y="435"/>
                  <a:pt x="952" y="433"/>
                  <a:pt x="963" y="433"/>
                </a:cubicBezTo>
                <a:cubicBezTo>
                  <a:pt x="975" y="433"/>
                  <a:pt x="987" y="436"/>
                  <a:pt x="998" y="440"/>
                </a:cubicBezTo>
                <a:cubicBezTo>
                  <a:pt x="1010" y="445"/>
                  <a:pt x="1020" y="452"/>
                  <a:pt x="1029" y="461"/>
                </a:cubicBezTo>
                <a:lnTo>
                  <a:pt x="1086" y="518"/>
                </a:lnTo>
                <a:cubicBezTo>
                  <a:pt x="1096" y="527"/>
                  <a:pt x="1102" y="538"/>
                  <a:pt x="1106" y="549"/>
                </a:cubicBezTo>
                <a:cubicBezTo>
                  <a:pt x="1111" y="560"/>
                  <a:pt x="1113" y="572"/>
                  <a:pt x="1113" y="583"/>
                </a:cubicBezTo>
                <a:cubicBezTo>
                  <a:pt x="1113" y="594"/>
                  <a:pt x="1110" y="606"/>
                  <a:pt x="1106" y="618"/>
                </a:cubicBezTo>
                <a:cubicBezTo>
                  <a:pt x="1101" y="630"/>
                  <a:pt x="1094" y="640"/>
                  <a:pt x="1085" y="649"/>
                </a:cubicBezTo>
                <a:lnTo>
                  <a:pt x="747" y="989"/>
                </a:lnTo>
                <a:lnTo>
                  <a:pt x="557" y="989"/>
                </a:lnTo>
                <a:moveTo>
                  <a:pt x="1020" y="583"/>
                </a:moveTo>
                <a:lnTo>
                  <a:pt x="963" y="526"/>
                </a:lnTo>
                <a:lnTo>
                  <a:pt x="1020" y="583"/>
                </a:lnTo>
                <a:moveTo>
                  <a:pt x="650" y="896"/>
                </a:moveTo>
                <a:lnTo>
                  <a:pt x="708" y="896"/>
                </a:lnTo>
                <a:lnTo>
                  <a:pt x="895" y="708"/>
                </a:lnTo>
                <a:lnTo>
                  <a:pt x="867" y="679"/>
                </a:lnTo>
                <a:lnTo>
                  <a:pt x="838" y="651"/>
                </a:lnTo>
                <a:lnTo>
                  <a:pt x="650" y="838"/>
                </a:lnTo>
                <a:lnTo>
                  <a:pt x="650" y="896"/>
                </a:lnTo>
                <a:moveTo>
                  <a:pt x="867" y="679"/>
                </a:moveTo>
                <a:lnTo>
                  <a:pt x="838" y="651"/>
                </a:lnTo>
                <a:lnTo>
                  <a:pt x="895" y="708"/>
                </a:lnTo>
                <a:lnTo>
                  <a:pt x="867" y="679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1523880" y="4109400"/>
            <a:ext cx="6102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承認する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3609720" y="3328920"/>
            <a:ext cx="418320" cy="30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650" spc="-1" strike="noStrike">
                <a:solidFill>
                  <a:srgbClr val="1a1a1a"/>
                </a:solidFill>
                <a:latin typeface="Noto Sans JP"/>
                <a:ea typeface="Noto Sans JP"/>
              </a:rPr>
              <a:t>計画</a:t>
            </a:r>
            <a:endParaRPr b="0" lang="ja-JP" sz="16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02" name=""/>
          <p:cNvSpPr txBox="1"/>
          <p:nvPr/>
        </p:nvSpPr>
        <p:spPr>
          <a:xfrm>
            <a:off x="3624840" y="3681000"/>
            <a:ext cx="4334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箇条</a:t>
            </a:r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6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3362040" y="4004640"/>
            <a:ext cx="9151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リスクごとに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04" name=""/>
          <p:cNvSpPr/>
          <p:nvPr/>
        </p:nvSpPr>
        <p:spPr>
          <a:xfrm>
            <a:off x="4676760" y="3628800"/>
            <a:ext cx="419400" cy="19440"/>
          </a:xfrm>
          <a:custGeom>
            <a:avLst/>
            <a:gdLst/>
            <a:ahLst/>
            <a:rect l="0" t="0" r="r" b="b"/>
            <a:pathLst>
              <a:path w="1165" h="54">
                <a:moveTo>
                  <a:pt x="0" y="0"/>
                </a:moveTo>
                <a:lnTo>
                  <a:pt x="1165" y="0"/>
                </a:lnTo>
                <a:lnTo>
                  <a:pt x="1165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205" name=""/>
          <p:cNvSpPr/>
          <p:nvPr/>
        </p:nvSpPr>
        <p:spPr>
          <a:xfrm>
            <a:off x="5000400" y="3581280"/>
            <a:ext cx="95760" cy="114480"/>
          </a:xfrm>
          <a:custGeom>
            <a:avLst/>
            <a:gdLst/>
            <a:ahLst/>
            <a:rect l="0" t="0" r="r" b="b"/>
            <a:pathLst>
              <a:path w="266" h="318">
                <a:moveTo>
                  <a:pt x="0" y="0"/>
                </a:moveTo>
                <a:lnTo>
                  <a:pt x="0" y="318"/>
                </a:lnTo>
                <a:lnTo>
                  <a:pt x="266" y="16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206" name=""/>
          <p:cNvSpPr/>
          <p:nvPr/>
        </p:nvSpPr>
        <p:spPr>
          <a:xfrm>
            <a:off x="5105160" y="2676240"/>
            <a:ext cx="1695960" cy="1933920"/>
          </a:xfrm>
          <a:custGeom>
            <a:avLst/>
            <a:gdLst/>
            <a:ahLst/>
            <a:rect l="0" t="0" r="r" b="b"/>
            <a:pathLst>
              <a:path w="4711" h="5372">
                <a:moveTo>
                  <a:pt x="0" y="5187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6"/>
                  <a:pt x="14" y="115"/>
                </a:cubicBezTo>
                <a:cubicBezTo>
                  <a:pt x="19" y="103"/>
                  <a:pt x="25" y="93"/>
                  <a:pt x="31" y="83"/>
                </a:cubicBezTo>
                <a:cubicBezTo>
                  <a:pt x="38" y="72"/>
                  <a:pt x="46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3" y="25"/>
                  <a:pt x="103" y="19"/>
                  <a:pt x="114" y="14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4526" y="0"/>
                </a:lnTo>
                <a:cubicBezTo>
                  <a:pt x="4538" y="0"/>
                  <a:pt x="4550" y="1"/>
                  <a:pt x="4562" y="4"/>
                </a:cubicBezTo>
                <a:cubicBezTo>
                  <a:pt x="4574" y="6"/>
                  <a:pt x="4585" y="10"/>
                  <a:pt x="4596" y="14"/>
                </a:cubicBezTo>
                <a:cubicBezTo>
                  <a:pt x="4608" y="19"/>
                  <a:pt x="4618" y="25"/>
                  <a:pt x="4628" y="32"/>
                </a:cubicBezTo>
                <a:cubicBezTo>
                  <a:pt x="4639" y="38"/>
                  <a:pt x="4648" y="46"/>
                  <a:pt x="4657" y="55"/>
                </a:cubicBezTo>
                <a:cubicBezTo>
                  <a:pt x="4665" y="63"/>
                  <a:pt x="4673" y="72"/>
                  <a:pt x="4680" y="83"/>
                </a:cubicBezTo>
                <a:cubicBezTo>
                  <a:pt x="4686" y="93"/>
                  <a:pt x="4692" y="103"/>
                  <a:pt x="4697" y="115"/>
                </a:cubicBezTo>
                <a:cubicBezTo>
                  <a:pt x="4701" y="126"/>
                  <a:pt x="4705" y="137"/>
                  <a:pt x="4707" y="149"/>
                </a:cubicBezTo>
                <a:cubicBezTo>
                  <a:pt x="4710" y="161"/>
                  <a:pt x="4711" y="173"/>
                  <a:pt x="4711" y="185"/>
                </a:cubicBezTo>
                <a:lnTo>
                  <a:pt x="4711" y="5187"/>
                </a:lnTo>
                <a:cubicBezTo>
                  <a:pt x="4711" y="5199"/>
                  <a:pt x="4710" y="5211"/>
                  <a:pt x="4707" y="5223"/>
                </a:cubicBezTo>
                <a:cubicBezTo>
                  <a:pt x="4705" y="5235"/>
                  <a:pt x="4701" y="5247"/>
                  <a:pt x="4697" y="5258"/>
                </a:cubicBezTo>
                <a:cubicBezTo>
                  <a:pt x="4692" y="5269"/>
                  <a:pt x="4686" y="5280"/>
                  <a:pt x="4680" y="5290"/>
                </a:cubicBezTo>
                <a:cubicBezTo>
                  <a:pt x="4673" y="5300"/>
                  <a:pt x="4665" y="5309"/>
                  <a:pt x="4657" y="5318"/>
                </a:cubicBezTo>
                <a:cubicBezTo>
                  <a:pt x="4648" y="5327"/>
                  <a:pt x="4639" y="5334"/>
                  <a:pt x="4628" y="5341"/>
                </a:cubicBezTo>
                <a:cubicBezTo>
                  <a:pt x="4618" y="5348"/>
                  <a:pt x="4608" y="5354"/>
                  <a:pt x="4596" y="5358"/>
                </a:cubicBezTo>
                <a:cubicBezTo>
                  <a:pt x="4585" y="5363"/>
                  <a:pt x="4574" y="5366"/>
                  <a:pt x="4562" y="5369"/>
                </a:cubicBezTo>
                <a:cubicBezTo>
                  <a:pt x="4550" y="5371"/>
                  <a:pt x="4538" y="5372"/>
                  <a:pt x="4526" y="5372"/>
                </a:cubicBezTo>
                <a:lnTo>
                  <a:pt x="185" y="5372"/>
                </a:lnTo>
                <a:cubicBezTo>
                  <a:pt x="173" y="5372"/>
                  <a:pt x="161" y="5371"/>
                  <a:pt x="149" y="5369"/>
                </a:cubicBezTo>
                <a:cubicBezTo>
                  <a:pt x="137" y="5366"/>
                  <a:pt x="126" y="5363"/>
                  <a:pt x="114" y="5358"/>
                </a:cubicBezTo>
                <a:cubicBezTo>
                  <a:pt x="103" y="5354"/>
                  <a:pt x="93" y="5348"/>
                  <a:pt x="82" y="5341"/>
                </a:cubicBezTo>
                <a:cubicBezTo>
                  <a:pt x="72" y="5334"/>
                  <a:pt x="63" y="5327"/>
                  <a:pt x="54" y="5318"/>
                </a:cubicBezTo>
                <a:cubicBezTo>
                  <a:pt x="46" y="5309"/>
                  <a:pt x="38" y="5300"/>
                  <a:pt x="31" y="5290"/>
                </a:cubicBezTo>
                <a:cubicBezTo>
                  <a:pt x="25" y="5280"/>
                  <a:pt x="19" y="5269"/>
                  <a:pt x="14" y="5258"/>
                </a:cubicBezTo>
                <a:cubicBezTo>
                  <a:pt x="10" y="5247"/>
                  <a:pt x="6" y="5235"/>
                  <a:pt x="4" y="5223"/>
                </a:cubicBezTo>
                <a:cubicBezTo>
                  <a:pt x="1" y="5211"/>
                  <a:pt x="0" y="5199"/>
                  <a:pt x="0" y="518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07" name=""/>
          <p:cNvSpPr/>
          <p:nvPr/>
        </p:nvSpPr>
        <p:spPr>
          <a:xfrm>
            <a:off x="5105160" y="2676240"/>
            <a:ext cx="1695960" cy="1933920"/>
          </a:xfrm>
          <a:custGeom>
            <a:avLst/>
            <a:gdLst/>
            <a:ahLst/>
            <a:rect l="0" t="0" r="r" b="b"/>
            <a:pathLst>
              <a:path w="4711" h="5372">
                <a:moveTo>
                  <a:pt x="0" y="5187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6"/>
                  <a:pt x="14" y="115"/>
                </a:cubicBezTo>
                <a:cubicBezTo>
                  <a:pt x="19" y="103"/>
                  <a:pt x="25" y="93"/>
                  <a:pt x="31" y="83"/>
                </a:cubicBezTo>
                <a:cubicBezTo>
                  <a:pt x="38" y="72"/>
                  <a:pt x="46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3" y="25"/>
                  <a:pt x="103" y="19"/>
                  <a:pt x="114" y="14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4526" y="0"/>
                </a:lnTo>
                <a:cubicBezTo>
                  <a:pt x="4538" y="0"/>
                  <a:pt x="4550" y="1"/>
                  <a:pt x="4562" y="4"/>
                </a:cubicBezTo>
                <a:cubicBezTo>
                  <a:pt x="4574" y="6"/>
                  <a:pt x="4585" y="10"/>
                  <a:pt x="4596" y="14"/>
                </a:cubicBezTo>
                <a:cubicBezTo>
                  <a:pt x="4608" y="19"/>
                  <a:pt x="4618" y="25"/>
                  <a:pt x="4628" y="32"/>
                </a:cubicBezTo>
                <a:cubicBezTo>
                  <a:pt x="4639" y="38"/>
                  <a:pt x="4648" y="46"/>
                  <a:pt x="4657" y="55"/>
                </a:cubicBezTo>
                <a:cubicBezTo>
                  <a:pt x="4665" y="63"/>
                  <a:pt x="4673" y="72"/>
                  <a:pt x="4680" y="83"/>
                </a:cubicBezTo>
                <a:cubicBezTo>
                  <a:pt x="4686" y="93"/>
                  <a:pt x="4692" y="103"/>
                  <a:pt x="4697" y="115"/>
                </a:cubicBezTo>
                <a:cubicBezTo>
                  <a:pt x="4701" y="126"/>
                  <a:pt x="4705" y="137"/>
                  <a:pt x="4707" y="149"/>
                </a:cubicBezTo>
                <a:cubicBezTo>
                  <a:pt x="4710" y="161"/>
                  <a:pt x="4711" y="173"/>
                  <a:pt x="4711" y="185"/>
                </a:cubicBezTo>
                <a:lnTo>
                  <a:pt x="4711" y="5187"/>
                </a:lnTo>
                <a:cubicBezTo>
                  <a:pt x="4711" y="5199"/>
                  <a:pt x="4710" y="5211"/>
                  <a:pt x="4707" y="5223"/>
                </a:cubicBezTo>
                <a:cubicBezTo>
                  <a:pt x="4705" y="5235"/>
                  <a:pt x="4701" y="5247"/>
                  <a:pt x="4697" y="5258"/>
                </a:cubicBezTo>
                <a:cubicBezTo>
                  <a:pt x="4692" y="5269"/>
                  <a:pt x="4686" y="5280"/>
                  <a:pt x="4680" y="5290"/>
                </a:cubicBezTo>
                <a:cubicBezTo>
                  <a:pt x="4673" y="5300"/>
                  <a:pt x="4665" y="5309"/>
                  <a:pt x="4657" y="5318"/>
                </a:cubicBezTo>
                <a:cubicBezTo>
                  <a:pt x="4648" y="5327"/>
                  <a:pt x="4639" y="5334"/>
                  <a:pt x="4628" y="5341"/>
                </a:cubicBezTo>
                <a:cubicBezTo>
                  <a:pt x="4618" y="5348"/>
                  <a:pt x="4608" y="5354"/>
                  <a:pt x="4596" y="5358"/>
                </a:cubicBezTo>
                <a:cubicBezTo>
                  <a:pt x="4585" y="5363"/>
                  <a:pt x="4574" y="5366"/>
                  <a:pt x="4562" y="5369"/>
                </a:cubicBezTo>
                <a:cubicBezTo>
                  <a:pt x="4550" y="5371"/>
                  <a:pt x="4538" y="5372"/>
                  <a:pt x="4526" y="5372"/>
                </a:cubicBezTo>
                <a:lnTo>
                  <a:pt x="185" y="5372"/>
                </a:lnTo>
                <a:cubicBezTo>
                  <a:pt x="173" y="5372"/>
                  <a:pt x="161" y="5371"/>
                  <a:pt x="149" y="5369"/>
                </a:cubicBezTo>
                <a:cubicBezTo>
                  <a:pt x="137" y="5366"/>
                  <a:pt x="126" y="5363"/>
                  <a:pt x="114" y="5358"/>
                </a:cubicBezTo>
                <a:cubicBezTo>
                  <a:pt x="103" y="5354"/>
                  <a:pt x="93" y="5348"/>
                  <a:pt x="82" y="5341"/>
                </a:cubicBezTo>
                <a:cubicBezTo>
                  <a:pt x="72" y="5334"/>
                  <a:pt x="63" y="5327"/>
                  <a:pt x="54" y="5318"/>
                </a:cubicBezTo>
                <a:cubicBezTo>
                  <a:pt x="46" y="5309"/>
                  <a:pt x="38" y="5300"/>
                  <a:pt x="31" y="5290"/>
                </a:cubicBezTo>
                <a:cubicBezTo>
                  <a:pt x="25" y="5280"/>
                  <a:pt x="19" y="5269"/>
                  <a:pt x="14" y="5258"/>
                </a:cubicBezTo>
                <a:cubicBezTo>
                  <a:pt x="10" y="5247"/>
                  <a:pt x="6" y="5235"/>
                  <a:pt x="4" y="5223"/>
                </a:cubicBezTo>
                <a:cubicBezTo>
                  <a:pt x="1" y="5211"/>
                  <a:pt x="0" y="5199"/>
                  <a:pt x="0" y="5187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08" name=""/>
          <p:cNvSpPr/>
          <p:nvPr/>
        </p:nvSpPr>
        <p:spPr>
          <a:xfrm>
            <a:off x="5730840" y="2844720"/>
            <a:ext cx="444600" cy="444600"/>
          </a:xfrm>
          <a:custGeom>
            <a:avLst/>
            <a:gdLst/>
            <a:ahLst/>
            <a:rect l="0" t="0" r="r" b="b"/>
            <a:pathLst>
              <a:path w="1235" h="1235">
                <a:moveTo>
                  <a:pt x="467" y="880"/>
                </a:moveTo>
                <a:lnTo>
                  <a:pt x="880" y="618"/>
                </a:lnTo>
                <a:lnTo>
                  <a:pt x="467" y="356"/>
                </a:lnTo>
                <a:lnTo>
                  <a:pt x="467" y="880"/>
                </a:lnTo>
                <a:moveTo>
                  <a:pt x="617" y="1235"/>
                </a:moveTo>
                <a:cubicBezTo>
                  <a:pt x="533" y="1235"/>
                  <a:pt x="453" y="1219"/>
                  <a:pt x="378" y="1187"/>
                </a:cubicBezTo>
                <a:cubicBezTo>
                  <a:pt x="303" y="1154"/>
                  <a:pt x="237" y="1110"/>
                  <a:pt x="181" y="1054"/>
                </a:cubicBezTo>
                <a:cubicBezTo>
                  <a:pt x="125" y="998"/>
                  <a:pt x="81" y="932"/>
                  <a:pt x="48" y="857"/>
                </a:cubicBezTo>
                <a:cubicBezTo>
                  <a:pt x="16" y="782"/>
                  <a:pt x="0" y="702"/>
                  <a:pt x="0" y="618"/>
                </a:cubicBezTo>
                <a:cubicBezTo>
                  <a:pt x="0" y="533"/>
                  <a:pt x="16" y="452"/>
                  <a:pt x="48" y="377"/>
                </a:cubicBezTo>
                <a:cubicBezTo>
                  <a:pt x="81" y="302"/>
                  <a:pt x="125" y="237"/>
                  <a:pt x="181" y="181"/>
                </a:cubicBezTo>
                <a:cubicBezTo>
                  <a:pt x="237" y="126"/>
                  <a:pt x="303" y="81"/>
                  <a:pt x="378" y="48"/>
                </a:cubicBezTo>
                <a:cubicBezTo>
                  <a:pt x="453" y="16"/>
                  <a:pt x="533" y="0"/>
                  <a:pt x="617" y="0"/>
                </a:cubicBezTo>
                <a:cubicBezTo>
                  <a:pt x="702" y="0"/>
                  <a:pt x="784" y="16"/>
                  <a:pt x="859" y="48"/>
                </a:cubicBezTo>
                <a:cubicBezTo>
                  <a:pt x="934" y="81"/>
                  <a:pt x="999" y="126"/>
                  <a:pt x="1055" y="181"/>
                </a:cubicBezTo>
                <a:cubicBezTo>
                  <a:pt x="1110" y="237"/>
                  <a:pt x="1154" y="302"/>
                  <a:pt x="1187" y="377"/>
                </a:cubicBezTo>
                <a:cubicBezTo>
                  <a:pt x="1219" y="452"/>
                  <a:pt x="1235" y="533"/>
                  <a:pt x="1235" y="618"/>
                </a:cubicBezTo>
                <a:cubicBezTo>
                  <a:pt x="1235" y="702"/>
                  <a:pt x="1219" y="782"/>
                  <a:pt x="1187" y="857"/>
                </a:cubicBezTo>
                <a:cubicBezTo>
                  <a:pt x="1154" y="932"/>
                  <a:pt x="1110" y="998"/>
                  <a:pt x="1055" y="1054"/>
                </a:cubicBezTo>
                <a:cubicBezTo>
                  <a:pt x="999" y="1110"/>
                  <a:pt x="934" y="1154"/>
                  <a:pt x="859" y="1187"/>
                </a:cubicBezTo>
                <a:cubicBezTo>
                  <a:pt x="784" y="1219"/>
                  <a:pt x="702" y="1235"/>
                  <a:pt x="617" y="1235"/>
                </a:cubicBezTo>
                <a:moveTo>
                  <a:pt x="617" y="1143"/>
                </a:moveTo>
                <a:cubicBezTo>
                  <a:pt x="764" y="1143"/>
                  <a:pt x="888" y="1092"/>
                  <a:pt x="990" y="989"/>
                </a:cubicBezTo>
                <a:cubicBezTo>
                  <a:pt x="1092" y="887"/>
                  <a:pt x="1143" y="763"/>
                  <a:pt x="1143" y="618"/>
                </a:cubicBezTo>
                <a:cubicBezTo>
                  <a:pt x="1143" y="472"/>
                  <a:pt x="1092" y="348"/>
                  <a:pt x="990" y="246"/>
                </a:cubicBezTo>
                <a:cubicBezTo>
                  <a:pt x="888" y="144"/>
                  <a:pt x="764" y="92"/>
                  <a:pt x="617" y="92"/>
                </a:cubicBezTo>
                <a:cubicBezTo>
                  <a:pt x="472" y="92"/>
                  <a:pt x="348" y="144"/>
                  <a:pt x="246" y="246"/>
                </a:cubicBezTo>
                <a:cubicBezTo>
                  <a:pt x="143" y="348"/>
                  <a:pt x="92" y="472"/>
                  <a:pt x="92" y="618"/>
                </a:cubicBezTo>
                <a:cubicBezTo>
                  <a:pt x="92" y="763"/>
                  <a:pt x="143" y="887"/>
                  <a:pt x="246" y="989"/>
                </a:cubicBezTo>
                <a:cubicBezTo>
                  <a:pt x="348" y="1092"/>
                  <a:pt x="472" y="1143"/>
                  <a:pt x="617" y="1143"/>
                </a:cubicBezTo>
                <a:moveTo>
                  <a:pt x="617" y="618"/>
                </a:moveTo>
                <a:lnTo>
                  <a:pt x="617" y="618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3133440" y="4223880"/>
            <a:ext cx="13723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リスク対応を決める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10" name=""/>
          <p:cNvSpPr txBox="1"/>
          <p:nvPr/>
        </p:nvSpPr>
        <p:spPr>
          <a:xfrm>
            <a:off x="5743440" y="3328920"/>
            <a:ext cx="418320" cy="30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650" spc="-1" strike="noStrike">
                <a:solidFill>
                  <a:srgbClr val="1a1a1a"/>
                </a:solidFill>
                <a:latin typeface="Noto Sans JP"/>
                <a:ea typeface="Noto Sans JP"/>
              </a:rPr>
              <a:t>運用</a:t>
            </a:r>
            <a:endParaRPr b="0" lang="ja-JP" sz="16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5758200" y="3681000"/>
            <a:ext cx="4334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箇条</a:t>
            </a:r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8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5529600" y="4004640"/>
            <a:ext cx="8906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3</a:t>
            </a:r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つの場面で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13" name=""/>
          <p:cNvSpPr/>
          <p:nvPr/>
        </p:nvSpPr>
        <p:spPr>
          <a:xfrm>
            <a:off x="6810120" y="3628800"/>
            <a:ext cx="419400" cy="19440"/>
          </a:xfrm>
          <a:custGeom>
            <a:avLst/>
            <a:gdLst/>
            <a:ahLst/>
            <a:rect l="0" t="0" r="r" b="b"/>
            <a:pathLst>
              <a:path w="1165" h="54">
                <a:moveTo>
                  <a:pt x="0" y="0"/>
                </a:moveTo>
                <a:lnTo>
                  <a:pt x="1165" y="0"/>
                </a:lnTo>
                <a:lnTo>
                  <a:pt x="1165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214" name=""/>
          <p:cNvSpPr/>
          <p:nvPr/>
        </p:nvSpPr>
        <p:spPr>
          <a:xfrm>
            <a:off x="7134120" y="3581280"/>
            <a:ext cx="95400" cy="114480"/>
          </a:xfrm>
          <a:custGeom>
            <a:avLst/>
            <a:gdLst/>
            <a:ahLst/>
            <a:rect l="0" t="0" r="r" b="b"/>
            <a:pathLst>
              <a:path w="265" h="318">
                <a:moveTo>
                  <a:pt x="0" y="0"/>
                </a:moveTo>
                <a:lnTo>
                  <a:pt x="0" y="318"/>
                </a:lnTo>
                <a:lnTo>
                  <a:pt x="265" y="16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215" name=""/>
          <p:cNvSpPr/>
          <p:nvPr/>
        </p:nvSpPr>
        <p:spPr>
          <a:xfrm>
            <a:off x="7238880" y="2676240"/>
            <a:ext cx="1695600" cy="1933920"/>
          </a:xfrm>
          <a:custGeom>
            <a:avLst/>
            <a:gdLst/>
            <a:ahLst/>
            <a:rect l="0" t="0" r="r" b="b"/>
            <a:pathLst>
              <a:path w="4710" h="5372">
                <a:moveTo>
                  <a:pt x="0" y="5187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5"/>
                </a:cubicBezTo>
                <a:cubicBezTo>
                  <a:pt x="19" y="103"/>
                  <a:pt x="24" y="93"/>
                  <a:pt x="31" y="83"/>
                </a:cubicBezTo>
                <a:cubicBezTo>
                  <a:pt x="38" y="72"/>
                  <a:pt x="45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4525" y="0"/>
                </a:lnTo>
                <a:cubicBezTo>
                  <a:pt x="4537" y="0"/>
                  <a:pt x="4549" y="1"/>
                  <a:pt x="4561" y="4"/>
                </a:cubicBezTo>
                <a:cubicBezTo>
                  <a:pt x="4573" y="6"/>
                  <a:pt x="4585" y="10"/>
                  <a:pt x="4596" y="14"/>
                </a:cubicBezTo>
                <a:cubicBezTo>
                  <a:pt x="4607" y="19"/>
                  <a:pt x="4618" y="25"/>
                  <a:pt x="4628" y="32"/>
                </a:cubicBezTo>
                <a:cubicBezTo>
                  <a:pt x="4638" y="38"/>
                  <a:pt x="4648" y="46"/>
                  <a:pt x="4656" y="55"/>
                </a:cubicBezTo>
                <a:cubicBezTo>
                  <a:pt x="4665" y="63"/>
                  <a:pt x="4672" y="72"/>
                  <a:pt x="4679" y="83"/>
                </a:cubicBezTo>
                <a:cubicBezTo>
                  <a:pt x="4686" y="93"/>
                  <a:pt x="4692" y="103"/>
                  <a:pt x="4696" y="115"/>
                </a:cubicBezTo>
                <a:cubicBezTo>
                  <a:pt x="4701" y="126"/>
                  <a:pt x="4704" y="137"/>
                  <a:pt x="4707" y="149"/>
                </a:cubicBezTo>
                <a:cubicBezTo>
                  <a:pt x="4709" y="161"/>
                  <a:pt x="4710" y="173"/>
                  <a:pt x="4710" y="185"/>
                </a:cubicBezTo>
                <a:lnTo>
                  <a:pt x="4710" y="5187"/>
                </a:lnTo>
                <a:cubicBezTo>
                  <a:pt x="4710" y="5199"/>
                  <a:pt x="4709" y="5211"/>
                  <a:pt x="4707" y="5223"/>
                </a:cubicBezTo>
                <a:cubicBezTo>
                  <a:pt x="4704" y="5235"/>
                  <a:pt x="4701" y="5247"/>
                  <a:pt x="4696" y="5258"/>
                </a:cubicBezTo>
                <a:cubicBezTo>
                  <a:pt x="4692" y="5269"/>
                  <a:pt x="4686" y="5280"/>
                  <a:pt x="4679" y="5290"/>
                </a:cubicBezTo>
                <a:cubicBezTo>
                  <a:pt x="4672" y="5300"/>
                  <a:pt x="4665" y="5309"/>
                  <a:pt x="4656" y="5318"/>
                </a:cubicBezTo>
                <a:cubicBezTo>
                  <a:pt x="4648" y="5327"/>
                  <a:pt x="4638" y="5334"/>
                  <a:pt x="4628" y="5341"/>
                </a:cubicBezTo>
                <a:cubicBezTo>
                  <a:pt x="4618" y="5348"/>
                  <a:pt x="4607" y="5354"/>
                  <a:pt x="4596" y="5358"/>
                </a:cubicBezTo>
                <a:cubicBezTo>
                  <a:pt x="4585" y="5363"/>
                  <a:pt x="4573" y="5366"/>
                  <a:pt x="4561" y="5369"/>
                </a:cubicBezTo>
                <a:cubicBezTo>
                  <a:pt x="4549" y="5371"/>
                  <a:pt x="4537" y="5372"/>
                  <a:pt x="4525" y="5372"/>
                </a:cubicBezTo>
                <a:lnTo>
                  <a:pt x="185" y="5372"/>
                </a:lnTo>
                <a:cubicBezTo>
                  <a:pt x="173" y="5372"/>
                  <a:pt x="161" y="5371"/>
                  <a:pt x="149" y="5369"/>
                </a:cubicBezTo>
                <a:cubicBezTo>
                  <a:pt x="137" y="5366"/>
                  <a:pt x="125" y="5363"/>
                  <a:pt x="114" y="5358"/>
                </a:cubicBezTo>
                <a:cubicBezTo>
                  <a:pt x="103" y="5354"/>
                  <a:pt x="92" y="5348"/>
                  <a:pt x="82" y="5341"/>
                </a:cubicBezTo>
                <a:cubicBezTo>
                  <a:pt x="72" y="5334"/>
                  <a:pt x="63" y="5327"/>
                  <a:pt x="54" y="5318"/>
                </a:cubicBezTo>
                <a:cubicBezTo>
                  <a:pt x="45" y="5309"/>
                  <a:pt x="38" y="5300"/>
                  <a:pt x="31" y="5290"/>
                </a:cubicBezTo>
                <a:cubicBezTo>
                  <a:pt x="24" y="5280"/>
                  <a:pt x="19" y="5269"/>
                  <a:pt x="14" y="5258"/>
                </a:cubicBezTo>
                <a:cubicBezTo>
                  <a:pt x="9" y="5247"/>
                  <a:pt x="6" y="5235"/>
                  <a:pt x="3" y="5223"/>
                </a:cubicBezTo>
                <a:cubicBezTo>
                  <a:pt x="1" y="5211"/>
                  <a:pt x="0" y="5199"/>
                  <a:pt x="0" y="518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16" name=""/>
          <p:cNvSpPr/>
          <p:nvPr/>
        </p:nvSpPr>
        <p:spPr>
          <a:xfrm>
            <a:off x="7238880" y="2676240"/>
            <a:ext cx="1695600" cy="1933920"/>
          </a:xfrm>
          <a:custGeom>
            <a:avLst/>
            <a:gdLst/>
            <a:ahLst/>
            <a:rect l="0" t="0" r="r" b="b"/>
            <a:pathLst>
              <a:path w="4710" h="5372">
                <a:moveTo>
                  <a:pt x="0" y="5187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5"/>
                </a:cubicBezTo>
                <a:cubicBezTo>
                  <a:pt x="19" y="103"/>
                  <a:pt x="24" y="93"/>
                  <a:pt x="31" y="83"/>
                </a:cubicBezTo>
                <a:cubicBezTo>
                  <a:pt x="38" y="72"/>
                  <a:pt x="45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4525" y="0"/>
                </a:lnTo>
                <a:cubicBezTo>
                  <a:pt x="4537" y="0"/>
                  <a:pt x="4549" y="1"/>
                  <a:pt x="4561" y="4"/>
                </a:cubicBezTo>
                <a:cubicBezTo>
                  <a:pt x="4573" y="6"/>
                  <a:pt x="4585" y="10"/>
                  <a:pt x="4596" y="14"/>
                </a:cubicBezTo>
                <a:cubicBezTo>
                  <a:pt x="4607" y="19"/>
                  <a:pt x="4618" y="25"/>
                  <a:pt x="4628" y="32"/>
                </a:cubicBezTo>
                <a:cubicBezTo>
                  <a:pt x="4638" y="38"/>
                  <a:pt x="4648" y="46"/>
                  <a:pt x="4656" y="55"/>
                </a:cubicBezTo>
                <a:cubicBezTo>
                  <a:pt x="4665" y="63"/>
                  <a:pt x="4672" y="72"/>
                  <a:pt x="4679" y="83"/>
                </a:cubicBezTo>
                <a:cubicBezTo>
                  <a:pt x="4686" y="93"/>
                  <a:pt x="4692" y="103"/>
                  <a:pt x="4696" y="115"/>
                </a:cubicBezTo>
                <a:cubicBezTo>
                  <a:pt x="4701" y="126"/>
                  <a:pt x="4704" y="137"/>
                  <a:pt x="4707" y="149"/>
                </a:cubicBezTo>
                <a:cubicBezTo>
                  <a:pt x="4709" y="161"/>
                  <a:pt x="4710" y="173"/>
                  <a:pt x="4710" y="185"/>
                </a:cubicBezTo>
                <a:lnTo>
                  <a:pt x="4710" y="5187"/>
                </a:lnTo>
                <a:cubicBezTo>
                  <a:pt x="4710" y="5199"/>
                  <a:pt x="4709" y="5211"/>
                  <a:pt x="4707" y="5223"/>
                </a:cubicBezTo>
                <a:cubicBezTo>
                  <a:pt x="4704" y="5235"/>
                  <a:pt x="4701" y="5247"/>
                  <a:pt x="4696" y="5258"/>
                </a:cubicBezTo>
                <a:cubicBezTo>
                  <a:pt x="4692" y="5269"/>
                  <a:pt x="4686" y="5280"/>
                  <a:pt x="4679" y="5290"/>
                </a:cubicBezTo>
                <a:cubicBezTo>
                  <a:pt x="4672" y="5300"/>
                  <a:pt x="4665" y="5309"/>
                  <a:pt x="4656" y="5318"/>
                </a:cubicBezTo>
                <a:cubicBezTo>
                  <a:pt x="4648" y="5327"/>
                  <a:pt x="4638" y="5334"/>
                  <a:pt x="4628" y="5341"/>
                </a:cubicBezTo>
                <a:cubicBezTo>
                  <a:pt x="4618" y="5348"/>
                  <a:pt x="4607" y="5354"/>
                  <a:pt x="4596" y="5358"/>
                </a:cubicBezTo>
                <a:cubicBezTo>
                  <a:pt x="4585" y="5363"/>
                  <a:pt x="4573" y="5366"/>
                  <a:pt x="4561" y="5369"/>
                </a:cubicBezTo>
                <a:cubicBezTo>
                  <a:pt x="4549" y="5371"/>
                  <a:pt x="4537" y="5372"/>
                  <a:pt x="4525" y="5372"/>
                </a:cubicBezTo>
                <a:lnTo>
                  <a:pt x="185" y="5372"/>
                </a:lnTo>
                <a:cubicBezTo>
                  <a:pt x="173" y="5372"/>
                  <a:pt x="161" y="5371"/>
                  <a:pt x="149" y="5369"/>
                </a:cubicBezTo>
                <a:cubicBezTo>
                  <a:pt x="137" y="5366"/>
                  <a:pt x="125" y="5363"/>
                  <a:pt x="114" y="5358"/>
                </a:cubicBezTo>
                <a:cubicBezTo>
                  <a:pt x="103" y="5354"/>
                  <a:pt x="92" y="5348"/>
                  <a:pt x="82" y="5341"/>
                </a:cubicBezTo>
                <a:cubicBezTo>
                  <a:pt x="72" y="5334"/>
                  <a:pt x="63" y="5327"/>
                  <a:pt x="54" y="5318"/>
                </a:cubicBezTo>
                <a:cubicBezTo>
                  <a:pt x="45" y="5309"/>
                  <a:pt x="38" y="5300"/>
                  <a:pt x="31" y="5290"/>
                </a:cubicBezTo>
                <a:cubicBezTo>
                  <a:pt x="24" y="5280"/>
                  <a:pt x="19" y="5269"/>
                  <a:pt x="14" y="5258"/>
                </a:cubicBezTo>
                <a:cubicBezTo>
                  <a:pt x="9" y="5247"/>
                  <a:pt x="6" y="5235"/>
                  <a:pt x="3" y="5223"/>
                </a:cubicBezTo>
                <a:cubicBezTo>
                  <a:pt x="1" y="5211"/>
                  <a:pt x="0" y="5199"/>
                  <a:pt x="0" y="5187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17" name=""/>
          <p:cNvSpPr/>
          <p:nvPr/>
        </p:nvSpPr>
        <p:spPr>
          <a:xfrm>
            <a:off x="7859880" y="2866680"/>
            <a:ext cx="453600" cy="400680"/>
          </a:xfrm>
          <a:custGeom>
            <a:avLst/>
            <a:gdLst/>
            <a:ahLst/>
            <a:rect l="0" t="0" r="r" b="b"/>
            <a:pathLst>
              <a:path w="1260" h="1113">
                <a:moveTo>
                  <a:pt x="93" y="1113"/>
                </a:moveTo>
                <a:cubicBezTo>
                  <a:pt x="68" y="1113"/>
                  <a:pt x="46" y="1103"/>
                  <a:pt x="28" y="1085"/>
                </a:cubicBezTo>
                <a:cubicBezTo>
                  <a:pt x="9" y="1066"/>
                  <a:pt x="0" y="1045"/>
                  <a:pt x="0" y="1020"/>
                </a:cubicBezTo>
                <a:lnTo>
                  <a:pt x="0" y="93"/>
                </a:lnTo>
                <a:cubicBezTo>
                  <a:pt x="0" y="68"/>
                  <a:pt x="9" y="47"/>
                  <a:pt x="28" y="28"/>
                </a:cubicBezTo>
                <a:cubicBezTo>
                  <a:pt x="46" y="10"/>
                  <a:pt x="68" y="0"/>
                  <a:pt x="93" y="0"/>
                </a:cubicBezTo>
                <a:lnTo>
                  <a:pt x="1168" y="0"/>
                </a:lnTo>
                <a:cubicBezTo>
                  <a:pt x="1192" y="0"/>
                  <a:pt x="1214" y="10"/>
                  <a:pt x="1233" y="28"/>
                </a:cubicBezTo>
                <a:cubicBezTo>
                  <a:pt x="1251" y="47"/>
                  <a:pt x="1260" y="68"/>
                  <a:pt x="1260" y="93"/>
                </a:cubicBezTo>
                <a:lnTo>
                  <a:pt x="1260" y="1020"/>
                </a:lnTo>
                <a:cubicBezTo>
                  <a:pt x="1260" y="1045"/>
                  <a:pt x="1251" y="1066"/>
                  <a:pt x="1233" y="1085"/>
                </a:cubicBezTo>
                <a:cubicBezTo>
                  <a:pt x="1214" y="1103"/>
                  <a:pt x="1192" y="1113"/>
                  <a:pt x="1168" y="1113"/>
                </a:cubicBezTo>
                <a:lnTo>
                  <a:pt x="93" y="1113"/>
                </a:lnTo>
                <a:moveTo>
                  <a:pt x="93" y="1020"/>
                </a:moveTo>
                <a:lnTo>
                  <a:pt x="1168" y="1020"/>
                </a:lnTo>
                <a:lnTo>
                  <a:pt x="1168" y="93"/>
                </a:lnTo>
                <a:lnTo>
                  <a:pt x="93" y="93"/>
                </a:lnTo>
                <a:lnTo>
                  <a:pt x="93" y="1020"/>
                </a:lnTo>
                <a:moveTo>
                  <a:pt x="197" y="866"/>
                </a:moveTo>
                <a:lnTo>
                  <a:pt x="507" y="866"/>
                </a:lnTo>
                <a:lnTo>
                  <a:pt x="507" y="742"/>
                </a:lnTo>
                <a:lnTo>
                  <a:pt x="197" y="742"/>
                </a:lnTo>
                <a:lnTo>
                  <a:pt x="197" y="866"/>
                </a:lnTo>
                <a:moveTo>
                  <a:pt x="788" y="742"/>
                </a:moveTo>
                <a:lnTo>
                  <a:pt x="1094" y="437"/>
                </a:lnTo>
                <a:lnTo>
                  <a:pt x="1006" y="348"/>
                </a:lnTo>
                <a:lnTo>
                  <a:pt x="788" y="568"/>
                </a:lnTo>
                <a:lnTo>
                  <a:pt x="700" y="480"/>
                </a:lnTo>
                <a:lnTo>
                  <a:pt x="614" y="568"/>
                </a:lnTo>
                <a:lnTo>
                  <a:pt x="788" y="742"/>
                </a:lnTo>
                <a:moveTo>
                  <a:pt x="197" y="619"/>
                </a:moveTo>
                <a:lnTo>
                  <a:pt x="507" y="619"/>
                </a:lnTo>
                <a:lnTo>
                  <a:pt x="507" y="495"/>
                </a:lnTo>
                <a:lnTo>
                  <a:pt x="197" y="495"/>
                </a:lnTo>
                <a:lnTo>
                  <a:pt x="197" y="619"/>
                </a:lnTo>
                <a:moveTo>
                  <a:pt x="197" y="372"/>
                </a:moveTo>
                <a:lnTo>
                  <a:pt x="507" y="372"/>
                </a:lnTo>
                <a:lnTo>
                  <a:pt x="507" y="247"/>
                </a:lnTo>
                <a:lnTo>
                  <a:pt x="197" y="247"/>
                </a:lnTo>
                <a:lnTo>
                  <a:pt x="197" y="372"/>
                </a:lnTo>
                <a:moveTo>
                  <a:pt x="93" y="1020"/>
                </a:moveTo>
                <a:lnTo>
                  <a:pt x="93" y="93"/>
                </a:lnTo>
                <a:lnTo>
                  <a:pt x="93" y="102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218" name=""/>
          <p:cNvSpPr txBox="1"/>
          <p:nvPr/>
        </p:nvSpPr>
        <p:spPr>
          <a:xfrm>
            <a:off x="5648040" y="4223880"/>
            <a:ext cx="6102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実行する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19" name=""/>
          <p:cNvSpPr txBox="1"/>
          <p:nvPr/>
        </p:nvSpPr>
        <p:spPr>
          <a:xfrm>
            <a:off x="7877160" y="3328920"/>
            <a:ext cx="418320" cy="30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650" spc="-1" strike="noStrike">
                <a:solidFill>
                  <a:srgbClr val="1a1a1a"/>
                </a:solidFill>
                <a:latin typeface="Noto Sans JP"/>
                <a:ea typeface="Noto Sans JP"/>
              </a:rPr>
              <a:t>評価</a:t>
            </a:r>
            <a:endParaRPr b="0" lang="ja-JP" sz="16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7891920" y="3681000"/>
            <a:ext cx="4334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箇条</a:t>
            </a:r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9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7476840" y="4004640"/>
            <a:ext cx="12200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記録と内部監査で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22" name=""/>
          <p:cNvSpPr/>
          <p:nvPr/>
        </p:nvSpPr>
        <p:spPr>
          <a:xfrm>
            <a:off x="8943840" y="3628800"/>
            <a:ext cx="419400" cy="19440"/>
          </a:xfrm>
          <a:custGeom>
            <a:avLst/>
            <a:gdLst/>
            <a:ahLst/>
            <a:rect l="0" t="0" r="r" b="b"/>
            <a:pathLst>
              <a:path w="1165" h="54">
                <a:moveTo>
                  <a:pt x="0" y="0"/>
                </a:moveTo>
                <a:lnTo>
                  <a:pt x="1165" y="0"/>
                </a:lnTo>
                <a:lnTo>
                  <a:pt x="1165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223" name=""/>
          <p:cNvSpPr/>
          <p:nvPr/>
        </p:nvSpPr>
        <p:spPr>
          <a:xfrm>
            <a:off x="9267480" y="3581280"/>
            <a:ext cx="95760" cy="114480"/>
          </a:xfrm>
          <a:custGeom>
            <a:avLst/>
            <a:gdLst/>
            <a:ahLst/>
            <a:rect l="0" t="0" r="r" b="b"/>
            <a:pathLst>
              <a:path w="266" h="318">
                <a:moveTo>
                  <a:pt x="0" y="0"/>
                </a:moveTo>
                <a:lnTo>
                  <a:pt x="0" y="318"/>
                </a:lnTo>
                <a:lnTo>
                  <a:pt x="266" y="16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224" name=""/>
          <p:cNvSpPr/>
          <p:nvPr/>
        </p:nvSpPr>
        <p:spPr>
          <a:xfrm>
            <a:off x="9372240" y="2676240"/>
            <a:ext cx="1695960" cy="1933920"/>
          </a:xfrm>
          <a:custGeom>
            <a:avLst/>
            <a:gdLst/>
            <a:ahLst/>
            <a:rect l="0" t="0" r="r" b="b"/>
            <a:pathLst>
              <a:path w="4711" h="5372">
                <a:moveTo>
                  <a:pt x="0" y="5187"/>
                </a:moveTo>
                <a:lnTo>
                  <a:pt x="0" y="185"/>
                </a:lnTo>
                <a:cubicBezTo>
                  <a:pt x="0" y="173"/>
                  <a:pt x="2" y="161"/>
                  <a:pt x="4" y="149"/>
                </a:cubicBezTo>
                <a:cubicBezTo>
                  <a:pt x="6" y="137"/>
                  <a:pt x="10" y="126"/>
                  <a:pt x="15" y="115"/>
                </a:cubicBezTo>
                <a:cubicBezTo>
                  <a:pt x="19" y="103"/>
                  <a:pt x="25" y="93"/>
                  <a:pt x="32" y="83"/>
                </a:cubicBezTo>
                <a:cubicBezTo>
                  <a:pt x="38" y="72"/>
                  <a:pt x="46" y="63"/>
                  <a:pt x="55" y="55"/>
                </a:cubicBezTo>
                <a:cubicBezTo>
                  <a:pt x="63" y="46"/>
                  <a:pt x="73" y="38"/>
                  <a:pt x="83" y="32"/>
                </a:cubicBezTo>
                <a:cubicBezTo>
                  <a:pt x="93" y="25"/>
                  <a:pt x="104" y="19"/>
                  <a:pt x="115" y="14"/>
                </a:cubicBezTo>
                <a:cubicBezTo>
                  <a:pt x="126" y="10"/>
                  <a:pt x="138" y="6"/>
                  <a:pt x="150" y="4"/>
                </a:cubicBezTo>
                <a:cubicBezTo>
                  <a:pt x="162" y="1"/>
                  <a:pt x="174" y="0"/>
                  <a:pt x="186" y="0"/>
                </a:cubicBezTo>
                <a:lnTo>
                  <a:pt x="4525" y="0"/>
                </a:lnTo>
                <a:cubicBezTo>
                  <a:pt x="4537" y="0"/>
                  <a:pt x="4549" y="1"/>
                  <a:pt x="4561" y="4"/>
                </a:cubicBezTo>
                <a:cubicBezTo>
                  <a:pt x="4573" y="6"/>
                  <a:pt x="4586" y="10"/>
                  <a:pt x="4597" y="14"/>
                </a:cubicBezTo>
                <a:cubicBezTo>
                  <a:pt x="4608" y="19"/>
                  <a:pt x="4619" y="25"/>
                  <a:pt x="4629" y="32"/>
                </a:cubicBezTo>
                <a:cubicBezTo>
                  <a:pt x="4639" y="38"/>
                  <a:pt x="4648" y="46"/>
                  <a:pt x="4657" y="55"/>
                </a:cubicBezTo>
                <a:cubicBezTo>
                  <a:pt x="4665" y="63"/>
                  <a:pt x="4673" y="72"/>
                  <a:pt x="4680" y="83"/>
                </a:cubicBezTo>
                <a:cubicBezTo>
                  <a:pt x="4687" y="93"/>
                  <a:pt x="4692" y="103"/>
                  <a:pt x="4697" y="115"/>
                </a:cubicBezTo>
                <a:cubicBezTo>
                  <a:pt x="4702" y="126"/>
                  <a:pt x="4705" y="137"/>
                  <a:pt x="4708" y="149"/>
                </a:cubicBezTo>
                <a:cubicBezTo>
                  <a:pt x="4710" y="161"/>
                  <a:pt x="4711" y="173"/>
                  <a:pt x="4711" y="185"/>
                </a:cubicBezTo>
                <a:lnTo>
                  <a:pt x="4711" y="5187"/>
                </a:lnTo>
                <a:cubicBezTo>
                  <a:pt x="4711" y="5199"/>
                  <a:pt x="4710" y="5211"/>
                  <a:pt x="4708" y="5223"/>
                </a:cubicBezTo>
                <a:cubicBezTo>
                  <a:pt x="4705" y="5235"/>
                  <a:pt x="4702" y="5247"/>
                  <a:pt x="4697" y="5258"/>
                </a:cubicBezTo>
                <a:cubicBezTo>
                  <a:pt x="4692" y="5269"/>
                  <a:pt x="4687" y="5280"/>
                  <a:pt x="4680" y="5290"/>
                </a:cubicBezTo>
                <a:cubicBezTo>
                  <a:pt x="4673" y="5300"/>
                  <a:pt x="4665" y="5309"/>
                  <a:pt x="4657" y="5318"/>
                </a:cubicBezTo>
                <a:cubicBezTo>
                  <a:pt x="4648" y="5327"/>
                  <a:pt x="4639" y="5334"/>
                  <a:pt x="4629" y="5341"/>
                </a:cubicBezTo>
                <a:cubicBezTo>
                  <a:pt x="4619" y="5348"/>
                  <a:pt x="4608" y="5354"/>
                  <a:pt x="4597" y="5358"/>
                </a:cubicBezTo>
                <a:cubicBezTo>
                  <a:pt x="4586" y="5363"/>
                  <a:pt x="4573" y="5366"/>
                  <a:pt x="4561" y="5369"/>
                </a:cubicBezTo>
                <a:cubicBezTo>
                  <a:pt x="4549" y="5371"/>
                  <a:pt x="4537" y="5372"/>
                  <a:pt x="4525" y="5372"/>
                </a:cubicBezTo>
                <a:lnTo>
                  <a:pt x="186" y="5372"/>
                </a:lnTo>
                <a:cubicBezTo>
                  <a:pt x="174" y="5372"/>
                  <a:pt x="162" y="5371"/>
                  <a:pt x="150" y="5369"/>
                </a:cubicBezTo>
                <a:cubicBezTo>
                  <a:pt x="138" y="5366"/>
                  <a:pt x="126" y="5363"/>
                  <a:pt x="115" y="5358"/>
                </a:cubicBezTo>
                <a:cubicBezTo>
                  <a:pt x="104" y="5354"/>
                  <a:pt x="93" y="5348"/>
                  <a:pt x="83" y="5341"/>
                </a:cubicBezTo>
                <a:cubicBezTo>
                  <a:pt x="73" y="5334"/>
                  <a:pt x="63" y="5327"/>
                  <a:pt x="55" y="5318"/>
                </a:cubicBezTo>
                <a:cubicBezTo>
                  <a:pt x="46" y="5309"/>
                  <a:pt x="38" y="5300"/>
                  <a:pt x="32" y="5290"/>
                </a:cubicBezTo>
                <a:cubicBezTo>
                  <a:pt x="25" y="5280"/>
                  <a:pt x="19" y="5269"/>
                  <a:pt x="15" y="5258"/>
                </a:cubicBezTo>
                <a:cubicBezTo>
                  <a:pt x="10" y="5247"/>
                  <a:pt x="6" y="5235"/>
                  <a:pt x="4" y="5223"/>
                </a:cubicBezTo>
                <a:cubicBezTo>
                  <a:pt x="2" y="5211"/>
                  <a:pt x="0" y="5199"/>
                  <a:pt x="0" y="518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25" name=""/>
          <p:cNvSpPr/>
          <p:nvPr/>
        </p:nvSpPr>
        <p:spPr>
          <a:xfrm>
            <a:off x="9372240" y="2676240"/>
            <a:ext cx="1695960" cy="1933920"/>
          </a:xfrm>
          <a:custGeom>
            <a:avLst/>
            <a:gdLst/>
            <a:ahLst/>
            <a:rect l="0" t="0" r="r" b="b"/>
            <a:pathLst>
              <a:path w="4711" h="5372">
                <a:moveTo>
                  <a:pt x="0" y="5187"/>
                </a:moveTo>
                <a:lnTo>
                  <a:pt x="0" y="185"/>
                </a:lnTo>
                <a:cubicBezTo>
                  <a:pt x="0" y="173"/>
                  <a:pt x="2" y="161"/>
                  <a:pt x="4" y="149"/>
                </a:cubicBezTo>
                <a:cubicBezTo>
                  <a:pt x="6" y="137"/>
                  <a:pt x="10" y="126"/>
                  <a:pt x="15" y="115"/>
                </a:cubicBezTo>
                <a:cubicBezTo>
                  <a:pt x="19" y="103"/>
                  <a:pt x="25" y="93"/>
                  <a:pt x="32" y="83"/>
                </a:cubicBezTo>
                <a:cubicBezTo>
                  <a:pt x="38" y="72"/>
                  <a:pt x="46" y="63"/>
                  <a:pt x="55" y="55"/>
                </a:cubicBezTo>
                <a:cubicBezTo>
                  <a:pt x="63" y="46"/>
                  <a:pt x="73" y="38"/>
                  <a:pt x="83" y="32"/>
                </a:cubicBezTo>
                <a:cubicBezTo>
                  <a:pt x="93" y="25"/>
                  <a:pt x="104" y="19"/>
                  <a:pt x="115" y="14"/>
                </a:cubicBezTo>
                <a:cubicBezTo>
                  <a:pt x="126" y="10"/>
                  <a:pt x="138" y="6"/>
                  <a:pt x="150" y="4"/>
                </a:cubicBezTo>
                <a:cubicBezTo>
                  <a:pt x="162" y="1"/>
                  <a:pt x="174" y="0"/>
                  <a:pt x="186" y="0"/>
                </a:cubicBezTo>
                <a:lnTo>
                  <a:pt x="4525" y="0"/>
                </a:lnTo>
                <a:cubicBezTo>
                  <a:pt x="4537" y="0"/>
                  <a:pt x="4549" y="1"/>
                  <a:pt x="4561" y="4"/>
                </a:cubicBezTo>
                <a:cubicBezTo>
                  <a:pt x="4573" y="6"/>
                  <a:pt x="4586" y="10"/>
                  <a:pt x="4597" y="14"/>
                </a:cubicBezTo>
                <a:cubicBezTo>
                  <a:pt x="4608" y="19"/>
                  <a:pt x="4619" y="25"/>
                  <a:pt x="4629" y="32"/>
                </a:cubicBezTo>
                <a:cubicBezTo>
                  <a:pt x="4639" y="38"/>
                  <a:pt x="4648" y="46"/>
                  <a:pt x="4657" y="55"/>
                </a:cubicBezTo>
                <a:cubicBezTo>
                  <a:pt x="4665" y="63"/>
                  <a:pt x="4673" y="72"/>
                  <a:pt x="4680" y="83"/>
                </a:cubicBezTo>
                <a:cubicBezTo>
                  <a:pt x="4687" y="93"/>
                  <a:pt x="4692" y="103"/>
                  <a:pt x="4697" y="115"/>
                </a:cubicBezTo>
                <a:cubicBezTo>
                  <a:pt x="4702" y="126"/>
                  <a:pt x="4705" y="137"/>
                  <a:pt x="4708" y="149"/>
                </a:cubicBezTo>
                <a:cubicBezTo>
                  <a:pt x="4710" y="161"/>
                  <a:pt x="4711" y="173"/>
                  <a:pt x="4711" y="185"/>
                </a:cubicBezTo>
                <a:lnTo>
                  <a:pt x="4711" y="5187"/>
                </a:lnTo>
                <a:cubicBezTo>
                  <a:pt x="4711" y="5199"/>
                  <a:pt x="4710" y="5211"/>
                  <a:pt x="4708" y="5223"/>
                </a:cubicBezTo>
                <a:cubicBezTo>
                  <a:pt x="4705" y="5235"/>
                  <a:pt x="4702" y="5247"/>
                  <a:pt x="4697" y="5258"/>
                </a:cubicBezTo>
                <a:cubicBezTo>
                  <a:pt x="4692" y="5269"/>
                  <a:pt x="4687" y="5280"/>
                  <a:pt x="4680" y="5290"/>
                </a:cubicBezTo>
                <a:cubicBezTo>
                  <a:pt x="4673" y="5300"/>
                  <a:pt x="4665" y="5309"/>
                  <a:pt x="4657" y="5318"/>
                </a:cubicBezTo>
                <a:cubicBezTo>
                  <a:pt x="4648" y="5327"/>
                  <a:pt x="4639" y="5334"/>
                  <a:pt x="4629" y="5341"/>
                </a:cubicBezTo>
                <a:cubicBezTo>
                  <a:pt x="4619" y="5348"/>
                  <a:pt x="4608" y="5354"/>
                  <a:pt x="4597" y="5358"/>
                </a:cubicBezTo>
                <a:cubicBezTo>
                  <a:pt x="4586" y="5363"/>
                  <a:pt x="4573" y="5366"/>
                  <a:pt x="4561" y="5369"/>
                </a:cubicBezTo>
                <a:cubicBezTo>
                  <a:pt x="4549" y="5371"/>
                  <a:pt x="4537" y="5372"/>
                  <a:pt x="4525" y="5372"/>
                </a:cubicBezTo>
                <a:lnTo>
                  <a:pt x="186" y="5372"/>
                </a:lnTo>
                <a:cubicBezTo>
                  <a:pt x="174" y="5372"/>
                  <a:pt x="162" y="5371"/>
                  <a:pt x="150" y="5369"/>
                </a:cubicBezTo>
                <a:cubicBezTo>
                  <a:pt x="138" y="5366"/>
                  <a:pt x="126" y="5363"/>
                  <a:pt x="115" y="5358"/>
                </a:cubicBezTo>
                <a:cubicBezTo>
                  <a:pt x="104" y="5354"/>
                  <a:pt x="93" y="5348"/>
                  <a:pt x="83" y="5341"/>
                </a:cubicBezTo>
                <a:cubicBezTo>
                  <a:pt x="73" y="5334"/>
                  <a:pt x="63" y="5327"/>
                  <a:pt x="55" y="5318"/>
                </a:cubicBezTo>
                <a:cubicBezTo>
                  <a:pt x="46" y="5309"/>
                  <a:pt x="38" y="5300"/>
                  <a:pt x="32" y="5290"/>
                </a:cubicBezTo>
                <a:cubicBezTo>
                  <a:pt x="25" y="5280"/>
                  <a:pt x="19" y="5269"/>
                  <a:pt x="15" y="5258"/>
                </a:cubicBezTo>
                <a:cubicBezTo>
                  <a:pt x="10" y="5247"/>
                  <a:pt x="6" y="5235"/>
                  <a:pt x="4" y="5223"/>
                </a:cubicBezTo>
                <a:cubicBezTo>
                  <a:pt x="2" y="5211"/>
                  <a:pt x="0" y="5199"/>
                  <a:pt x="0" y="5187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26" name=""/>
          <p:cNvSpPr/>
          <p:nvPr/>
        </p:nvSpPr>
        <p:spPr>
          <a:xfrm>
            <a:off x="10042200" y="2824200"/>
            <a:ext cx="356040" cy="487440"/>
          </a:xfrm>
          <a:custGeom>
            <a:avLst/>
            <a:gdLst/>
            <a:ahLst/>
            <a:rect l="0" t="0" r="r" b="b"/>
            <a:pathLst>
              <a:path w="989" h="1354">
                <a:moveTo>
                  <a:pt x="56" y="904"/>
                </a:moveTo>
                <a:cubicBezTo>
                  <a:pt x="35" y="867"/>
                  <a:pt x="21" y="830"/>
                  <a:pt x="13" y="792"/>
                </a:cubicBezTo>
                <a:cubicBezTo>
                  <a:pt x="5" y="755"/>
                  <a:pt x="0" y="716"/>
                  <a:pt x="0" y="677"/>
                </a:cubicBezTo>
                <a:cubicBezTo>
                  <a:pt x="0" y="542"/>
                  <a:pt x="49" y="426"/>
                  <a:pt x="146" y="329"/>
                </a:cubicBezTo>
                <a:cubicBezTo>
                  <a:pt x="244" y="232"/>
                  <a:pt x="360" y="183"/>
                  <a:pt x="495" y="183"/>
                </a:cubicBezTo>
                <a:lnTo>
                  <a:pt x="562" y="183"/>
                </a:lnTo>
                <a:lnTo>
                  <a:pt x="438" y="60"/>
                </a:lnTo>
                <a:lnTo>
                  <a:pt x="498" y="0"/>
                </a:lnTo>
                <a:lnTo>
                  <a:pt x="728" y="230"/>
                </a:lnTo>
                <a:lnTo>
                  <a:pt x="498" y="460"/>
                </a:lnTo>
                <a:lnTo>
                  <a:pt x="437" y="398"/>
                </a:lnTo>
                <a:lnTo>
                  <a:pt x="559" y="276"/>
                </a:lnTo>
                <a:lnTo>
                  <a:pt x="495" y="276"/>
                </a:lnTo>
                <a:cubicBezTo>
                  <a:pt x="385" y="276"/>
                  <a:pt x="291" y="315"/>
                  <a:pt x="211" y="394"/>
                </a:cubicBezTo>
                <a:cubicBezTo>
                  <a:pt x="132" y="473"/>
                  <a:pt x="93" y="567"/>
                  <a:pt x="93" y="677"/>
                </a:cubicBezTo>
                <a:cubicBezTo>
                  <a:pt x="93" y="707"/>
                  <a:pt x="96" y="735"/>
                  <a:pt x="101" y="762"/>
                </a:cubicBezTo>
                <a:cubicBezTo>
                  <a:pt x="107" y="789"/>
                  <a:pt x="114" y="814"/>
                  <a:pt x="122" y="838"/>
                </a:cubicBezTo>
                <a:lnTo>
                  <a:pt x="56" y="904"/>
                </a:lnTo>
                <a:moveTo>
                  <a:pt x="489" y="1354"/>
                </a:moveTo>
                <a:lnTo>
                  <a:pt x="259" y="1124"/>
                </a:lnTo>
                <a:lnTo>
                  <a:pt x="489" y="893"/>
                </a:lnTo>
                <a:lnTo>
                  <a:pt x="549" y="954"/>
                </a:lnTo>
                <a:lnTo>
                  <a:pt x="426" y="1078"/>
                </a:lnTo>
                <a:lnTo>
                  <a:pt x="495" y="1078"/>
                </a:lnTo>
                <a:cubicBezTo>
                  <a:pt x="605" y="1078"/>
                  <a:pt x="700" y="1039"/>
                  <a:pt x="779" y="960"/>
                </a:cubicBezTo>
                <a:cubicBezTo>
                  <a:pt x="857" y="880"/>
                  <a:pt x="897" y="786"/>
                  <a:pt x="897" y="676"/>
                </a:cubicBezTo>
                <a:cubicBezTo>
                  <a:pt x="897" y="646"/>
                  <a:pt x="894" y="617"/>
                  <a:pt x="889" y="591"/>
                </a:cubicBezTo>
                <a:cubicBezTo>
                  <a:pt x="884" y="564"/>
                  <a:pt x="876" y="539"/>
                  <a:pt x="866" y="515"/>
                </a:cubicBezTo>
                <a:lnTo>
                  <a:pt x="932" y="449"/>
                </a:lnTo>
                <a:cubicBezTo>
                  <a:pt x="953" y="486"/>
                  <a:pt x="967" y="523"/>
                  <a:pt x="976" y="561"/>
                </a:cubicBezTo>
                <a:cubicBezTo>
                  <a:pt x="985" y="598"/>
                  <a:pt x="989" y="637"/>
                  <a:pt x="989" y="676"/>
                </a:cubicBezTo>
                <a:cubicBezTo>
                  <a:pt x="989" y="810"/>
                  <a:pt x="941" y="926"/>
                  <a:pt x="843" y="1025"/>
                </a:cubicBezTo>
                <a:cubicBezTo>
                  <a:pt x="746" y="1122"/>
                  <a:pt x="630" y="1171"/>
                  <a:pt x="495" y="1171"/>
                </a:cubicBezTo>
                <a:lnTo>
                  <a:pt x="426" y="1171"/>
                </a:lnTo>
                <a:lnTo>
                  <a:pt x="549" y="1294"/>
                </a:lnTo>
                <a:lnTo>
                  <a:pt x="489" y="1354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227" name=""/>
          <p:cNvSpPr txBox="1"/>
          <p:nvPr/>
        </p:nvSpPr>
        <p:spPr>
          <a:xfrm>
            <a:off x="7781760" y="4223880"/>
            <a:ext cx="6102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確かめる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28" name=""/>
          <p:cNvSpPr txBox="1"/>
          <p:nvPr/>
        </p:nvSpPr>
        <p:spPr>
          <a:xfrm>
            <a:off x="10010520" y="3328920"/>
            <a:ext cx="418320" cy="30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650" spc="-1" strike="noStrike">
                <a:solidFill>
                  <a:srgbClr val="1a1a1a"/>
                </a:solidFill>
                <a:latin typeface="Noto Sans JP"/>
                <a:ea typeface="Noto Sans JP"/>
              </a:rPr>
              <a:t>改善</a:t>
            </a:r>
            <a:endParaRPr b="0" lang="ja-JP" sz="16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29" name=""/>
          <p:cNvSpPr txBox="1"/>
          <p:nvPr/>
        </p:nvSpPr>
        <p:spPr>
          <a:xfrm>
            <a:off x="9983160" y="3681000"/>
            <a:ext cx="51876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箇条</a:t>
            </a:r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10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30" name=""/>
          <p:cNvSpPr txBox="1"/>
          <p:nvPr/>
        </p:nvSpPr>
        <p:spPr>
          <a:xfrm>
            <a:off x="9689040" y="4004640"/>
            <a:ext cx="10674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結果を見直して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31" name=""/>
          <p:cNvSpPr/>
          <p:nvPr/>
        </p:nvSpPr>
        <p:spPr>
          <a:xfrm>
            <a:off x="10210680" y="4619520"/>
            <a:ext cx="19440" cy="571680"/>
          </a:xfrm>
          <a:custGeom>
            <a:avLst/>
            <a:gdLst/>
            <a:ahLst/>
            <a:rect l="0" t="0" r="r" b="b"/>
            <a:pathLst>
              <a:path w="54" h="1588">
                <a:moveTo>
                  <a:pt x="0" y="0"/>
                </a:moveTo>
                <a:lnTo>
                  <a:pt x="54" y="0"/>
                </a:lnTo>
                <a:lnTo>
                  <a:pt x="54" y="1588"/>
                </a:lnTo>
                <a:lnTo>
                  <a:pt x="0" y="158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232" name=""/>
          <p:cNvSpPr/>
          <p:nvPr/>
        </p:nvSpPr>
        <p:spPr>
          <a:xfrm>
            <a:off x="3819240" y="5181480"/>
            <a:ext cx="6410880" cy="19440"/>
          </a:xfrm>
          <a:custGeom>
            <a:avLst/>
            <a:gdLst/>
            <a:ahLst/>
            <a:rect l="0" t="0" r="r" b="b"/>
            <a:pathLst>
              <a:path w="17808" h="54">
                <a:moveTo>
                  <a:pt x="0" y="0"/>
                </a:moveTo>
                <a:lnTo>
                  <a:pt x="17808" y="0"/>
                </a:lnTo>
                <a:lnTo>
                  <a:pt x="17808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233" name=""/>
          <p:cNvSpPr/>
          <p:nvPr/>
        </p:nvSpPr>
        <p:spPr>
          <a:xfrm>
            <a:off x="3809880" y="4619520"/>
            <a:ext cx="19440" cy="571680"/>
          </a:xfrm>
          <a:custGeom>
            <a:avLst/>
            <a:gdLst/>
            <a:ahLst/>
            <a:rect l="0" t="0" r="r" b="b"/>
            <a:pathLst>
              <a:path w="54" h="1588">
                <a:moveTo>
                  <a:pt x="0" y="0"/>
                </a:moveTo>
                <a:lnTo>
                  <a:pt x="54" y="0"/>
                </a:lnTo>
                <a:lnTo>
                  <a:pt x="54" y="1588"/>
                </a:lnTo>
                <a:lnTo>
                  <a:pt x="0" y="158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234" name=""/>
          <p:cNvSpPr/>
          <p:nvPr/>
        </p:nvSpPr>
        <p:spPr>
          <a:xfrm>
            <a:off x="3762360" y="4619520"/>
            <a:ext cx="114480" cy="95400"/>
          </a:xfrm>
          <a:custGeom>
            <a:avLst/>
            <a:gdLst/>
            <a:ahLst/>
            <a:rect l="0" t="0" r="r" b="b"/>
            <a:pathLst>
              <a:path w="318" h="265">
                <a:moveTo>
                  <a:pt x="158" y="0"/>
                </a:moveTo>
                <a:lnTo>
                  <a:pt x="0" y="265"/>
                </a:lnTo>
                <a:lnTo>
                  <a:pt x="318" y="265"/>
                </a:lnTo>
                <a:lnTo>
                  <a:pt x="158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9839160" y="4223880"/>
            <a:ext cx="7628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計画に戻す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5691240" y="5284440"/>
            <a:ext cx="26676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見直した結果を次の計画に戻す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11497680" y="6442920"/>
            <a:ext cx="1519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4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3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4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41" name=""/>
          <p:cNvSpPr/>
          <p:nvPr/>
        </p:nvSpPr>
        <p:spPr>
          <a:xfrm>
            <a:off x="609480" y="971280"/>
            <a:ext cx="10973160" cy="38520"/>
          </a:xfrm>
          <a:custGeom>
            <a:avLst/>
            <a:gdLst/>
            <a:ahLst/>
            <a:rect l="0" t="0" r="r" b="b"/>
            <a:pathLst>
              <a:path w="30481" h="107">
                <a:moveTo>
                  <a:pt x="0" y="0"/>
                </a:moveTo>
                <a:lnTo>
                  <a:pt x="30481" y="0"/>
                </a:lnTo>
                <a:lnTo>
                  <a:pt x="3048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242" name=""/>
          <p:cNvSpPr txBox="1"/>
          <p:nvPr/>
        </p:nvSpPr>
        <p:spPr>
          <a:xfrm>
            <a:off x="609480" y="392760"/>
            <a:ext cx="3429720" cy="497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2700" spc="-1" strike="noStrike">
                <a:solidFill>
                  <a:srgbClr val="1a1a1a"/>
                </a:solidFill>
                <a:latin typeface="Noto Sans JP"/>
                <a:ea typeface="Noto Sans JP"/>
              </a:rPr>
              <a:t>段階ごとの担当と記録</a:t>
            </a:r>
            <a:endParaRPr b="0" lang="ja-JP" sz="27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43" name=""/>
          <p:cNvSpPr/>
          <p:nvPr/>
        </p:nvSpPr>
        <p:spPr>
          <a:xfrm>
            <a:off x="609480" y="1599840"/>
            <a:ext cx="10973160" cy="4800960"/>
          </a:xfrm>
          <a:custGeom>
            <a:avLst/>
            <a:gdLst/>
            <a:ahLst/>
            <a:rect l="0" t="0" r="r" b="b"/>
            <a:pathLst>
              <a:path w="30481" h="13336">
                <a:moveTo>
                  <a:pt x="0" y="13125"/>
                </a:moveTo>
                <a:lnTo>
                  <a:pt x="0" y="212"/>
                </a:lnTo>
                <a:cubicBezTo>
                  <a:pt x="0" y="198"/>
                  <a:pt x="1" y="185"/>
                  <a:pt x="4" y="171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1" y="118"/>
                  <a:pt x="28" y="106"/>
                  <a:pt x="36" y="95"/>
                </a:cubicBezTo>
                <a:cubicBezTo>
                  <a:pt x="43" y="83"/>
                  <a:pt x="52" y="72"/>
                  <a:pt x="62" y="62"/>
                </a:cubicBezTo>
                <a:cubicBezTo>
                  <a:pt x="72" y="53"/>
                  <a:pt x="82" y="44"/>
                  <a:pt x="94" y="36"/>
                </a:cubicBezTo>
                <a:cubicBezTo>
                  <a:pt x="105" y="28"/>
                  <a:pt x="118" y="22"/>
                  <a:pt x="130" y="17"/>
                </a:cubicBezTo>
                <a:cubicBezTo>
                  <a:pt x="143" y="11"/>
                  <a:pt x="157" y="7"/>
                  <a:pt x="170" y="5"/>
                </a:cubicBezTo>
                <a:cubicBezTo>
                  <a:pt x="184" y="2"/>
                  <a:pt x="198" y="0"/>
                  <a:pt x="211" y="0"/>
                </a:cubicBezTo>
                <a:lnTo>
                  <a:pt x="30269" y="0"/>
                </a:lnTo>
                <a:cubicBezTo>
                  <a:pt x="30283" y="0"/>
                  <a:pt x="30297" y="2"/>
                  <a:pt x="30310" y="5"/>
                </a:cubicBezTo>
                <a:cubicBezTo>
                  <a:pt x="30324" y="7"/>
                  <a:pt x="30337" y="11"/>
                  <a:pt x="30350" y="17"/>
                </a:cubicBezTo>
                <a:cubicBezTo>
                  <a:pt x="30363" y="22"/>
                  <a:pt x="30375" y="28"/>
                  <a:pt x="30387" y="36"/>
                </a:cubicBezTo>
                <a:cubicBezTo>
                  <a:pt x="30398" y="44"/>
                  <a:pt x="30409" y="53"/>
                  <a:pt x="30419" y="62"/>
                </a:cubicBezTo>
                <a:cubicBezTo>
                  <a:pt x="30429" y="72"/>
                  <a:pt x="30437" y="83"/>
                  <a:pt x="30445" y="95"/>
                </a:cubicBezTo>
                <a:cubicBezTo>
                  <a:pt x="30453" y="106"/>
                  <a:pt x="30459" y="118"/>
                  <a:pt x="30465" y="131"/>
                </a:cubicBezTo>
                <a:cubicBezTo>
                  <a:pt x="30470" y="144"/>
                  <a:pt x="30474" y="157"/>
                  <a:pt x="30477" y="171"/>
                </a:cubicBezTo>
                <a:cubicBezTo>
                  <a:pt x="30479" y="185"/>
                  <a:pt x="30481" y="198"/>
                  <a:pt x="30481" y="212"/>
                </a:cubicBezTo>
                <a:lnTo>
                  <a:pt x="30481" y="13125"/>
                </a:lnTo>
                <a:cubicBezTo>
                  <a:pt x="30481" y="13139"/>
                  <a:pt x="30479" y="13152"/>
                  <a:pt x="30477" y="13166"/>
                </a:cubicBezTo>
                <a:cubicBezTo>
                  <a:pt x="30474" y="13180"/>
                  <a:pt x="30470" y="13193"/>
                  <a:pt x="30465" y="13206"/>
                </a:cubicBezTo>
                <a:cubicBezTo>
                  <a:pt x="30459" y="13219"/>
                  <a:pt x="30453" y="13231"/>
                  <a:pt x="30445" y="13242"/>
                </a:cubicBezTo>
                <a:cubicBezTo>
                  <a:pt x="30437" y="13254"/>
                  <a:pt x="30429" y="13265"/>
                  <a:pt x="30419" y="13275"/>
                </a:cubicBezTo>
                <a:cubicBezTo>
                  <a:pt x="30409" y="13284"/>
                  <a:pt x="30398" y="13293"/>
                  <a:pt x="30387" y="13301"/>
                </a:cubicBezTo>
                <a:cubicBezTo>
                  <a:pt x="30375" y="13309"/>
                  <a:pt x="30363" y="13315"/>
                  <a:pt x="30350" y="13320"/>
                </a:cubicBezTo>
                <a:cubicBezTo>
                  <a:pt x="30337" y="13326"/>
                  <a:pt x="30324" y="13330"/>
                  <a:pt x="30310" y="13332"/>
                </a:cubicBezTo>
                <a:cubicBezTo>
                  <a:pt x="30297" y="13335"/>
                  <a:pt x="30283" y="13336"/>
                  <a:pt x="30269" y="13336"/>
                </a:cubicBezTo>
                <a:lnTo>
                  <a:pt x="211" y="13336"/>
                </a:lnTo>
                <a:cubicBezTo>
                  <a:pt x="198" y="13336"/>
                  <a:pt x="184" y="13335"/>
                  <a:pt x="170" y="13332"/>
                </a:cubicBezTo>
                <a:cubicBezTo>
                  <a:pt x="157" y="13330"/>
                  <a:pt x="143" y="13326"/>
                  <a:pt x="130" y="13320"/>
                </a:cubicBezTo>
                <a:cubicBezTo>
                  <a:pt x="118" y="13315"/>
                  <a:pt x="105" y="13309"/>
                  <a:pt x="94" y="13301"/>
                </a:cubicBezTo>
                <a:cubicBezTo>
                  <a:pt x="82" y="13293"/>
                  <a:pt x="72" y="13284"/>
                  <a:pt x="62" y="13275"/>
                </a:cubicBezTo>
                <a:cubicBezTo>
                  <a:pt x="52" y="13265"/>
                  <a:pt x="43" y="13254"/>
                  <a:pt x="36" y="13242"/>
                </a:cubicBezTo>
                <a:cubicBezTo>
                  <a:pt x="28" y="13231"/>
                  <a:pt x="21" y="13219"/>
                  <a:pt x="16" y="13206"/>
                </a:cubicBezTo>
                <a:cubicBezTo>
                  <a:pt x="11" y="13193"/>
                  <a:pt x="7" y="13180"/>
                  <a:pt x="4" y="13166"/>
                </a:cubicBezTo>
                <a:cubicBezTo>
                  <a:pt x="1" y="13152"/>
                  <a:pt x="0" y="13139"/>
                  <a:pt x="0" y="13125"/>
                </a:cubicBezTo>
                <a:close/>
              </a:path>
            </a:pathLst>
          </a:custGeom>
          <a:solidFill>
            <a:srgbClr val="e8f1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44" name=""/>
          <p:cNvSpPr txBox="1"/>
          <p:nvPr/>
        </p:nvSpPr>
        <p:spPr>
          <a:xfrm>
            <a:off x="609480" y="1090800"/>
            <a:ext cx="693504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計画から改善までの段階ごとに、担当と残す記録を決める</a:t>
            </a:r>
            <a:endParaRPr b="0" lang="ja-JP" sz="21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45" name=""/>
          <p:cNvSpPr/>
          <p:nvPr/>
        </p:nvSpPr>
        <p:spPr>
          <a:xfrm>
            <a:off x="1238040" y="2933640"/>
            <a:ext cx="1047960" cy="495360"/>
          </a:xfrm>
          <a:custGeom>
            <a:avLst/>
            <a:gdLst/>
            <a:ahLst/>
            <a:rect l="0" t="0" r="r" b="b"/>
            <a:pathLst>
              <a:path w="2911" h="1376">
                <a:moveTo>
                  <a:pt x="0" y="0"/>
                </a:moveTo>
                <a:lnTo>
                  <a:pt x="2911" y="0"/>
                </a:lnTo>
                <a:lnTo>
                  <a:pt x="2911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46" name=""/>
          <p:cNvSpPr/>
          <p:nvPr/>
        </p:nvSpPr>
        <p:spPr>
          <a:xfrm>
            <a:off x="2285640" y="2933640"/>
            <a:ext cx="2667600" cy="495360"/>
          </a:xfrm>
          <a:custGeom>
            <a:avLst/>
            <a:gdLst/>
            <a:ahLst/>
            <a:rect l="0" t="0" r="r" b="b"/>
            <a:pathLst>
              <a:path w="7410" h="1376">
                <a:moveTo>
                  <a:pt x="0" y="0"/>
                </a:moveTo>
                <a:lnTo>
                  <a:pt x="7410" y="0"/>
                </a:lnTo>
                <a:lnTo>
                  <a:pt x="7410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47" name=""/>
          <p:cNvSpPr/>
          <p:nvPr/>
        </p:nvSpPr>
        <p:spPr>
          <a:xfrm>
            <a:off x="4952880" y="2933640"/>
            <a:ext cx="2381400" cy="495360"/>
          </a:xfrm>
          <a:custGeom>
            <a:avLst/>
            <a:gdLst/>
            <a:ahLst/>
            <a:rect l="0" t="0" r="r" b="b"/>
            <a:pathLst>
              <a:path w="6615" h="1376">
                <a:moveTo>
                  <a:pt x="0" y="0"/>
                </a:moveTo>
                <a:lnTo>
                  <a:pt x="6615" y="0"/>
                </a:lnTo>
                <a:lnTo>
                  <a:pt x="6615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48" name=""/>
          <p:cNvSpPr/>
          <p:nvPr/>
        </p:nvSpPr>
        <p:spPr>
          <a:xfrm>
            <a:off x="7333920" y="2933640"/>
            <a:ext cx="2667600" cy="495360"/>
          </a:xfrm>
          <a:custGeom>
            <a:avLst/>
            <a:gdLst/>
            <a:ahLst/>
            <a:rect l="0" t="0" r="r" b="b"/>
            <a:pathLst>
              <a:path w="7410" h="1376">
                <a:moveTo>
                  <a:pt x="0" y="0"/>
                </a:moveTo>
                <a:lnTo>
                  <a:pt x="7410" y="0"/>
                </a:lnTo>
                <a:lnTo>
                  <a:pt x="7410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49" name=""/>
          <p:cNvSpPr/>
          <p:nvPr/>
        </p:nvSpPr>
        <p:spPr>
          <a:xfrm>
            <a:off x="10001160" y="2933640"/>
            <a:ext cx="952920" cy="495360"/>
          </a:xfrm>
          <a:custGeom>
            <a:avLst/>
            <a:gdLst/>
            <a:ahLst/>
            <a:rect l="0" t="0" r="r" b="b"/>
            <a:pathLst>
              <a:path w="2647" h="1376">
                <a:moveTo>
                  <a:pt x="0" y="0"/>
                </a:moveTo>
                <a:lnTo>
                  <a:pt x="2647" y="0"/>
                </a:lnTo>
                <a:lnTo>
                  <a:pt x="2647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50" name=""/>
          <p:cNvSpPr/>
          <p:nvPr/>
        </p:nvSpPr>
        <p:spPr>
          <a:xfrm>
            <a:off x="1238040" y="3428640"/>
            <a:ext cx="1047960" cy="505440"/>
          </a:xfrm>
          <a:custGeom>
            <a:avLst/>
            <a:gdLst/>
            <a:ahLst/>
            <a:rect l="0" t="0" r="r" b="b"/>
            <a:pathLst>
              <a:path w="2911" h="1404">
                <a:moveTo>
                  <a:pt x="0" y="0"/>
                </a:moveTo>
                <a:lnTo>
                  <a:pt x="2911" y="0"/>
                </a:lnTo>
                <a:lnTo>
                  <a:pt x="2911" y="1404"/>
                </a:lnTo>
                <a:lnTo>
                  <a:pt x="0" y="14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51" name=""/>
          <p:cNvSpPr/>
          <p:nvPr/>
        </p:nvSpPr>
        <p:spPr>
          <a:xfrm>
            <a:off x="2285640" y="3428640"/>
            <a:ext cx="2667600" cy="505440"/>
          </a:xfrm>
          <a:custGeom>
            <a:avLst/>
            <a:gdLst/>
            <a:ahLst/>
            <a:rect l="0" t="0" r="r" b="b"/>
            <a:pathLst>
              <a:path w="7410" h="1404">
                <a:moveTo>
                  <a:pt x="0" y="0"/>
                </a:moveTo>
                <a:lnTo>
                  <a:pt x="7410" y="0"/>
                </a:lnTo>
                <a:lnTo>
                  <a:pt x="7410" y="1404"/>
                </a:lnTo>
                <a:lnTo>
                  <a:pt x="0" y="14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52" name=""/>
          <p:cNvSpPr/>
          <p:nvPr/>
        </p:nvSpPr>
        <p:spPr>
          <a:xfrm>
            <a:off x="4952880" y="3428640"/>
            <a:ext cx="2381400" cy="505440"/>
          </a:xfrm>
          <a:custGeom>
            <a:avLst/>
            <a:gdLst/>
            <a:ahLst/>
            <a:rect l="0" t="0" r="r" b="b"/>
            <a:pathLst>
              <a:path w="6615" h="1404">
                <a:moveTo>
                  <a:pt x="0" y="0"/>
                </a:moveTo>
                <a:lnTo>
                  <a:pt x="6615" y="0"/>
                </a:lnTo>
                <a:lnTo>
                  <a:pt x="6615" y="1404"/>
                </a:lnTo>
                <a:lnTo>
                  <a:pt x="0" y="14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53" name=""/>
          <p:cNvSpPr/>
          <p:nvPr/>
        </p:nvSpPr>
        <p:spPr>
          <a:xfrm>
            <a:off x="7333920" y="3428640"/>
            <a:ext cx="2667600" cy="505440"/>
          </a:xfrm>
          <a:custGeom>
            <a:avLst/>
            <a:gdLst/>
            <a:ahLst/>
            <a:rect l="0" t="0" r="r" b="b"/>
            <a:pathLst>
              <a:path w="7410" h="1404">
                <a:moveTo>
                  <a:pt x="0" y="0"/>
                </a:moveTo>
                <a:lnTo>
                  <a:pt x="7410" y="0"/>
                </a:lnTo>
                <a:lnTo>
                  <a:pt x="7410" y="1404"/>
                </a:lnTo>
                <a:lnTo>
                  <a:pt x="0" y="14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54" name=""/>
          <p:cNvSpPr/>
          <p:nvPr/>
        </p:nvSpPr>
        <p:spPr>
          <a:xfrm>
            <a:off x="10001160" y="3428640"/>
            <a:ext cx="952920" cy="505440"/>
          </a:xfrm>
          <a:custGeom>
            <a:avLst/>
            <a:gdLst/>
            <a:ahLst/>
            <a:rect l="0" t="0" r="r" b="b"/>
            <a:pathLst>
              <a:path w="2647" h="1404">
                <a:moveTo>
                  <a:pt x="0" y="0"/>
                </a:moveTo>
                <a:lnTo>
                  <a:pt x="2647" y="0"/>
                </a:lnTo>
                <a:lnTo>
                  <a:pt x="2647" y="1404"/>
                </a:lnTo>
                <a:lnTo>
                  <a:pt x="0" y="14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55" name=""/>
          <p:cNvSpPr/>
          <p:nvPr/>
        </p:nvSpPr>
        <p:spPr>
          <a:xfrm>
            <a:off x="1238040" y="3933720"/>
            <a:ext cx="1047960" cy="505080"/>
          </a:xfrm>
          <a:custGeom>
            <a:avLst/>
            <a:gdLst/>
            <a:ahLst/>
            <a:rect l="0" t="0" r="r" b="b"/>
            <a:pathLst>
              <a:path w="2911" h="1403">
                <a:moveTo>
                  <a:pt x="0" y="0"/>
                </a:moveTo>
                <a:lnTo>
                  <a:pt x="2911" y="0"/>
                </a:lnTo>
                <a:lnTo>
                  <a:pt x="2911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56" name=""/>
          <p:cNvSpPr/>
          <p:nvPr/>
        </p:nvSpPr>
        <p:spPr>
          <a:xfrm>
            <a:off x="2285640" y="3933720"/>
            <a:ext cx="2667600" cy="505080"/>
          </a:xfrm>
          <a:custGeom>
            <a:avLst/>
            <a:gdLst/>
            <a:ahLst/>
            <a:rect l="0" t="0" r="r" b="b"/>
            <a:pathLst>
              <a:path w="7410" h="1403">
                <a:moveTo>
                  <a:pt x="0" y="0"/>
                </a:moveTo>
                <a:lnTo>
                  <a:pt x="7410" y="0"/>
                </a:lnTo>
                <a:lnTo>
                  <a:pt x="7410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57" name=""/>
          <p:cNvSpPr/>
          <p:nvPr/>
        </p:nvSpPr>
        <p:spPr>
          <a:xfrm>
            <a:off x="4952880" y="3933720"/>
            <a:ext cx="2381400" cy="505080"/>
          </a:xfrm>
          <a:custGeom>
            <a:avLst/>
            <a:gdLst/>
            <a:ahLst/>
            <a:rect l="0" t="0" r="r" b="b"/>
            <a:pathLst>
              <a:path w="6615" h="1403">
                <a:moveTo>
                  <a:pt x="0" y="0"/>
                </a:moveTo>
                <a:lnTo>
                  <a:pt x="6615" y="0"/>
                </a:lnTo>
                <a:lnTo>
                  <a:pt x="6615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58" name=""/>
          <p:cNvSpPr/>
          <p:nvPr/>
        </p:nvSpPr>
        <p:spPr>
          <a:xfrm>
            <a:off x="7333920" y="3933720"/>
            <a:ext cx="2667600" cy="505080"/>
          </a:xfrm>
          <a:custGeom>
            <a:avLst/>
            <a:gdLst/>
            <a:ahLst/>
            <a:rect l="0" t="0" r="r" b="b"/>
            <a:pathLst>
              <a:path w="7410" h="1403">
                <a:moveTo>
                  <a:pt x="0" y="0"/>
                </a:moveTo>
                <a:lnTo>
                  <a:pt x="7410" y="0"/>
                </a:lnTo>
                <a:lnTo>
                  <a:pt x="7410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59" name=""/>
          <p:cNvSpPr/>
          <p:nvPr/>
        </p:nvSpPr>
        <p:spPr>
          <a:xfrm>
            <a:off x="10001160" y="3933720"/>
            <a:ext cx="952920" cy="505080"/>
          </a:xfrm>
          <a:custGeom>
            <a:avLst/>
            <a:gdLst/>
            <a:ahLst/>
            <a:rect l="0" t="0" r="r" b="b"/>
            <a:pathLst>
              <a:path w="2647" h="1403">
                <a:moveTo>
                  <a:pt x="0" y="0"/>
                </a:moveTo>
                <a:lnTo>
                  <a:pt x="2647" y="0"/>
                </a:lnTo>
                <a:lnTo>
                  <a:pt x="2647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60" name=""/>
          <p:cNvSpPr/>
          <p:nvPr/>
        </p:nvSpPr>
        <p:spPr>
          <a:xfrm>
            <a:off x="1238040" y="4438440"/>
            <a:ext cx="1047960" cy="505080"/>
          </a:xfrm>
          <a:custGeom>
            <a:avLst/>
            <a:gdLst/>
            <a:ahLst/>
            <a:rect l="0" t="0" r="r" b="b"/>
            <a:pathLst>
              <a:path w="2911" h="1403">
                <a:moveTo>
                  <a:pt x="0" y="0"/>
                </a:moveTo>
                <a:lnTo>
                  <a:pt x="2911" y="0"/>
                </a:lnTo>
                <a:lnTo>
                  <a:pt x="2911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61" name=""/>
          <p:cNvSpPr/>
          <p:nvPr/>
        </p:nvSpPr>
        <p:spPr>
          <a:xfrm>
            <a:off x="2285640" y="4438440"/>
            <a:ext cx="2667600" cy="505080"/>
          </a:xfrm>
          <a:custGeom>
            <a:avLst/>
            <a:gdLst/>
            <a:ahLst/>
            <a:rect l="0" t="0" r="r" b="b"/>
            <a:pathLst>
              <a:path w="7410" h="1403">
                <a:moveTo>
                  <a:pt x="0" y="0"/>
                </a:moveTo>
                <a:lnTo>
                  <a:pt x="7410" y="0"/>
                </a:lnTo>
                <a:lnTo>
                  <a:pt x="7410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62" name=""/>
          <p:cNvSpPr/>
          <p:nvPr/>
        </p:nvSpPr>
        <p:spPr>
          <a:xfrm>
            <a:off x="4952880" y="4438440"/>
            <a:ext cx="2381400" cy="505080"/>
          </a:xfrm>
          <a:custGeom>
            <a:avLst/>
            <a:gdLst/>
            <a:ahLst/>
            <a:rect l="0" t="0" r="r" b="b"/>
            <a:pathLst>
              <a:path w="6615" h="1403">
                <a:moveTo>
                  <a:pt x="0" y="0"/>
                </a:moveTo>
                <a:lnTo>
                  <a:pt x="6615" y="0"/>
                </a:lnTo>
                <a:lnTo>
                  <a:pt x="6615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63" name=""/>
          <p:cNvSpPr/>
          <p:nvPr/>
        </p:nvSpPr>
        <p:spPr>
          <a:xfrm>
            <a:off x="7333920" y="4438440"/>
            <a:ext cx="2667600" cy="505080"/>
          </a:xfrm>
          <a:custGeom>
            <a:avLst/>
            <a:gdLst/>
            <a:ahLst/>
            <a:rect l="0" t="0" r="r" b="b"/>
            <a:pathLst>
              <a:path w="7410" h="1403">
                <a:moveTo>
                  <a:pt x="0" y="0"/>
                </a:moveTo>
                <a:lnTo>
                  <a:pt x="7410" y="0"/>
                </a:lnTo>
                <a:lnTo>
                  <a:pt x="7410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64" name=""/>
          <p:cNvSpPr/>
          <p:nvPr/>
        </p:nvSpPr>
        <p:spPr>
          <a:xfrm>
            <a:off x="10001160" y="4438440"/>
            <a:ext cx="952920" cy="505080"/>
          </a:xfrm>
          <a:custGeom>
            <a:avLst/>
            <a:gdLst/>
            <a:ahLst/>
            <a:rect l="0" t="0" r="r" b="b"/>
            <a:pathLst>
              <a:path w="2647" h="1403">
                <a:moveTo>
                  <a:pt x="0" y="0"/>
                </a:moveTo>
                <a:lnTo>
                  <a:pt x="2647" y="0"/>
                </a:lnTo>
                <a:lnTo>
                  <a:pt x="2647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65" name=""/>
          <p:cNvSpPr/>
          <p:nvPr/>
        </p:nvSpPr>
        <p:spPr>
          <a:xfrm>
            <a:off x="1238040" y="4943160"/>
            <a:ext cx="1047960" cy="505440"/>
          </a:xfrm>
          <a:custGeom>
            <a:avLst/>
            <a:gdLst/>
            <a:ahLst/>
            <a:rect l="0" t="0" r="r" b="b"/>
            <a:pathLst>
              <a:path w="2911" h="1404">
                <a:moveTo>
                  <a:pt x="0" y="0"/>
                </a:moveTo>
                <a:lnTo>
                  <a:pt x="2911" y="0"/>
                </a:lnTo>
                <a:lnTo>
                  <a:pt x="2911" y="1404"/>
                </a:lnTo>
                <a:lnTo>
                  <a:pt x="0" y="14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66" name=""/>
          <p:cNvSpPr/>
          <p:nvPr/>
        </p:nvSpPr>
        <p:spPr>
          <a:xfrm>
            <a:off x="2285640" y="4943160"/>
            <a:ext cx="2667600" cy="505440"/>
          </a:xfrm>
          <a:custGeom>
            <a:avLst/>
            <a:gdLst/>
            <a:ahLst/>
            <a:rect l="0" t="0" r="r" b="b"/>
            <a:pathLst>
              <a:path w="7410" h="1404">
                <a:moveTo>
                  <a:pt x="0" y="0"/>
                </a:moveTo>
                <a:lnTo>
                  <a:pt x="7410" y="0"/>
                </a:lnTo>
                <a:lnTo>
                  <a:pt x="7410" y="1404"/>
                </a:lnTo>
                <a:lnTo>
                  <a:pt x="0" y="14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67" name=""/>
          <p:cNvSpPr/>
          <p:nvPr/>
        </p:nvSpPr>
        <p:spPr>
          <a:xfrm>
            <a:off x="4952880" y="4943160"/>
            <a:ext cx="2381400" cy="505440"/>
          </a:xfrm>
          <a:custGeom>
            <a:avLst/>
            <a:gdLst/>
            <a:ahLst/>
            <a:rect l="0" t="0" r="r" b="b"/>
            <a:pathLst>
              <a:path w="6615" h="1404">
                <a:moveTo>
                  <a:pt x="0" y="0"/>
                </a:moveTo>
                <a:lnTo>
                  <a:pt x="6615" y="0"/>
                </a:lnTo>
                <a:lnTo>
                  <a:pt x="6615" y="1404"/>
                </a:lnTo>
                <a:lnTo>
                  <a:pt x="0" y="14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68" name=""/>
          <p:cNvSpPr/>
          <p:nvPr/>
        </p:nvSpPr>
        <p:spPr>
          <a:xfrm>
            <a:off x="7333920" y="4943160"/>
            <a:ext cx="2667600" cy="505440"/>
          </a:xfrm>
          <a:custGeom>
            <a:avLst/>
            <a:gdLst/>
            <a:ahLst/>
            <a:rect l="0" t="0" r="r" b="b"/>
            <a:pathLst>
              <a:path w="7410" h="1404">
                <a:moveTo>
                  <a:pt x="0" y="0"/>
                </a:moveTo>
                <a:lnTo>
                  <a:pt x="7410" y="0"/>
                </a:lnTo>
                <a:lnTo>
                  <a:pt x="7410" y="1404"/>
                </a:lnTo>
                <a:lnTo>
                  <a:pt x="0" y="14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69" name=""/>
          <p:cNvSpPr/>
          <p:nvPr/>
        </p:nvSpPr>
        <p:spPr>
          <a:xfrm>
            <a:off x="10001160" y="4943160"/>
            <a:ext cx="952920" cy="505440"/>
          </a:xfrm>
          <a:custGeom>
            <a:avLst/>
            <a:gdLst/>
            <a:ahLst/>
            <a:rect l="0" t="0" r="r" b="b"/>
            <a:pathLst>
              <a:path w="2647" h="1404">
                <a:moveTo>
                  <a:pt x="0" y="0"/>
                </a:moveTo>
                <a:lnTo>
                  <a:pt x="2647" y="0"/>
                </a:lnTo>
                <a:lnTo>
                  <a:pt x="2647" y="1404"/>
                </a:lnTo>
                <a:lnTo>
                  <a:pt x="0" y="14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70" name=""/>
          <p:cNvSpPr/>
          <p:nvPr/>
        </p:nvSpPr>
        <p:spPr>
          <a:xfrm>
            <a:off x="1238040" y="3419280"/>
            <a:ext cx="1047960" cy="19440"/>
          </a:xfrm>
          <a:custGeom>
            <a:avLst/>
            <a:gdLst/>
            <a:ahLst/>
            <a:rect l="0" t="0" r="r" b="b"/>
            <a:pathLst>
              <a:path w="2911" h="54">
                <a:moveTo>
                  <a:pt x="0" y="0"/>
                </a:moveTo>
                <a:lnTo>
                  <a:pt x="2911" y="0"/>
                </a:lnTo>
                <a:lnTo>
                  <a:pt x="2911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271" name=""/>
          <p:cNvSpPr/>
          <p:nvPr/>
        </p:nvSpPr>
        <p:spPr>
          <a:xfrm>
            <a:off x="2285640" y="3419280"/>
            <a:ext cx="2667600" cy="19440"/>
          </a:xfrm>
          <a:custGeom>
            <a:avLst/>
            <a:gdLst/>
            <a:ahLst/>
            <a:rect l="0" t="0" r="r" b="b"/>
            <a:pathLst>
              <a:path w="7410" h="54">
                <a:moveTo>
                  <a:pt x="0" y="0"/>
                </a:moveTo>
                <a:lnTo>
                  <a:pt x="7410" y="0"/>
                </a:lnTo>
                <a:lnTo>
                  <a:pt x="7410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272" name=""/>
          <p:cNvSpPr/>
          <p:nvPr/>
        </p:nvSpPr>
        <p:spPr>
          <a:xfrm>
            <a:off x="4952880" y="3419280"/>
            <a:ext cx="2381400" cy="19440"/>
          </a:xfrm>
          <a:custGeom>
            <a:avLst/>
            <a:gdLst/>
            <a:ahLst/>
            <a:rect l="0" t="0" r="r" b="b"/>
            <a:pathLst>
              <a:path w="6615" h="54">
                <a:moveTo>
                  <a:pt x="0" y="0"/>
                </a:moveTo>
                <a:lnTo>
                  <a:pt x="6615" y="0"/>
                </a:lnTo>
                <a:lnTo>
                  <a:pt x="6615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273" name=""/>
          <p:cNvSpPr/>
          <p:nvPr/>
        </p:nvSpPr>
        <p:spPr>
          <a:xfrm>
            <a:off x="7333920" y="3419280"/>
            <a:ext cx="2667600" cy="19440"/>
          </a:xfrm>
          <a:custGeom>
            <a:avLst/>
            <a:gdLst/>
            <a:ahLst/>
            <a:rect l="0" t="0" r="r" b="b"/>
            <a:pathLst>
              <a:path w="7410" h="54">
                <a:moveTo>
                  <a:pt x="0" y="0"/>
                </a:moveTo>
                <a:lnTo>
                  <a:pt x="7410" y="0"/>
                </a:lnTo>
                <a:lnTo>
                  <a:pt x="7410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274" name=""/>
          <p:cNvSpPr/>
          <p:nvPr/>
        </p:nvSpPr>
        <p:spPr>
          <a:xfrm>
            <a:off x="10001160" y="3419280"/>
            <a:ext cx="952920" cy="19440"/>
          </a:xfrm>
          <a:custGeom>
            <a:avLst/>
            <a:gdLst/>
            <a:ahLst/>
            <a:rect l="0" t="0" r="r" b="b"/>
            <a:pathLst>
              <a:path w="2647" h="54">
                <a:moveTo>
                  <a:pt x="0" y="0"/>
                </a:moveTo>
                <a:lnTo>
                  <a:pt x="2647" y="0"/>
                </a:lnTo>
                <a:lnTo>
                  <a:pt x="2647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275" name=""/>
          <p:cNvSpPr/>
          <p:nvPr/>
        </p:nvSpPr>
        <p:spPr>
          <a:xfrm>
            <a:off x="1238040" y="3933720"/>
            <a:ext cx="1047960" cy="9720"/>
          </a:xfrm>
          <a:custGeom>
            <a:avLst/>
            <a:gdLst/>
            <a:ahLst/>
            <a:rect l="0" t="0" r="r" b="b"/>
            <a:pathLst>
              <a:path w="2911" h="27">
                <a:moveTo>
                  <a:pt x="0" y="0"/>
                </a:moveTo>
                <a:lnTo>
                  <a:pt x="2911" y="0"/>
                </a:lnTo>
                <a:lnTo>
                  <a:pt x="291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76" name=""/>
          <p:cNvSpPr/>
          <p:nvPr/>
        </p:nvSpPr>
        <p:spPr>
          <a:xfrm>
            <a:off x="2285640" y="3933720"/>
            <a:ext cx="2667600" cy="9720"/>
          </a:xfrm>
          <a:custGeom>
            <a:avLst/>
            <a:gdLst/>
            <a:ahLst/>
            <a:rect l="0" t="0" r="r" b="b"/>
            <a:pathLst>
              <a:path w="7410" h="27">
                <a:moveTo>
                  <a:pt x="0" y="0"/>
                </a:moveTo>
                <a:lnTo>
                  <a:pt x="7410" y="0"/>
                </a:lnTo>
                <a:lnTo>
                  <a:pt x="741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77" name=""/>
          <p:cNvSpPr/>
          <p:nvPr/>
        </p:nvSpPr>
        <p:spPr>
          <a:xfrm>
            <a:off x="4952880" y="3933720"/>
            <a:ext cx="2381400" cy="9720"/>
          </a:xfrm>
          <a:custGeom>
            <a:avLst/>
            <a:gdLst/>
            <a:ahLst/>
            <a:rect l="0" t="0" r="r" b="b"/>
            <a:pathLst>
              <a:path w="6615" h="27">
                <a:moveTo>
                  <a:pt x="0" y="0"/>
                </a:moveTo>
                <a:lnTo>
                  <a:pt x="6615" y="0"/>
                </a:lnTo>
                <a:lnTo>
                  <a:pt x="661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78" name=""/>
          <p:cNvSpPr/>
          <p:nvPr/>
        </p:nvSpPr>
        <p:spPr>
          <a:xfrm>
            <a:off x="7333920" y="3933720"/>
            <a:ext cx="2667600" cy="9720"/>
          </a:xfrm>
          <a:custGeom>
            <a:avLst/>
            <a:gdLst/>
            <a:ahLst/>
            <a:rect l="0" t="0" r="r" b="b"/>
            <a:pathLst>
              <a:path w="7410" h="27">
                <a:moveTo>
                  <a:pt x="0" y="0"/>
                </a:moveTo>
                <a:lnTo>
                  <a:pt x="7410" y="0"/>
                </a:lnTo>
                <a:lnTo>
                  <a:pt x="741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79" name=""/>
          <p:cNvSpPr/>
          <p:nvPr/>
        </p:nvSpPr>
        <p:spPr>
          <a:xfrm>
            <a:off x="10001160" y="3933720"/>
            <a:ext cx="952920" cy="9720"/>
          </a:xfrm>
          <a:custGeom>
            <a:avLst/>
            <a:gdLst/>
            <a:ahLst/>
            <a:rect l="0" t="0" r="r" b="b"/>
            <a:pathLst>
              <a:path w="2647" h="27">
                <a:moveTo>
                  <a:pt x="0" y="0"/>
                </a:moveTo>
                <a:lnTo>
                  <a:pt x="2647" y="0"/>
                </a:lnTo>
                <a:lnTo>
                  <a:pt x="26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80" name=""/>
          <p:cNvSpPr/>
          <p:nvPr/>
        </p:nvSpPr>
        <p:spPr>
          <a:xfrm>
            <a:off x="1238040" y="4438440"/>
            <a:ext cx="1047960" cy="10080"/>
          </a:xfrm>
          <a:custGeom>
            <a:avLst/>
            <a:gdLst/>
            <a:ahLst/>
            <a:rect l="0" t="0" r="r" b="b"/>
            <a:pathLst>
              <a:path w="2911" h="28">
                <a:moveTo>
                  <a:pt x="0" y="0"/>
                </a:moveTo>
                <a:lnTo>
                  <a:pt x="2911" y="0"/>
                </a:lnTo>
                <a:lnTo>
                  <a:pt x="291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81" name=""/>
          <p:cNvSpPr/>
          <p:nvPr/>
        </p:nvSpPr>
        <p:spPr>
          <a:xfrm>
            <a:off x="2285640" y="4438440"/>
            <a:ext cx="2667600" cy="10080"/>
          </a:xfrm>
          <a:custGeom>
            <a:avLst/>
            <a:gdLst/>
            <a:ahLst/>
            <a:rect l="0" t="0" r="r" b="b"/>
            <a:pathLst>
              <a:path w="7410" h="28">
                <a:moveTo>
                  <a:pt x="0" y="0"/>
                </a:moveTo>
                <a:lnTo>
                  <a:pt x="7410" y="0"/>
                </a:lnTo>
                <a:lnTo>
                  <a:pt x="741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82" name=""/>
          <p:cNvSpPr/>
          <p:nvPr/>
        </p:nvSpPr>
        <p:spPr>
          <a:xfrm>
            <a:off x="4952880" y="4438440"/>
            <a:ext cx="2381400" cy="10080"/>
          </a:xfrm>
          <a:custGeom>
            <a:avLst/>
            <a:gdLst/>
            <a:ahLst/>
            <a:rect l="0" t="0" r="r" b="b"/>
            <a:pathLst>
              <a:path w="6615" h="28">
                <a:moveTo>
                  <a:pt x="0" y="0"/>
                </a:moveTo>
                <a:lnTo>
                  <a:pt x="6615" y="0"/>
                </a:lnTo>
                <a:lnTo>
                  <a:pt x="661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83" name=""/>
          <p:cNvSpPr/>
          <p:nvPr/>
        </p:nvSpPr>
        <p:spPr>
          <a:xfrm>
            <a:off x="7333920" y="4438440"/>
            <a:ext cx="2667600" cy="10080"/>
          </a:xfrm>
          <a:custGeom>
            <a:avLst/>
            <a:gdLst/>
            <a:ahLst/>
            <a:rect l="0" t="0" r="r" b="b"/>
            <a:pathLst>
              <a:path w="7410" h="28">
                <a:moveTo>
                  <a:pt x="0" y="0"/>
                </a:moveTo>
                <a:lnTo>
                  <a:pt x="7410" y="0"/>
                </a:lnTo>
                <a:lnTo>
                  <a:pt x="741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84" name=""/>
          <p:cNvSpPr/>
          <p:nvPr/>
        </p:nvSpPr>
        <p:spPr>
          <a:xfrm>
            <a:off x="10001160" y="4438440"/>
            <a:ext cx="952920" cy="10080"/>
          </a:xfrm>
          <a:custGeom>
            <a:avLst/>
            <a:gdLst/>
            <a:ahLst/>
            <a:rect l="0" t="0" r="r" b="b"/>
            <a:pathLst>
              <a:path w="2647" h="28">
                <a:moveTo>
                  <a:pt x="0" y="0"/>
                </a:moveTo>
                <a:lnTo>
                  <a:pt x="2647" y="0"/>
                </a:lnTo>
                <a:lnTo>
                  <a:pt x="26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85" name=""/>
          <p:cNvSpPr/>
          <p:nvPr/>
        </p:nvSpPr>
        <p:spPr>
          <a:xfrm>
            <a:off x="1238040" y="4943160"/>
            <a:ext cx="1047960" cy="10080"/>
          </a:xfrm>
          <a:custGeom>
            <a:avLst/>
            <a:gdLst/>
            <a:ahLst/>
            <a:rect l="0" t="0" r="r" b="b"/>
            <a:pathLst>
              <a:path w="2911" h="28">
                <a:moveTo>
                  <a:pt x="0" y="0"/>
                </a:moveTo>
                <a:lnTo>
                  <a:pt x="2911" y="0"/>
                </a:lnTo>
                <a:lnTo>
                  <a:pt x="291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86" name=""/>
          <p:cNvSpPr/>
          <p:nvPr/>
        </p:nvSpPr>
        <p:spPr>
          <a:xfrm>
            <a:off x="2285640" y="4943160"/>
            <a:ext cx="2667600" cy="10080"/>
          </a:xfrm>
          <a:custGeom>
            <a:avLst/>
            <a:gdLst/>
            <a:ahLst/>
            <a:rect l="0" t="0" r="r" b="b"/>
            <a:pathLst>
              <a:path w="7410" h="28">
                <a:moveTo>
                  <a:pt x="0" y="0"/>
                </a:moveTo>
                <a:lnTo>
                  <a:pt x="7410" y="0"/>
                </a:lnTo>
                <a:lnTo>
                  <a:pt x="741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87" name=""/>
          <p:cNvSpPr/>
          <p:nvPr/>
        </p:nvSpPr>
        <p:spPr>
          <a:xfrm>
            <a:off x="4952880" y="4943160"/>
            <a:ext cx="2381400" cy="10080"/>
          </a:xfrm>
          <a:custGeom>
            <a:avLst/>
            <a:gdLst/>
            <a:ahLst/>
            <a:rect l="0" t="0" r="r" b="b"/>
            <a:pathLst>
              <a:path w="6615" h="28">
                <a:moveTo>
                  <a:pt x="0" y="0"/>
                </a:moveTo>
                <a:lnTo>
                  <a:pt x="6615" y="0"/>
                </a:lnTo>
                <a:lnTo>
                  <a:pt x="661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88" name=""/>
          <p:cNvSpPr/>
          <p:nvPr/>
        </p:nvSpPr>
        <p:spPr>
          <a:xfrm>
            <a:off x="7333920" y="4943160"/>
            <a:ext cx="2667600" cy="10080"/>
          </a:xfrm>
          <a:custGeom>
            <a:avLst/>
            <a:gdLst/>
            <a:ahLst/>
            <a:rect l="0" t="0" r="r" b="b"/>
            <a:pathLst>
              <a:path w="7410" h="28">
                <a:moveTo>
                  <a:pt x="0" y="0"/>
                </a:moveTo>
                <a:lnTo>
                  <a:pt x="7410" y="0"/>
                </a:lnTo>
                <a:lnTo>
                  <a:pt x="741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89" name=""/>
          <p:cNvSpPr/>
          <p:nvPr/>
        </p:nvSpPr>
        <p:spPr>
          <a:xfrm>
            <a:off x="10001160" y="4943160"/>
            <a:ext cx="952920" cy="10080"/>
          </a:xfrm>
          <a:custGeom>
            <a:avLst/>
            <a:gdLst/>
            <a:ahLst/>
            <a:rect l="0" t="0" r="r" b="b"/>
            <a:pathLst>
              <a:path w="2647" h="28">
                <a:moveTo>
                  <a:pt x="0" y="0"/>
                </a:moveTo>
                <a:lnTo>
                  <a:pt x="2647" y="0"/>
                </a:lnTo>
                <a:lnTo>
                  <a:pt x="26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90" name=""/>
          <p:cNvSpPr/>
          <p:nvPr/>
        </p:nvSpPr>
        <p:spPr>
          <a:xfrm>
            <a:off x="1238040" y="5448240"/>
            <a:ext cx="1047960" cy="9720"/>
          </a:xfrm>
          <a:custGeom>
            <a:avLst/>
            <a:gdLst/>
            <a:ahLst/>
            <a:rect l="0" t="0" r="r" b="b"/>
            <a:pathLst>
              <a:path w="2911" h="27">
                <a:moveTo>
                  <a:pt x="0" y="0"/>
                </a:moveTo>
                <a:lnTo>
                  <a:pt x="2911" y="0"/>
                </a:lnTo>
                <a:lnTo>
                  <a:pt x="291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91" name=""/>
          <p:cNvSpPr/>
          <p:nvPr/>
        </p:nvSpPr>
        <p:spPr>
          <a:xfrm>
            <a:off x="2285640" y="5448240"/>
            <a:ext cx="2667600" cy="9720"/>
          </a:xfrm>
          <a:custGeom>
            <a:avLst/>
            <a:gdLst/>
            <a:ahLst/>
            <a:rect l="0" t="0" r="r" b="b"/>
            <a:pathLst>
              <a:path w="7410" h="27">
                <a:moveTo>
                  <a:pt x="0" y="0"/>
                </a:moveTo>
                <a:lnTo>
                  <a:pt x="7410" y="0"/>
                </a:lnTo>
                <a:lnTo>
                  <a:pt x="741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92" name=""/>
          <p:cNvSpPr/>
          <p:nvPr/>
        </p:nvSpPr>
        <p:spPr>
          <a:xfrm>
            <a:off x="4952880" y="5448240"/>
            <a:ext cx="2381400" cy="9720"/>
          </a:xfrm>
          <a:custGeom>
            <a:avLst/>
            <a:gdLst/>
            <a:ahLst/>
            <a:rect l="0" t="0" r="r" b="b"/>
            <a:pathLst>
              <a:path w="6615" h="27">
                <a:moveTo>
                  <a:pt x="0" y="0"/>
                </a:moveTo>
                <a:lnTo>
                  <a:pt x="6615" y="0"/>
                </a:lnTo>
                <a:lnTo>
                  <a:pt x="661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93" name=""/>
          <p:cNvSpPr/>
          <p:nvPr/>
        </p:nvSpPr>
        <p:spPr>
          <a:xfrm>
            <a:off x="7333920" y="5448240"/>
            <a:ext cx="2667600" cy="9720"/>
          </a:xfrm>
          <a:custGeom>
            <a:avLst/>
            <a:gdLst/>
            <a:ahLst/>
            <a:rect l="0" t="0" r="r" b="b"/>
            <a:pathLst>
              <a:path w="7410" h="27">
                <a:moveTo>
                  <a:pt x="0" y="0"/>
                </a:moveTo>
                <a:lnTo>
                  <a:pt x="7410" y="0"/>
                </a:lnTo>
                <a:lnTo>
                  <a:pt x="741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94" name=""/>
          <p:cNvSpPr/>
          <p:nvPr/>
        </p:nvSpPr>
        <p:spPr>
          <a:xfrm>
            <a:off x="10001160" y="5448240"/>
            <a:ext cx="952920" cy="9720"/>
          </a:xfrm>
          <a:custGeom>
            <a:avLst/>
            <a:gdLst/>
            <a:ahLst/>
            <a:rect l="0" t="0" r="r" b="b"/>
            <a:pathLst>
              <a:path w="2647" h="27">
                <a:moveTo>
                  <a:pt x="0" y="0"/>
                </a:moveTo>
                <a:lnTo>
                  <a:pt x="2647" y="0"/>
                </a:lnTo>
                <a:lnTo>
                  <a:pt x="26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95" name=""/>
          <p:cNvSpPr txBox="1"/>
          <p:nvPr/>
        </p:nvSpPr>
        <p:spPr>
          <a:xfrm>
            <a:off x="799920" y="1716120"/>
            <a:ext cx="36673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4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つの段階を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5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つの役割が担当する</a:t>
            </a:r>
            <a:endParaRPr b="0" lang="ja-JP" sz="18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96" name=""/>
          <p:cNvSpPr txBox="1"/>
          <p:nvPr/>
        </p:nvSpPr>
        <p:spPr>
          <a:xfrm>
            <a:off x="1352520" y="3049200"/>
            <a:ext cx="3420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段階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97" name=""/>
          <p:cNvSpPr txBox="1"/>
          <p:nvPr/>
        </p:nvSpPr>
        <p:spPr>
          <a:xfrm>
            <a:off x="2400120" y="3049200"/>
            <a:ext cx="6836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やること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98" name=""/>
          <p:cNvSpPr txBox="1"/>
          <p:nvPr/>
        </p:nvSpPr>
        <p:spPr>
          <a:xfrm>
            <a:off x="5067360" y="3049200"/>
            <a:ext cx="3420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担当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299" name=""/>
          <p:cNvSpPr txBox="1"/>
          <p:nvPr/>
        </p:nvSpPr>
        <p:spPr>
          <a:xfrm>
            <a:off x="7448400" y="3049200"/>
            <a:ext cx="6836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残す記録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00" name=""/>
          <p:cNvSpPr/>
          <p:nvPr/>
        </p:nvSpPr>
        <p:spPr>
          <a:xfrm>
            <a:off x="1396800" y="3597120"/>
            <a:ext cx="200520" cy="178200"/>
          </a:xfrm>
          <a:custGeom>
            <a:avLst/>
            <a:gdLst/>
            <a:ahLst/>
            <a:rect l="0" t="0" r="r" b="b"/>
            <a:pathLst>
              <a:path w="557" h="495">
                <a:moveTo>
                  <a:pt x="0" y="302"/>
                </a:moveTo>
                <a:lnTo>
                  <a:pt x="0" y="256"/>
                </a:lnTo>
                <a:lnTo>
                  <a:pt x="232" y="256"/>
                </a:lnTo>
                <a:lnTo>
                  <a:pt x="232" y="302"/>
                </a:lnTo>
                <a:lnTo>
                  <a:pt x="0" y="302"/>
                </a:lnTo>
                <a:moveTo>
                  <a:pt x="0" y="175"/>
                </a:moveTo>
                <a:lnTo>
                  <a:pt x="0" y="128"/>
                </a:lnTo>
                <a:lnTo>
                  <a:pt x="364" y="128"/>
                </a:lnTo>
                <a:lnTo>
                  <a:pt x="364" y="175"/>
                </a:lnTo>
                <a:lnTo>
                  <a:pt x="0" y="175"/>
                </a:lnTo>
                <a:moveTo>
                  <a:pt x="0" y="46"/>
                </a:moveTo>
                <a:lnTo>
                  <a:pt x="0" y="0"/>
                </a:lnTo>
                <a:lnTo>
                  <a:pt x="364" y="0"/>
                </a:lnTo>
                <a:lnTo>
                  <a:pt x="364" y="46"/>
                </a:lnTo>
                <a:lnTo>
                  <a:pt x="0" y="46"/>
                </a:lnTo>
                <a:moveTo>
                  <a:pt x="278" y="495"/>
                </a:moveTo>
                <a:lnTo>
                  <a:pt x="278" y="400"/>
                </a:lnTo>
                <a:lnTo>
                  <a:pt x="449" y="230"/>
                </a:lnTo>
                <a:cubicBezTo>
                  <a:pt x="454" y="225"/>
                  <a:pt x="459" y="222"/>
                  <a:pt x="465" y="220"/>
                </a:cubicBezTo>
                <a:cubicBezTo>
                  <a:pt x="471" y="218"/>
                  <a:pt x="476" y="217"/>
                  <a:pt x="482" y="217"/>
                </a:cubicBezTo>
                <a:cubicBezTo>
                  <a:pt x="488" y="217"/>
                  <a:pt x="494" y="218"/>
                  <a:pt x="500" y="220"/>
                </a:cubicBezTo>
                <a:cubicBezTo>
                  <a:pt x="505" y="223"/>
                  <a:pt x="510" y="226"/>
                  <a:pt x="515" y="231"/>
                </a:cubicBezTo>
                <a:lnTo>
                  <a:pt x="544" y="259"/>
                </a:lnTo>
                <a:cubicBezTo>
                  <a:pt x="548" y="264"/>
                  <a:pt x="552" y="269"/>
                  <a:pt x="554" y="275"/>
                </a:cubicBezTo>
                <a:cubicBezTo>
                  <a:pt x="556" y="281"/>
                  <a:pt x="557" y="286"/>
                  <a:pt x="557" y="292"/>
                </a:cubicBezTo>
                <a:cubicBezTo>
                  <a:pt x="557" y="298"/>
                  <a:pt x="556" y="303"/>
                  <a:pt x="553" y="309"/>
                </a:cubicBezTo>
                <a:cubicBezTo>
                  <a:pt x="551" y="315"/>
                  <a:pt x="547" y="320"/>
                  <a:pt x="543" y="325"/>
                </a:cubicBezTo>
                <a:lnTo>
                  <a:pt x="374" y="495"/>
                </a:lnTo>
                <a:lnTo>
                  <a:pt x="278" y="495"/>
                </a:lnTo>
                <a:moveTo>
                  <a:pt x="510" y="292"/>
                </a:moveTo>
                <a:lnTo>
                  <a:pt x="482" y="263"/>
                </a:lnTo>
                <a:lnTo>
                  <a:pt x="510" y="292"/>
                </a:lnTo>
                <a:moveTo>
                  <a:pt x="325" y="449"/>
                </a:moveTo>
                <a:lnTo>
                  <a:pt x="354" y="449"/>
                </a:lnTo>
                <a:lnTo>
                  <a:pt x="448" y="354"/>
                </a:lnTo>
                <a:lnTo>
                  <a:pt x="434" y="340"/>
                </a:lnTo>
                <a:lnTo>
                  <a:pt x="419" y="326"/>
                </a:lnTo>
                <a:lnTo>
                  <a:pt x="325" y="419"/>
                </a:lnTo>
                <a:lnTo>
                  <a:pt x="325" y="449"/>
                </a:lnTo>
                <a:moveTo>
                  <a:pt x="434" y="340"/>
                </a:moveTo>
                <a:lnTo>
                  <a:pt x="419" y="326"/>
                </a:lnTo>
                <a:lnTo>
                  <a:pt x="448" y="354"/>
                </a:lnTo>
                <a:lnTo>
                  <a:pt x="434" y="34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301" name=""/>
          <p:cNvSpPr txBox="1"/>
          <p:nvPr/>
        </p:nvSpPr>
        <p:spPr>
          <a:xfrm>
            <a:off x="10115640" y="3049200"/>
            <a:ext cx="3420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箇条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02" name=""/>
          <p:cNvSpPr txBox="1"/>
          <p:nvPr/>
        </p:nvSpPr>
        <p:spPr>
          <a:xfrm>
            <a:off x="1695600" y="3563640"/>
            <a:ext cx="3420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計画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2400120" y="3553920"/>
            <a:ext cx="15368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リスク対応を決める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04" name=""/>
          <p:cNvSpPr txBox="1"/>
          <p:nvPr/>
        </p:nvSpPr>
        <p:spPr>
          <a:xfrm>
            <a:off x="5067360" y="3553920"/>
            <a:ext cx="187812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情報セキュリティ責任者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05" name=""/>
          <p:cNvSpPr txBox="1"/>
          <p:nvPr/>
        </p:nvSpPr>
        <p:spPr>
          <a:xfrm>
            <a:off x="7448400" y="3553920"/>
            <a:ext cx="22197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リスク対応計画、適用宣言書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06" name=""/>
          <p:cNvSpPr/>
          <p:nvPr/>
        </p:nvSpPr>
        <p:spPr>
          <a:xfrm>
            <a:off x="1374480" y="4079520"/>
            <a:ext cx="222840" cy="222840"/>
          </a:xfrm>
          <a:custGeom>
            <a:avLst/>
            <a:gdLst/>
            <a:ahLst/>
            <a:rect l="0" t="0" r="r" b="b"/>
            <a:pathLst>
              <a:path w="619" h="619">
                <a:moveTo>
                  <a:pt x="235" y="441"/>
                </a:moveTo>
                <a:lnTo>
                  <a:pt x="441" y="310"/>
                </a:lnTo>
                <a:lnTo>
                  <a:pt x="235" y="179"/>
                </a:lnTo>
                <a:lnTo>
                  <a:pt x="235" y="441"/>
                </a:lnTo>
                <a:moveTo>
                  <a:pt x="310" y="619"/>
                </a:moveTo>
                <a:cubicBezTo>
                  <a:pt x="268" y="619"/>
                  <a:pt x="228" y="611"/>
                  <a:pt x="189" y="595"/>
                </a:cubicBezTo>
                <a:cubicBezTo>
                  <a:pt x="152" y="578"/>
                  <a:pt x="119" y="556"/>
                  <a:pt x="91" y="528"/>
                </a:cubicBezTo>
                <a:cubicBezTo>
                  <a:pt x="63" y="500"/>
                  <a:pt x="41" y="467"/>
                  <a:pt x="25" y="430"/>
                </a:cubicBezTo>
                <a:cubicBezTo>
                  <a:pt x="8" y="392"/>
                  <a:pt x="0" y="352"/>
                  <a:pt x="0" y="310"/>
                </a:cubicBezTo>
                <a:cubicBezTo>
                  <a:pt x="0" y="267"/>
                  <a:pt x="8" y="227"/>
                  <a:pt x="25" y="190"/>
                </a:cubicBezTo>
                <a:cubicBezTo>
                  <a:pt x="41" y="152"/>
                  <a:pt x="63" y="120"/>
                  <a:pt x="91" y="92"/>
                </a:cubicBezTo>
                <a:cubicBezTo>
                  <a:pt x="119" y="63"/>
                  <a:pt x="152" y="41"/>
                  <a:pt x="189" y="25"/>
                </a:cubicBezTo>
                <a:cubicBezTo>
                  <a:pt x="228" y="9"/>
                  <a:pt x="268" y="0"/>
                  <a:pt x="310" y="0"/>
                </a:cubicBezTo>
                <a:cubicBezTo>
                  <a:pt x="353" y="0"/>
                  <a:pt x="393" y="9"/>
                  <a:pt x="430" y="25"/>
                </a:cubicBezTo>
                <a:cubicBezTo>
                  <a:pt x="468" y="41"/>
                  <a:pt x="501" y="63"/>
                  <a:pt x="528" y="92"/>
                </a:cubicBezTo>
                <a:cubicBezTo>
                  <a:pt x="556" y="120"/>
                  <a:pt x="578" y="152"/>
                  <a:pt x="594" y="190"/>
                </a:cubicBezTo>
                <a:cubicBezTo>
                  <a:pt x="611" y="227"/>
                  <a:pt x="619" y="267"/>
                  <a:pt x="619" y="310"/>
                </a:cubicBezTo>
                <a:cubicBezTo>
                  <a:pt x="619" y="352"/>
                  <a:pt x="611" y="392"/>
                  <a:pt x="594" y="430"/>
                </a:cubicBezTo>
                <a:cubicBezTo>
                  <a:pt x="578" y="467"/>
                  <a:pt x="556" y="500"/>
                  <a:pt x="528" y="528"/>
                </a:cubicBezTo>
                <a:cubicBezTo>
                  <a:pt x="501" y="556"/>
                  <a:pt x="468" y="578"/>
                  <a:pt x="430" y="595"/>
                </a:cubicBezTo>
                <a:cubicBezTo>
                  <a:pt x="393" y="611"/>
                  <a:pt x="353" y="619"/>
                  <a:pt x="310" y="619"/>
                </a:cubicBezTo>
                <a:moveTo>
                  <a:pt x="310" y="573"/>
                </a:moveTo>
                <a:cubicBezTo>
                  <a:pt x="383" y="573"/>
                  <a:pt x="445" y="547"/>
                  <a:pt x="496" y="496"/>
                </a:cubicBezTo>
                <a:cubicBezTo>
                  <a:pt x="547" y="445"/>
                  <a:pt x="572" y="383"/>
                  <a:pt x="572" y="310"/>
                </a:cubicBezTo>
                <a:cubicBezTo>
                  <a:pt x="572" y="237"/>
                  <a:pt x="547" y="175"/>
                  <a:pt x="496" y="124"/>
                </a:cubicBezTo>
                <a:cubicBezTo>
                  <a:pt x="445" y="72"/>
                  <a:pt x="383" y="47"/>
                  <a:pt x="310" y="47"/>
                </a:cubicBezTo>
                <a:cubicBezTo>
                  <a:pt x="237" y="47"/>
                  <a:pt x="175" y="72"/>
                  <a:pt x="123" y="124"/>
                </a:cubicBezTo>
                <a:cubicBezTo>
                  <a:pt x="72" y="175"/>
                  <a:pt x="47" y="237"/>
                  <a:pt x="47" y="310"/>
                </a:cubicBezTo>
                <a:cubicBezTo>
                  <a:pt x="47" y="383"/>
                  <a:pt x="72" y="445"/>
                  <a:pt x="123" y="496"/>
                </a:cubicBezTo>
                <a:cubicBezTo>
                  <a:pt x="175" y="547"/>
                  <a:pt x="237" y="573"/>
                  <a:pt x="310" y="573"/>
                </a:cubicBezTo>
                <a:moveTo>
                  <a:pt x="310" y="310"/>
                </a:moveTo>
                <a:lnTo>
                  <a:pt x="310" y="31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307" name=""/>
          <p:cNvSpPr txBox="1"/>
          <p:nvPr/>
        </p:nvSpPr>
        <p:spPr>
          <a:xfrm>
            <a:off x="10115640" y="3553920"/>
            <a:ext cx="1710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6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08" name=""/>
          <p:cNvSpPr txBox="1"/>
          <p:nvPr/>
        </p:nvSpPr>
        <p:spPr>
          <a:xfrm>
            <a:off x="1695600" y="4068360"/>
            <a:ext cx="3420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運用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09" name=""/>
          <p:cNvSpPr txBox="1"/>
          <p:nvPr/>
        </p:nvSpPr>
        <p:spPr>
          <a:xfrm>
            <a:off x="2400120" y="4058640"/>
            <a:ext cx="168048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3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つの場面で実行する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10" name=""/>
          <p:cNvSpPr txBox="1"/>
          <p:nvPr/>
        </p:nvSpPr>
        <p:spPr>
          <a:xfrm>
            <a:off x="5067360" y="4058640"/>
            <a:ext cx="15368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利用者、基盤の担当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11" name=""/>
          <p:cNvSpPr txBox="1"/>
          <p:nvPr/>
        </p:nvSpPr>
        <p:spPr>
          <a:xfrm>
            <a:off x="7448400" y="4058640"/>
            <a:ext cx="187812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申請、点検、事故の報告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12" name=""/>
          <p:cNvSpPr/>
          <p:nvPr/>
        </p:nvSpPr>
        <p:spPr>
          <a:xfrm>
            <a:off x="1372320" y="4595760"/>
            <a:ext cx="227160" cy="200160"/>
          </a:xfrm>
          <a:custGeom>
            <a:avLst/>
            <a:gdLst/>
            <a:ahLst/>
            <a:rect l="0" t="0" r="r" b="b"/>
            <a:pathLst>
              <a:path w="631" h="556">
                <a:moveTo>
                  <a:pt x="46" y="556"/>
                </a:moveTo>
                <a:cubicBezTo>
                  <a:pt x="34" y="556"/>
                  <a:pt x="23" y="552"/>
                  <a:pt x="14" y="542"/>
                </a:cubicBezTo>
                <a:cubicBezTo>
                  <a:pt x="5" y="533"/>
                  <a:pt x="0" y="522"/>
                  <a:pt x="0" y="510"/>
                </a:cubicBezTo>
                <a:lnTo>
                  <a:pt x="0" y="46"/>
                </a:lnTo>
                <a:cubicBezTo>
                  <a:pt x="0" y="34"/>
                  <a:pt x="5" y="23"/>
                  <a:pt x="14" y="14"/>
                </a:cubicBezTo>
                <a:cubicBezTo>
                  <a:pt x="23" y="4"/>
                  <a:pt x="34" y="0"/>
                  <a:pt x="46" y="0"/>
                </a:cubicBezTo>
                <a:lnTo>
                  <a:pt x="585" y="0"/>
                </a:lnTo>
                <a:cubicBezTo>
                  <a:pt x="597" y="0"/>
                  <a:pt x="608" y="4"/>
                  <a:pt x="617" y="14"/>
                </a:cubicBezTo>
                <a:cubicBezTo>
                  <a:pt x="626" y="23"/>
                  <a:pt x="631" y="34"/>
                  <a:pt x="631" y="46"/>
                </a:cubicBezTo>
                <a:lnTo>
                  <a:pt x="631" y="510"/>
                </a:lnTo>
                <a:cubicBezTo>
                  <a:pt x="631" y="522"/>
                  <a:pt x="626" y="533"/>
                  <a:pt x="617" y="542"/>
                </a:cubicBezTo>
                <a:cubicBezTo>
                  <a:pt x="608" y="552"/>
                  <a:pt x="597" y="556"/>
                  <a:pt x="585" y="556"/>
                </a:cubicBezTo>
                <a:lnTo>
                  <a:pt x="46" y="556"/>
                </a:lnTo>
                <a:moveTo>
                  <a:pt x="46" y="510"/>
                </a:moveTo>
                <a:lnTo>
                  <a:pt x="585" y="510"/>
                </a:lnTo>
                <a:lnTo>
                  <a:pt x="585" y="46"/>
                </a:lnTo>
                <a:lnTo>
                  <a:pt x="46" y="46"/>
                </a:lnTo>
                <a:lnTo>
                  <a:pt x="46" y="510"/>
                </a:lnTo>
                <a:moveTo>
                  <a:pt x="99" y="433"/>
                </a:moveTo>
                <a:lnTo>
                  <a:pt x="253" y="433"/>
                </a:lnTo>
                <a:lnTo>
                  <a:pt x="253" y="371"/>
                </a:lnTo>
                <a:lnTo>
                  <a:pt x="99" y="371"/>
                </a:lnTo>
                <a:lnTo>
                  <a:pt x="99" y="433"/>
                </a:lnTo>
                <a:moveTo>
                  <a:pt x="395" y="371"/>
                </a:moveTo>
                <a:lnTo>
                  <a:pt x="548" y="217"/>
                </a:lnTo>
                <a:lnTo>
                  <a:pt x="504" y="173"/>
                </a:lnTo>
                <a:lnTo>
                  <a:pt x="395" y="284"/>
                </a:lnTo>
                <a:lnTo>
                  <a:pt x="351" y="239"/>
                </a:lnTo>
                <a:lnTo>
                  <a:pt x="308" y="284"/>
                </a:lnTo>
                <a:lnTo>
                  <a:pt x="395" y="371"/>
                </a:lnTo>
                <a:moveTo>
                  <a:pt x="99" y="309"/>
                </a:moveTo>
                <a:lnTo>
                  <a:pt x="253" y="309"/>
                </a:lnTo>
                <a:lnTo>
                  <a:pt x="253" y="247"/>
                </a:lnTo>
                <a:lnTo>
                  <a:pt x="99" y="247"/>
                </a:lnTo>
                <a:lnTo>
                  <a:pt x="99" y="309"/>
                </a:lnTo>
                <a:moveTo>
                  <a:pt x="99" y="185"/>
                </a:moveTo>
                <a:lnTo>
                  <a:pt x="253" y="185"/>
                </a:lnTo>
                <a:lnTo>
                  <a:pt x="253" y="123"/>
                </a:lnTo>
                <a:lnTo>
                  <a:pt x="99" y="123"/>
                </a:lnTo>
                <a:lnTo>
                  <a:pt x="99" y="185"/>
                </a:lnTo>
                <a:moveTo>
                  <a:pt x="46" y="510"/>
                </a:moveTo>
                <a:lnTo>
                  <a:pt x="46" y="46"/>
                </a:lnTo>
                <a:lnTo>
                  <a:pt x="46" y="51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313" name=""/>
          <p:cNvSpPr txBox="1"/>
          <p:nvPr/>
        </p:nvSpPr>
        <p:spPr>
          <a:xfrm>
            <a:off x="10115640" y="4058640"/>
            <a:ext cx="1710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8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14" name=""/>
          <p:cNvSpPr txBox="1"/>
          <p:nvPr/>
        </p:nvSpPr>
        <p:spPr>
          <a:xfrm>
            <a:off x="1695600" y="4573080"/>
            <a:ext cx="3420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評価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15" name=""/>
          <p:cNvSpPr txBox="1"/>
          <p:nvPr/>
        </p:nvSpPr>
        <p:spPr>
          <a:xfrm>
            <a:off x="2400120" y="4563720"/>
            <a:ext cx="204912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記録と内部監査で確かめる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16" name=""/>
          <p:cNvSpPr txBox="1"/>
          <p:nvPr/>
        </p:nvSpPr>
        <p:spPr>
          <a:xfrm>
            <a:off x="5067360" y="4563720"/>
            <a:ext cx="11955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内部監査の担当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17" name=""/>
          <p:cNvSpPr txBox="1"/>
          <p:nvPr/>
        </p:nvSpPr>
        <p:spPr>
          <a:xfrm>
            <a:off x="7448400" y="4563720"/>
            <a:ext cx="11955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内部監査の報告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18" name=""/>
          <p:cNvSpPr/>
          <p:nvPr/>
        </p:nvSpPr>
        <p:spPr>
          <a:xfrm>
            <a:off x="1396800" y="5079240"/>
            <a:ext cx="178200" cy="243720"/>
          </a:xfrm>
          <a:custGeom>
            <a:avLst/>
            <a:gdLst/>
            <a:ahLst/>
            <a:rect l="0" t="0" r="r" b="b"/>
            <a:pathLst>
              <a:path w="495" h="677">
                <a:moveTo>
                  <a:pt x="28" y="453"/>
                </a:moveTo>
                <a:cubicBezTo>
                  <a:pt x="18" y="434"/>
                  <a:pt x="10" y="415"/>
                  <a:pt x="6" y="396"/>
                </a:cubicBezTo>
                <a:cubicBezTo>
                  <a:pt x="2" y="377"/>
                  <a:pt x="0" y="358"/>
                  <a:pt x="0" y="338"/>
                </a:cubicBezTo>
                <a:cubicBezTo>
                  <a:pt x="0" y="271"/>
                  <a:pt x="24" y="213"/>
                  <a:pt x="73" y="164"/>
                </a:cubicBezTo>
                <a:cubicBezTo>
                  <a:pt x="122" y="116"/>
                  <a:pt x="180" y="91"/>
                  <a:pt x="247" y="91"/>
                </a:cubicBezTo>
                <a:lnTo>
                  <a:pt x="280" y="91"/>
                </a:lnTo>
                <a:lnTo>
                  <a:pt x="218" y="30"/>
                </a:lnTo>
                <a:lnTo>
                  <a:pt x="249" y="0"/>
                </a:lnTo>
                <a:lnTo>
                  <a:pt x="365" y="114"/>
                </a:lnTo>
                <a:lnTo>
                  <a:pt x="249" y="229"/>
                </a:lnTo>
                <a:lnTo>
                  <a:pt x="218" y="199"/>
                </a:lnTo>
                <a:lnTo>
                  <a:pt x="279" y="138"/>
                </a:lnTo>
                <a:lnTo>
                  <a:pt x="247" y="138"/>
                </a:lnTo>
                <a:cubicBezTo>
                  <a:pt x="192" y="138"/>
                  <a:pt x="145" y="157"/>
                  <a:pt x="105" y="197"/>
                </a:cubicBezTo>
                <a:cubicBezTo>
                  <a:pt x="66" y="236"/>
                  <a:pt x="46" y="283"/>
                  <a:pt x="46" y="338"/>
                </a:cubicBezTo>
                <a:cubicBezTo>
                  <a:pt x="46" y="353"/>
                  <a:pt x="48" y="367"/>
                  <a:pt x="51" y="381"/>
                </a:cubicBezTo>
                <a:cubicBezTo>
                  <a:pt x="53" y="394"/>
                  <a:pt x="57" y="407"/>
                  <a:pt x="61" y="419"/>
                </a:cubicBezTo>
                <a:lnTo>
                  <a:pt x="28" y="453"/>
                </a:lnTo>
                <a:moveTo>
                  <a:pt x="244" y="677"/>
                </a:moveTo>
                <a:lnTo>
                  <a:pt x="129" y="562"/>
                </a:lnTo>
                <a:lnTo>
                  <a:pt x="244" y="447"/>
                </a:lnTo>
                <a:lnTo>
                  <a:pt x="274" y="477"/>
                </a:lnTo>
                <a:lnTo>
                  <a:pt x="212" y="539"/>
                </a:lnTo>
                <a:lnTo>
                  <a:pt x="247" y="539"/>
                </a:lnTo>
                <a:cubicBezTo>
                  <a:pt x="302" y="539"/>
                  <a:pt x="350" y="519"/>
                  <a:pt x="390" y="480"/>
                </a:cubicBezTo>
                <a:cubicBezTo>
                  <a:pt x="429" y="441"/>
                  <a:pt x="449" y="393"/>
                  <a:pt x="449" y="338"/>
                </a:cubicBezTo>
                <a:cubicBezTo>
                  <a:pt x="449" y="323"/>
                  <a:pt x="447" y="308"/>
                  <a:pt x="445" y="295"/>
                </a:cubicBezTo>
                <a:cubicBezTo>
                  <a:pt x="442" y="282"/>
                  <a:pt x="438" y="269"/>
                  <a:pt x="433" y="257"/>
                </a:cubicBezTo>
                <a:lnTo>
                  <a:pt x="466" y="224"/>
                </a:lnTo>
                <a:cubicBezTo>
                  <a:pt x="477" y="243"/>
                  <a:pt x="484" y="261"/>
                  <a:pt x="488" y="280"/>
                </a:cubicBezTo>
                <a:cubicBezTo>
                  <a:pt x="493" y="299"/>
                  <a:pt x="495" y="318"/>
                  <a:pt x="495" y="338"/>
                </a:cubicBezTo>
                <a:cubicBezTo>
                  <a:pt x="495" y="405"/>
                  <a:pt x="471" y="464"/>
                  <a:pt x="422" y="513"/>
                </a:cubicBezTo>
                <a:cubicBezTo>
                  <a:pt x="373" y="561"/>
                  <a:pt x="315" y="585"/>
                  <a:pt x="247" y="585"/>
                </a:cubicBezTo>
                <a:lnTo>
                  <a:pt x="212" y="585"/>
                </a:lnTo>
                <a:lnTo>
                  <a:pt x="274" y="647"/>
                </a:lnTo>
                <a:lnTo>
                  <a:pt x="244" y="677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319" name=""/>
          <p:cNvSpPr txBox="1"/>
          <p:nvPr/>
        </p:nvSpPr>
        <p:spPr>
          <a:xfrm>
            <a:off x="10115640" y="4563720"/>
            <a:ext cx="1710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9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20" name=""/>
          <p:cNvSpPr txBox="1"/>
          <p:nvPr/>
        </p:nvSpPr>
        <p:spPr>
          <a:xfrm>
            <a:off x="1695600" y="5077800"/>
            <a:ext cx="3420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改善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21" name=""/>
          <p:cNvSpPr txBox="1"/>
          <p:nvPr/>
        </p:nvSpPr>
        <p:spPr>
          <a:xfrm>
            <a:off x="2400120" y="5068440"/>
            <a:ext cx="204912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結果を見直して計画に戻す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22" name=""/>
          <p:cNvSpPr txBox="1"/>
          <p:nvPr/>
        </p:nvSpPr>
        <p:spPr>
          <a:xfrm>
            <a:off x="5067360" y="5068440"/>
            <a:ext cx="5126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経営層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23" name=""/>
          <p:cNvSpPr txBox="1"/>
          <p:nvPr/>
        </p:nvSpPr>
        <p:spPr>
          <a:xfrm>
            <a:off x="7448400" y="5068440"/>
            <a:ext cx="22197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マネジメントレビューの記録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24" name=""/>
          <p:cNvSpPr txBox="1"/>
          <p:nvPr/>
        </p:nvSpPr>
        <p:spPr>
          <a:xfrm>
            <a:off x="10115640" y="5068440"/>
            <a:ext cx="18972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10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25" name=""/>
          <p:cNvSpPr txBox="1"/>
          <p:nvPr/>
        </p:nvSpPr>
        <p:spPr>
          <a:xfrm>
            <a:off x="8497800" y="556560"/>
            <a:ext cx="29329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200" spc="-1" strike="noStrike">
                <a:solidFill>
                  <a:srgbClr val="0017c1"/>
                </a:solidFill>
                <a:latin typeface="Noto Sans JP"/>
                <a:ea typeface="Noto Sans JP"/>
              </a:rPr>
              <a:t>全体</a:t>
            </a:r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 ∕ 計画 ∕ 運用 ∕ 評価 ∕ 改善 ∕ 承認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26" name=""/>
          <p:cNvSpPr txBox="1"/>
          <p:nvPr/>
        </p:nvSpPr>
        <p:spPr>
          <a:xfrm>
            <a:off x="11497680" y="6442920"/>
            <a:ext cx="1519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5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2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2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30" name=""/>
          <p:cNvSpPr/>
          <p:nvPr/>
        </p:nvSpPr>
        <p:spPr>
          <a:xfrm>
            <a:off x="609480" y="971280"/>
            <a:ext cx="10973160" cy="38520"/>
          </a:xfrm>
          <a:custGeom>
            <a:avLst/>
            <a:gdLst/>
            <a:ahLst/>
            <a:rect l="0" t="0" r="r" b="b"/>
            <a:pathLst>
              <a:path w="30481" h="107">
                <a:moveTo>
                  <a:pt x="0" y="0"/>
                </a:moveTo>
                <a:lnTo>
                  <a:pt x="30481" y="0"/>
                </a:lnTo>
                <a:lnTo>
                  <a:pt x="3048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331" name=""/>
          <p:cNvSpPr txBox="1"/>
          <p:nvPr/>
        </p:nvSpPr>
        <p:spPr>
          <a:xfrm>
            <a:off x="609480" y="392760"/>
            <a:ext cx="2743920" cy="497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2700" spc="-1" strike="noStrike">
                <a:solidFill>
                  <a:srgbClr val="1a1a1a"/>
                </a:solidFill>
                <a:latin typeface="Noto Sans JP"/>
                <a:ea typeface="Noto Sans JP"/>
              </a:rPr>
              <a:t>リスク対応の選択</a:t>
            </a:r>
            <a:endParaRPr b="0" lang="ja-JP" sz="27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32" name=""/>
          <p:cNvSpPr/>
          <p:nvPr/>
        </p:nvSpPr>
        <p:spPr>
          <a:xfrm>
            <a:off x="609480" y="1599840"/>
            <a:ext cx="10973160" cy="4800960"/>
          </a:xfrm>
          <a:custGeom>
            <a:avLst/>
            <a:gdLst/>
            <a:ahLst/>
            <a:rect l="0" t="0" r="r" b="b"/>
            <a:pathLst>
              <a:path w="30481" h="13336">
                <a:moveTo>
                  <a:pt x="0" y="13125"/>
                </a:moveTo>
                <a:lnTo>
                  <a:pt x="0" y="212"/>
                </a:lnTo>
                <a:cubicBezTo>
                  <a:pt x="0" y="198"/>
                  <a:pt x="1" y="185"/>
                  <a:pt x="4" y="171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1" y="118"/>
                  <a:pt x="28" y="106"/>
                  <a:pt x="36" y="95"/>
                </a:cubicBezTo>
                <a:cubicBezTo>
                  <a:pt x="43" y="83"/>
                  <a:pt x="52" y="72"/>
                  <a:pt x="62" y="62"/>
                </a:cubicBezTo>
                <a:cubicBezTo>
                  <a:pt x="72" y="53"/>
                  <a:pt x="82" y="44"/>
                  <a:pt x="94" y="36"/>
                </a:cubicBezTo>
                <a:cubicBezTo>
                  <a:pt x="105" y="28"/>
                  <a:pt x="118" y="22"/>
                  <a:pt x="130" y="17"/>
                </a:cubicBezTo>
                <a:cubicBezTo>
                  <a:pt x="143" y="11"/>
                  <a:pt x="157" y="7"/>
                  <a:pt x="170" y="5"/>
                </a:cubicBezTo>
                <a:cubicBezTo>
                  <a:pt x="184" y="2"/>
                  <a:pt x="198" y="0"/>
                  <a:pt x="211" y="0"/>
                </a:cubicBezTo>
                <a:lnTo>
                  <a:pt x="30269" y="0"/>
                </a:lnTo>
                <a:cubicBezTo>
                  <a:pt x="30283" y="0"/>
                  <a:pt x="30297" y="2"/>
                  <a:pt x="30310" y="5"/>
                </a:cubicBezTo>
                <a:cubicBezTo>
                  <a:pt x="30324" y="7"/>
                  <a:pt x="30337" y="11"/>
                  <a:pt x="30350" y="17"/>
                </a:cubicBezTo>
                <a:cubicBezTo>
                  <a:pt x="30363" y="22"/>
                  <a:pt x="30375" y="28"/>
                  <a:pt x="30387" y="36"/>
                </a:cubicBezTo>
                <a:cubicBezTo>
                  <a:pt x="30398" y="44"/>
                  <a:pt x="30409" y="53"/>
                  <a:pt x="30419" y="62"/>
                </a:cubicBezTo>
                <a:cubicBezTo>
                  <a:pt x="30429" y="72"/>
                  <a:pt x="30437" y="83"/>
                  <a:pt x="30445" y="95"/>
                </a:cubicBezTo>
                <a:cubicBezTo>
                  <a:pt x="30453" y="106"/>
                  <a:pt x="30459" y="118"/>
                  <a:pt x="30465" y="131"/>
                </a:cubicBezTo>
                <a:cubicBezTo>
                  <a:pt x="30470" y="144"/>
                  <a:pt x="30474" y="157"/>
                  <a:pt x="30477" y="171"/>
                </a:cubicBezTo>
                <a:cubicBezTo>
                  <a:pt x="30479" y="185"/>
                  <a:pt x="30481" y="198"/>
                  <a:pt x="30481" y="212"/>
                </a:cubicBezTo>
                <a:lnTo>
                  <a:pt x="30481" y="13125"/>
                </a:lnTo>
                <a:cubicBezTo>
                  <a:pt x="30481" y="13139"/>
                  <a:pt x="30479" y="13152"/>
                  <a:pt x="30477" y="13166"/>
                </a:cubicBezTo>
                <a:cubicBezTo>
                  <a:pt x="30474" y="13180"/>
                  <a:pt x="30470" y="13193"/>
                  <a:pt x="30465" y="13206"/>
                </a:cubicBezTo>
                <a:cubicBezTo>
                  <a:pt x="30459" y="13219"/>
                  <a:pt x="30453" y="13231"/>
                  <a:pt x="30445" y="13242"/>
                </a:cubicBezTo>
                <a:cubicBezTo>
                  <a:pt x="30437" y="13254"/>
                  <a:pt x="30429" y="13265"/>
                  <a:pt x="30419" y="13275"/>
                </a:cubicBezTo>
                <a:cubicBezTo>
                  <a:pt x="30409" y="13284"/>
                  <a:pt x="30398" y="13293"/>
                  <a:pt x="30387" y="13301"/>
                </a:cubicBezTo>
                <a:cubicBezTo>
                  <a:pt x="30375" y="13309"/>
                  <a:pt x="30363" y="13315"/>
                  <a:pt x="30350" y="13320"/>
                </a:cubicBezTo>
                <a:cubicBezTo>
                  <a:pt x="30337" y="13326"/>
                  <a:pt x="30324" y="13330"/>
                  <a:pt x="30310" y="13332"/>
                </a:cubicBezTo>
                <a:cubicBezTo>
                  <a:pt x="30297" y="13335"/>
                  <a:pt x="30283" y="13336"/>
                  <a:pt x="30269" y="13336"/>
                </a:cubicBezTo>
                <a:lnTo>
                  <a:pt x="211" y="13336"/>
                </a:lnTo>
                <a:cubicBezTo>
                  <a:pt x="198" y="13336"/>
                  <a:pt x="184" y="13335"/>
                  <a:pt x="170" y="13332"/>
                </a:cubicBezTo>
                <a:cubicBezTo>
                  <a:pt x="157" y="13330"/>
                  <a:pt x="143" y="13326"/>
                  <a:pt x="130" y="13320"/>
                </a:cubicBezTo>
                <a:cubicBezTo>
                  <a:pt x="118" y="13315"/>
                  <a:pt x="105" y="13309"/>
                  <a:pt x="94" y="13301"/>
                </a:cubicBezTo>
                <a:cubicBezTo>
                  <a:pt x="82" y="13293"/>
                  <a:pt x="72" y="13284"/>
                  <a:pt x="62" y="13275"/>
                </a:cubicBezTo>
                <a:cubicBezTo>
                  <a:pt x="52" y="13265"/>
                  <a:pt x="43" y="13254"/>
                  <a:pt x="36" y="13242"/>
                </a:cubicBezTo>
                <a:cubicBezTo>
                  <a:pt x="28" y="13231"/>
                  <a:pt x="21" y="13219"/>
                  <a:pt x="16" y="13206"/>
                </a:cubicBezTo>
                <a:cubicBezTo>
                  <a:pt x="11" y="13193"/>
                  <a:pt x="7" y="13180"/>
                  <a:pt x="4" y="13166"/>
                </a:cubicBezTo>
                <a:cubicBezTo>
                  <a:pt x="1" y="13152"/>
                  <a:pt x="0" y="13139"/>
                  <a:pt x="0" y="13125"/>
                </a:cubicBezTo>
                <a:close/>
              </a:path>
            </a:pathLst>
          </a:custGeom>
          <a:solidFill>
            <a:srgbClr val="e8f1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33" name=""/>
          <p:cNvSpPr txBox="1"/>
          <p:nvPr/>
        </p:nvSpPr>
        <p:spPr>
          <a:xfrm>
            <a:off x="609480" y="1090800"/>
            <a:ext cx="686952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計画では、</a:t>
            </a:r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10</a:t>
            </a:r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のリスクごとにリスク対応と担当を決める</a:t>
            </a:r>
            <a:endParaRPr b="0" lang="ja-JP" sz="21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34" name=""/>
          <p:cNvSpPr txBox="1"/>
          <p:nvPr/>
        </p:nvSpPr>
        <p:spPr>
          <a:xfrm>
            <a:off x="799920" y="1716120"/>
            <a:ext cx="45973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10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のうち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6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つは低減し、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4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つは回避する</a:t>
            </a:r>
            <a:r>
              <a:rPr b="0" lang="ja-JP" sz="2100" baseline="30000" spc="-1" strike="noStrike">
                <a:solidFill>
                  <a:srgbClr val="0017c1"/>
                </a:solidFill>
                <a:latin typeface="Noto Sans JP"/>
                <a:ea typeface="Noto Sans JP"/>
              </a:rPr>
              <a:t>3</a:t>
            </a:r>
            <a:endParaRPr b="0" lang="ja-JP" sz="18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35" name=""/>
          <p:cNvSpPr/>
          <p:nvPr/>
        </p:nvSpPr>
        <p:spPr>
          <a:xfrm>
            <a:off x="1047600" y="2199960"/>
            <a:ext cx="3191040" cy="362520"/>
          </a:xfrm>
          <a:custGeom>
            <a:avLst/>
            <a:gdLst/>
            <a:ahLst/>
            <a:rect l="0" t="0" r="r" b="b"/>
            <a:pathLst>
              <a:path w="8864" h="1007">
                <a:moveTo>
                  <a:pt x="0" y="0"/>
                </a:moveTo>
                <a:lnTo>
                  <a:pt x="8864" y="0"/>
                </a:lnTo>
                <a:lnTo>
                  <a:pt x="8864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36" name=""/>
          <p:cNvSpPr/>
          <p:nvPr/>
        </p:nvSpPr>
        <p:spPr>
          <a:xfrm>
            <a:off x="4238280" y="2199960"/>
            <a:ext cx="2095920" cy="362520"/>
          </a:xfrm>
          <a:custGeom>
            <a:avLst/>
            <a:gdLst/>
            <a:ahLst/>
            <a:rect l="0" t="0" r="r" b="b"/>
            <a:pathLst>
              <a:path w="5822" h="1007">
                <a:moveTo>
                  <a:pt x="0" y="0"/>
                </a:moveTo>
                <a:lnTo>
                  <a:pt x="5822" y="0"/>
                </a:lnTo>
                <a:lnTo>
                  <a:pt x="5822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37" name=""/>
          <p:cNvSpPr/>
          <p:nvPr/>
        </p:nvSpPr>
        <p:spPr>
          <a:xfrm>
            <a:off x="6333840" y="2199960"/>
            <a:ext cx="762480" cy="362520"/>
          </a:xfrm>
          <a:custGeom>
            <a:avLst/>
            <a:gdLst/>
            <a:ahLst/>
            <a:rect l="0" t="0" r="r" b="b"/>
            <a:pathLst>
              <a:path w="2118" h="1007">
                <a:moveTo>
                  <a:pt x="0" y="0"/>
                </a:moveTo>
                <a:lnTo>
                  <a:pt x="2118" y="0"/>
                </a:lnTo>
                <a:lnTo>
                  <a:pt x="2118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38" name=""/>
          <p:cNvSpPr/>
          <p:nvPr/>
        </p:nvSpPr>
        <p:spPr>
          <a:xfrm>
            <a:off x="7095960" y="2199960"/>
            <a:ext cx="2857680" cy="362520"/>
          </a:xfrm>
          <a:custGeom>
            <a:avLst/>
            <a:gdLst/>
            <a:ahLst/>
            <a:rect l="0" t="0" r="r" b="b"/>
            <a:pathLst>
              <a:path w="7938" h="1007">
                <a:moveTo>
                  <a:pt x="0" y="0"/>
                </a:moveTo>
                <a:lnTo>
                  <a:pt x="7938" y="0"/>
                </a:lnTo>
                <a:lnTo>
                  <a:pt x="7938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39" name=""/>
          <p:cNvSpPr/>
          <p:nvPr/>
        </p:nvSpPr>
        <p:spPr>
          <a:xfrm>
            <a:off x="9953280" y="2199960"/>
            <a:ext cx="1191240" cy="362520"/>
          </a:xfrm>
          <a:custGeom>
            <a:avLst/>
            <a:gdLst/>
            <a:ahLst/>
            <a:rect l="0" t="0" r="r" b="b"/>
            <a:pathLst>
              <a:path w="3309" h="1007">
                <a:moveTo>
                  <a:pt x="0" y="0"/>
                </a:moveTo>
                <a:lnTo>
                  <a:pt x="3309" y="0"/>
                </a:lnTo>
                <a:lnTo>
                  <a:pt x="3309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40" name=""/>
          <p:cNvSpPr/>
          <p:nvPr/>
        </p:nvSpPr>
        <p:spPr>
          <a:xfrm>
            <a:off x="1047600" y="2562120"/>
            <a:ext cx="3191040" cy="362160"/>
          </a:xfrm>
          <a:custGeom>
            <a:avLst/>
            <a:gdLst/>
            <a:ahLst/>
            <a:rect l="0" t="0" r="r" b="b"/>
            <a:pathLst>
              <a:path w="8864" h="1006">
                <a:moveTo>
                  <a:pt x="0" y="0"/>
                </a:moveTo>
                <a:lnTo>
                  <a:pt x="8864" y="0"/>
                </a:lnTo>
                <a:lnTo>
                  <a:pt x="8864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41" name=""/>
          <p:cNvSpPr/>
          <p:nvPr/>
        </p:nvSpPr>
        <p:spPr>
          <a:xfrm>
            <a:off x="4238280" y="2562120"/>
            <a:ext cx="2095920" cy="362160"/>
          </a:xfrm>
          <a:custGeom>
            <a:avLst/>
            <a:gdLst/>
            <a:ahLst/>
            <a:rect l="0" t="0" r="r" b="b"/>
            <a:pathLst>
              <a:path w="5822" h="1006">
                <a:moveTo>
                  <a:pt x="0" y="0"/>
                </a:moveTo>
                <a:lnTo>
                  <a:pt x="5822" y="0"/>
                </a:lnTo>
                <a:lnTo>
                  <a:pt x="5822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42" name=""/>
          <p:cNvSpPr/>
          <p:nvPr/>
        </p:nvSpPr>
        <p:spPr>
          <a:xfrm>
            <a:off x="6333840" y="2562120"/>
            <a:ext cx="762480" cy="362160"/>
          </a:xfrm>
          <a:custGeom>
            <a:avLst/>
            <a:gdLst/>
            <a:ahLst/>
            <a:rect l="0" t="0" r="r" b="b"/>
            <a:pathLst>
              <a:path w="2118" h="1006">
                <a:moveTo>
                  <a:pt x="0" y="0"/>
                </a:moveTo>
                <a:lnTo>
                  <a:pt x="2118" y="0"/>
                </a:lnTo>
                <a:lnTo>
                  <a:pt x="2118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43" name=""/>
          <p:cNvSpPr/>
          <p:nvPr/>
        </p:nvSpPr>
        <p:spPr>
          <a:xfrm>
            <a:off x="7095960" y="2562120"/>
            <a:ext cx="2857680" cy="362160"/>
          </a:xfrm>
          <a:custGeom>
            <a:avLst/>
            <a:gdLst/>
            <a:ahLst/>
            <a:rect l="0" t="0" r="r" b="b"/>
            <a:pathLst>
              <a:path w="7938" h="1006">
                <a:moveTo>
                  <a:pt x="0" y="0"/>
                </a:moveTo>
                <a:lnTo>
                  <a:pt x="7938" y="0"/>
                </a:lnTo>
                <a:lnTo>
                  <a:pt x="7938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44" name=""/>
          <p:cNvSpPr/>
          <p:nvPr/>
        </p:nvSpPr>
        <p:spPr>
          <a:xfrm>
            <a:off x="9953280" y="2562120"/>
            <a:ext cx="1191240" cy="362160"/>
          </a:xfrm>
          <a:custGeom>
            <a:avLst/>
            <a:gdLst/>
            <a:ahLst/>
            <a:rect l="0" t="0" r="r" b="b"/>
            <a:pathLst>
              <a:path w="3309" h="1006">
                <a:moveTo>
                  <a:pt x="0" y="0"/>
                </a:moveTo>
                <a:lnTo>
                  <a:pt x="3309" y="0"/>
                </a:lnTo>
                <a:lnTo>
                  <a:pt x="3309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45" name=""/>
          <p:cNvSpPr/>
          <p:nvPr/>
        </p:nvSpPr>
        <p:spPr>
          <a:xfrm>
            <a:off x="1047600" y="2923920"/>
            <a:ext cx="3191040" cy="362520"/>
          </a:xfrm>
          <a:custGeom>
            <a:avLst/>
            <a:gdLst/>
            <a:ahLst/>
            <a:rect l="0" t="0" r="r" b="b"/>
            <a:pathLst>
              <a:path w="8864" h="1007">
                <a:moveTo>
                  <a:pt x="0" y="0"/>
                </a:moveTo>
                <a:lnTo>
                  <a:pt x="8864" y="0"/>
                </a:lnTo>
                <a:lnTo>
                  <a:pt x="8864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46" name=""/>
          <p:cNvSpPr/>
          <p:nvPr/>
        </p:nvSpPr>
        <p:spPr>
          <a:xfrm>
            <a:off x="4238280" y="2923920"/>
            <a:ext cx="2095920" cy="362520"/>
          </a:xfrm>
          <a:custGeom>
            <a:avLst/>
            <a:gdLst/>
            <a:ahLst/>
            <a:rect l="0" t="0" r="r" b="b"/>
            <a:pathLst>
              <a:path w="5822" h="1007">
                <a:moveTo>
                  <a:pt x="0" y="0"/>
                </a:moveTo>
                <a:lnTo>
                  <a:pt x="5822" y="0"/>
                </a:lnTo>
                <a:lnTo>
                  <a:pt x="5822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47" name=""/>
          <p:cNvSpPr/>
          <p:nvPr/>
        </p:nvSpPr>
        <p:spPr>
          <a:xfrm>
            <a:off x="6333840" y="2923920"/>
            <a:ext cx="762480" cy="362520"/>
          </a:xfrm>
          <a:custGeom>
            <a:avLst/>
            <a:gdLst/>
            <a:ahLst/>
            <a:rect l="0" t="0" r="r" b="b"/>
            <a:pathLst>
              <a:path w="2118" h="1007">
                <a:moveTo>
                  <a:pt x="0" y="0"/>
                </a:moveTo>
                <a:lnTo>
                  <a:pt x="2118" y="0"/>
                </a:lnTo>
                <a:lnTo>
                  <a:pt x="2118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48" name=""/>
          <p:cNvSpPr/>
          <p:nvPr/>
        </p:nvSpPr>
        <p:spPr>
          <a:xfrm>
            <a:off x="7095960" y="2923920"/>
            <a:ext cx="2857680" cy="362520"/>
          </a:xfrm>
          <a:custGeom>
            <a:avLst/>
            <a:gdLst/>
            <a:ahLst/>
            <a:rect l="0" t="0" r="r" b="b"/>
            <a:pathLst>
              <a:path w="7938" h="1007">
                <a:moveTo>
                  <a:pt x="0" y="0"/>
                </a:moveTo>
                <a:lnTo>
                  <a:pt x="7938" y="0"/>
                </a:lnTo>
                <a:lnTo>
                  <a:pt x="7938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49" name=""/>
          <p:cNvSpPr/>
          <p:nvPr/>
        </p:nvSpPr>
        <p:spPr>
          <a:xfrm>
            <a:off x="9953280" y="2923920"/>
            <a:ext cx="1191240" cy="362520"/>
          </a:xfrm>
          <a:custGeom>
            <a:avLst/>
            <a:gdLst/>
            <a:ahLst/>
            <a:rect l="0" t="0" r="r" b="b"/>
            <a:pathLst>
              <a:path w="3309" h="1007">
                <a:moveTo>
                  <a:pt x="0" y="0"/>
                </a:moveTo>
                <a:lnTo>
                  <a:pt x="3309" y="0"/>
                </a:lnTo>
                <a:lnTo>
                  <a:pt x="3309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50" name=""/>
          <p:cNvSpPr/>
          <p:nvPr/>
        </p:nvSpPr>
        <p:spPr>
          <a:xfrm>
            <a:off x="1047600" y="3286080"/>
            <a:ext cx="3191040" cy="362160"/>
          </a:xfrm>
          <a:custGeom>
            <a:avLst/>
            <a:gdLst/>
            <a:ahLst/>
            <a:rect l="0" t="0" r="r" b="b"/>
            <a:pathLst>
              <a:path w="8864" h="1006">
                <a:moveTo>
                  <a:pt x="0" y="0"/>
                </a:moveTo>
                <a:lnTo>
                  <a:pt x="8864" y="0"/>
                </a:lnTo>
                <a:lnTo>
                  <a:pt x="8864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51" name=""/>
          <p:cNvSpPr/>
          <p:nvPr/>
        </p:nvSpPr>
        <p:spPr>
          <a:xfrm>
            <a:off x="4238280" y="3286080"/>
            <a:ext cx="2095920" cy="362160"/>
          </a:xfrm>
          <a:custGeom>
            <a:avLst/>
            <a:gdLst/>
            <a:ahLst/>
            <a:rect l="0" t="0" r="r" b="b"/>
            <a:pathLst>
              <a:path w="5822" h="1006">
                <a:moveTo>
                  <a:pt x="0" y="0"/>
                </a:moveTo>
                <a:lnTo>
                  <a:pt x="5822" y="0"/>
                </a:lnTo>
                <a:lnTo>
                  <a:pt x="5822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52" name=""/>
          <p:cNvSpPr/>
          <p:nvPr/>
        </p:nvSpPr>
        <p:spPr>
          <a:xfrm>
            <a:off x="6333840" y="3286080"/>
            <a:ext cx="762480" cy="362160"/>
          </a:xfrm>
          <a:custGeom>
            <a:avLst/>
            <a:gdLst/>
            <a:ahLst/>
            <a:rect l="0" t="0" r="r" b="b"/>
            <a:pathLst>
              <a:path w="2118" h="1006">
                <a:moveTo>
                  <a:pt x="0" y="0"/>
                </a:moveTo>
                <a:lnTo>
                  <a:pt x="2118" y="0"/>
                </a:lnTo>
                <a:lnTo>
                  <a:pt x="2118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53" name=""/>
          <p:cNvSpPr/>
          <p:nvPr/>
        </p:nvSpPr>
        <p:spPr>
          <a:xfrm>
            <a:off x="7095960" y="3286080"/>
            <a:ext cx="2857680" cy="362160"/>
          </a:xfrm>
          <a:custGeom>
            <a:avLst/>
            <a:gdLst/>
            <a:ahLst/>
            <a:rect l="0" t="0" r="r" b="b"/>
            <a:pathLst>
              <a:path w="7938" h="1006">
                <a:moveTo>
                  <a:pt x="0" y="0"/>
                </a:moveTo>
                <a:lnTo>
                  <a:pt x="7938" y="0"/>
                </a:lnTo>
                <a:lnTo>
                  <a:pt x="7938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54" name=""/>
          <p:cNvSpPr/>
          <p:nvPr/>
        </p:nvSpPr>
        <p:spPr>
          <a:xfrm>
            <a:off x="9953280" y="3286080"/>
            <a:ext cx="1191240" cy="362160"/>
          </a:xfrm>
          <a:custGeom>
            <a:avLst/>
            <a:gdLst/>
            <a:ahLst/>
            <a:rect l="0" t="0" r="r" b="b"/>
            <a:pathLst>
              <a:path w="3309" h="1006">
                <a:moveTo>
                  <a:pt x="0" y="0"/>
                </a:moveTo>
                <a:lnTo>
                  <a:pt x="3309" y="0"/>
                </a:lnTo>
                <a:lnTo>
                  <a:pt x="3309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55" name=""/>
          <p:cNvSpPr/>
          <p:nvPr/>
        </p:nvSpPr>
        <p:spPr>
          <a:xfrm>
            <a:off x="1047600" y="3647880"/>
            <a:ext cx="3191040" cy="362160"/>
          </a:xfrm>
          <a:custGeom>
            <a:avLst/>
            <a:gdLst/>
            <a:ahLst/>
            <a:rect l="0" t="0" r="r" b="b"/>
            <a:pathLst>
              <a:path w="8864" h="1006">
                <a:moveTo>
                  <a:pt x="0" y="0"/>
                </a:moveTo>
                <a:lnTo>
                  <a:pt x="8864" y="0"/>
                </a:lnTo>
                <a:lnTo>
                  <a:pt x="8864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56" name=""/>
          <p:cNvSpPr/>
          <p:nvPr/>
        </p:nvSpPr>
        <p:spPr>
          <a:xfrm>
            <a:off x="4238280" y="3647880"/>
            <a:ext cx="2095920" cy="362160"/>
          </a:xfrm>
          <a:custGeom>
            <a:avLst/>
            <a:gdLst/>
            <a:ahLst/>
            <a:rect l="0" t="0" r="r" b="b"/>
            <a:pathLst>
              <a:path w="5822" h="1006">
                <a:moveTo>
                  <a:pt x="0" y="0"/>
                </a:moveTo>
                <a:lnTo>
                  <a:pt x="5822" y="0"/>
                </a:lnTo>
                <a:lnTo>
                  <a:pt x="5822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57" name=""/>
          <p:cNvSpPr/>
          <p:nvPr/>
        </p:nvSpPr>
        <p:spPr>
          <a:xfrm>
            <a:off x="6333840" y="3647880"/>
            <a:ext cx="762480" cy="362160"/>
          </a:xfrm>
          <a:custGeom>
            <a:avLst/>
            <a:gdLst/>
            <a:ahLst/>
            <a:rect l="0" t="0" r="r" b="b"/>
            <a:pathLst>
              <a:path w="2118" h="1006">
                <a:moveTo>
                  <a:pt x="0" y="0"/>
                </a:moveTo>
                <a:lnTo>
                  <a:pt x="2118" y="0"/>
                </a:lnTo>
                <a:lnTo>
                  <a:pt x="2118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58" name=""/>
          <p:cNvSpPr/>
          <p:nvPr/>
        </p:nvSpPr>
        <p:spPr>
          <a:xfrm>
            <a:off x="7095960" y="3647880"/>
            <a:ext cx="2857680" cy="362160"/>
          </a:xfrm>
          <a:custGeom>
            <a:avLst/>
            <a:gdLst/>
            <a:ahLst/>
            <a:rect l="0" t="0" r="r" b="b"/>
            <a:pathLst>
              <a:path w="7938" h="1006">
                <a:moveTo>
                  <a:pt x="0" y="0"/>
                </a:moveTo>
                <a:lnTo>
                  <a:pt x="7938" y="0"/>
                </a:lnTo>
                <a:lnTo>
                  <a:pt x="7938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59" name=""/>
          <p:cNvSpPr/>
          <p:nvPr/>
        </p:nvSpPr>
        <p:spPr>
          <a:xfrm>
            <a:off x="9953280" y="3647880"/>
            <a:ext cx="1191240" cy="362160"/>
          </a:xfrm>
          <a:custGeom>
            <a:avLst/>
            <a:gdLst/>
            <a:ahLst/>
            <a:rect l="0" t="0" r="r" b="b"/>
            <a:pathLst>
              <a:path w="3309" h="1006">
                <a:moveTo>
                  <a:pt x="0" y="0"/>
                </a:moveTo>
                <a:lnTo>
                  <a:pt x="3309" y="0"/>
                </a:lnTo>
                <a:lnTo>
                  <a:pt x="3309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60" name=""/>
          <p:cNvSpPr/>
          <p:nvPr/>
        </p:nvSpPr>
        <p:spPr>
          <a:xfrm>
            <a:off x="1047600" y="4009680"/>
            <a:ext cx="3191040" cy="362520"/>
          </a:xfrm>
          <a:custGeom>
            <a:avLst/>
            <a:gdLst/>
            <a:ahLst/>
            <a:rect l="0" t="0" r="r" b="b"/>
            <a:pathLst>
              <a:path w="8864" h="1007">
                <a:moveTo>
                  <a:pt x="0" y="0"/>
                </a:moveTo>
                <a:lnTo>
                  <a:pt x="8864" y="0"/>
                </a:lnTo>
                <a:lnTo>
                  <a:pt x="8864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61" name=""/>
          <p:cNvSpPr/>
          <p:nvPr/>
        </p:nvSpPr>
        <p:spPr>
          <a:xfrm>
            <a:off x="4238280" y="4009680"/>
            <a:ext cx="2095920" cy="362520"/>
          </a:xfrm>
          <a:custGeom>
            <a:avLst/>
            <a:gdLst/>
            <a:ahLst/>
            <a:rect l="0" t="0" r="r" b="b"/>
            <a:pathLst>
              <a:path w="5822" h="1007">
                <a:moveTo>
                  <a:pt x="0" y="0"/>
                </a:moveTo>
                <a:lnTo>
                  <a:pt x="5822" y="0"/>
                </a:lnTo>
                <a:lnTo>
                  <a:pt x="5822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62" name=""/>
          <p:cNvSpPr/>
          <p:nvPr/>
        </p:nvSpPr>
        <p:spPr>
          <a:xfrm>
            <a:off x="6333840" y="4009680"/>
            <a:ext cx="762480" cy="362520"/>
          </a:xfrm>
          <a:custGeom>
            <a:avLst/>
            <a:gdLst/>
            <a:ahLst/>
            <a:rect l="0" t="0" r="r" b="b"/>
            <a:pathLst>
              <a:path w="2118" h="1007">
                <a:moveTo>
                  <a:pt x="0" y="0"/>
                </a:moveTo>
                <a:lnTo>
                  <a:pt x="2118" y="0"/>
                </a:lnTo>
                <a:lnTo>
                  <a:pt x="2118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63" name=""/>
          <p:cNvSpPr/>
          <p:nvPr/>
        </p:nvSpPr>
        <p:spPr>
          <a:xfrm>
            <a:off x="7095960" y="4009680"/>
            <a:ext cx="2857680" cy="362520"/>
          </a:xfrm>
          <a:custGeom>
            <a:avLst/>
            <a:gdLst/>
            <a:ahLst/>
            <a:rect l="0" t="0" r="r" b="b"/>
            <a:pathLst>
              <a:path w="7938" h="1007">
                <a:moveTo>
                  <a:pt x="0" y="0"/>
                </a:moveTo>
                <a:lnTo>
                  <a:pt x="7938" y="0"/>
                </a:lnTo>
                <a:lnTo>
                  <a:pt x="7938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64" name=""/>
          <p:cNvSpPr/>
          <p:nvPr/>
        </p:nvSpPr>
        <p:spPr>
          <a:xfrm>
            <a:off x="9953280" y="4009680"/>
            <a:ext cx="1191240" cy="362520"/>
          </a:xfrm>
          <a:custGeom>
            <a:avLst/>
            <a:gdLst/>
            <a:ahLst/>
            <a:rect l="0" t="0" r="r" b="b"/>
            <a:pathLst>
              <a:path w="3309" h="1007">
                <a:moveTo>
                  <a:pt x="0" y="0"/>
                </a:moveTo>
                <a:lnTo>
                  <a:pt x="3309" y="0"/>
                </a:lnTo>
                <a:lnTo>
                  <a:pt x="3309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65" name=""/>
          <p:cNvSpPr/>
          <p:nvPr/>
        </p:nvSpPr>
        <p:spPr>
          <a:xfrm>
            <a:off x="1047600" y="4371840"/>
            <a:ext cx="3191040" cy="362160"/>
          </a:xfrm>
          <a:custGeom>
            <a:avLst/>
            <a:gdLst/>
            <a:ahLst/>
            <a:rect l="0" t="0" r="r" b="b"/>
            <a:pathLst>
              <a:path w="8864" h="1006">
                <a:moveTo>
                  <a:pt x="0" y="0"/>
                </a:moveTo>
                <a:lnTo>
                  <a:pt x="8864" y="0"/>
                </a:lnTo>
                <a:lnTo>
                  <a:pt x="8864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66" name=""/>
          <p:cNvSpPr/>
          <p:nvPr/>
        </p:nvSpPr>
        <p:spPr>
          <a:xfrm>
            <a:off x="4238280" y="4371840"/>
            <a:ext cx="2095920" cy="362160"/>
          </a:xfrm>
          <a:custGeom>
            <a:avLst/>
            <a:gdLst/>
            <a:ahLst/>
            <a:rect l="0" t="0" r="r" b="b"/>
            <a:pathLst>
              <a:path w="5822" h="1006">
                <a:moveTo>
                  <a:pt x="0" y="0"/>
                </a:moveTo>
                <a:lnTo>
                  <a:pt x="5822" y="0"/>
                </a:lnTo>
                <a:lnTo>
                  <a:pt x="5822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67" name=""/>
          <p:cNvSpPr/>
          <p:nvPr/>
        </p:nvSpPr>
        <p:spPr>
          <a:xfrm>
            <a:off x="6333840" y="4371840"/>
            <a:ext cx="762480" cy="362160"/>
          </a:xfrm>
          <a:custGeom>
            <a:avLst/>
            <a:gdLst/>
            <a:ahLst/>
            <a:rect l="0" t="0" r="r" b="b"/>
            <a:pathLst>
              <a:path w="2118" h="1006">
                <a:moveTo>
                  <a:pt x="0" y="0"/>
                </a:moveTo>
                <a:lnTo>
                  <a:pt x="2118" y="0"/>
                </a:lnTo>
                <a:lnTo>
                  <a:pt x="2118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68" name=""/>
          <p:cNvSpPr/>
          <p:nvPr/>
        </p:nvSpPr>
        <p:spPr>
          <a:xfrm>
            <a:off x="7095960" y="4371840"/>
            <a:ext cx="2857680" cy="362160"/>
          </a:xfrm>
          <a:custGeom>
            <a:avLst/>
            <a:gdLst/>
            <a:ahLst/>
            <a:rect l="0" t="0" r="r" b="b"/>
            <a:pathLst>
              <a:path w="7938" h="1006">
                <a:moveTo>
                  <a:pt x="0" y="0"/>
                </a:moveTo>
                <a:lnTo>
                  <a:pt x="7938" y="0"/>
                </a:lnTo>
                <a:lnTo>
                  <a:pt x="7938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69" name=""/>
          <p:cNvSpPr/>
          <p:nvPr/>
        </p:nvSpPr>
        <p:spPr>
          <a:xfrm>
            <a:off x="9953280" y="4371840"/>
            <a:ext cx="1191240" cy="362160"/>
          </a:xfrm>
          <a:custGeom>
            <a:avLst/>
            <a:gdLst/>
            <a:ahLst/>
            <a:rect l="0" t="0" r="r" b="b"/>
            <a:pathLst>
              <a:path w="3309" h="1006">
                <a:moveTo>
                  <a:pt x="0" y="0"/>
                </a:moveTo>
                <a:lnTo>
                  <a:pt x="3309" y="0"/>
                </a:lnTo>
                <a:lnTo>
                  <a:pt x="3309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70" name=""/>
          <p:cNvSpPr/>
          <p:nvPr/>
        </p:nvSpPr>
        <p:spPr>
          <a:xfrm>
            <a:off x="1047600" y="4733640"/>
            <a:ext cx="3191040" cy="362520"/>
          </a:xfrm>
          <a:custGeom>
            <a:avLst/>
            <a:gdLst/>
            <a:ahLst/>
            <a:rect l="0" t="0" r="r" b="b"/>
            <a:pathLst>
              <a:path w="8864" h="1007">
                <a:moveTo>
                  <a:pt x="0" y="0"/>
                </a:moveTo>
                <a:lnTo>
                  <a:pt x="8864" y="0"/>
                </a:lnTo>
                <a:lnTo>
                  <a:pt x="8864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71" name=""/>
          <p:cNvSpPr/>
          <p:nvPr/>
        </p:nvSpPr>
        <p:spPr>
          <a:xfrm>
            <a:off x="4238280" y="4733640"/>
            <a:ext cx="2095920" cy="362520"/>
          </a:xfrm>
          <a:custGeom>
            <a:avLst/>
            <a:gdLst/>
            <a:ahLst/>
            <a:rect l="0" t="0" r="r" b="b"/>
            <a:pathLst>
              <a:path w="5822" h="1007">
                <a:moveTo>
                  <a:pt x="0" y="0"/>
                </a:moveTo>
                <a:lnTo>
                  <a:pt x="5822" y="0"/>
                </a:lnTo>
                <a:lnTo>
                  <a:pt x="5822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72" name=""/>
          <p:cNvSpPr/>
          <p:nvPr/>
        </p:nvSpPr>
        <p:spPr>
          <a:xfrm>
            <a:off x="6333840" y="4733640"/>
            <a:ext cx="762480" cy="362520"/>
          </a:xfrm>
          <a:custGeom>
            <a:avLst/>
            <a:gdLst/>
            <a:ahLst/>
            <a:rect l="0" t="0" r="r" b="b"/>
            <a:pathLst>
              <a:path w="2118" h="1007">
                <a:moveTo>
                  <a:pt x="0" y="0"/>
                </a:moveTo>
                <a:lnTo>
                  <a:pt x="2118" y="0"/>
                </a:lnTo>
                <a:lnTo>
                  <a:pt x="2118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73" name=""/>
          <p:cNvSpPr/>
          <p:nvPr/>
        </p:nvSpPr>
        <p:spPr>
          <a:xfrm>
            <a:off x="7095960" y="4733640"/>
            <a:ext cx="2857680" cy="362520"/>
          </a:xfrm>
          <a:custGeom>
            <a:avLst/>
            <a:gdLst/>
            <a:ahLst/>
            <a:rect l="0" t="0" r="r" b="b"/>
            <a:pathLst>
              <a:path w="7938" h="1007">
                <a:moveTo>
                  <a:pt x="0" y="0"/>
                </a:moveTo>
                <a:lnTo>
                  <a:pt x="7938" y="0"/>
                </a:lnTo>
                <a:lnTo>
                  <a:pt x="7938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74" name=""/>
          <p:cNvSpPr/>
          <p:nvPr/>
        </p:nvSpPr>
        <p:spPr>
          <a:xfrm>
            <a:off x="9953280" y="4733640"/>
            <a:ext cx="1191240" cy="362520"/>
          </a:xfrm>
          <a:custGeom>
            <a:avLst/>
            <a:gdLst/>
            <a:ahLst/>
            <a:rect l="0" t="0" r="r" b="b"/>
            <a:pathLst>
              <a:path w="3309" h="1007">
                <a:moveTo>
                  <a:pt x="0" y="0"/>
                </a:moveTo>
                <a:lnTo>
                  <a:pt x="3309" y="0"/>
                </a:lnTo>
                <a:lnTo>
                  <a:pt x="3309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75" name=""/>
          <p:cNvSpPr/>
          <p:nvPr/>
        </p:nvSpPr>
        <p:spPr>
          <a:xfrm>
            <a:off x="1047600" y="5095800"/>
            <a:ext cx="3191040" cy="362160"/>
          </a:xfrm>
          <a:custGeom>
            <a:avLst/>
            <a:gdLst/>
            <a:ahLst/>
            <a:rect l="0" t="0" r="r" b="b"/>
            <a:pathLst>
              <a:path w="8864" h="1006">
                <a:moveTo>
                  <a:pt x="0" y="0"/>
                </a:moveTo>
                <a:lnTo>
                  <a:pt x="8864" y="0"/>
                </a:lnTo>
                <a:lnTo>
                  <a:pt x="8864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76" name=""/>
          <p:cNvSpPr/>
          <p:nvPr/>
        </p:nvSpPr>
        <p:spPr>
          <a:xfrm>
            <a:off x="4238280" y="5095800"/>
            <a:ext cx="2095920" cy="362160"/>
          </a:xfrm>
          <a:custGeom>
            <a:avLst/>
            <a:gdLst/>
            <a:ahLst/>
            <a:rect l="0" t="0" r="r" b="b"/>
            <a:pathLst>
              <a:path w="5822" h="1006">
                <a:moveTo>
                  <a:pt x="0" y="0"/>
                </a:moveTo>
                <a:lnTo>
                  <a:pt x="5822" y="0"/>
                </a:lnTo>
                <a:lnTo>
                  <a:pt x="5822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77" name=""/>
          <p:cNvSpPr/>
          <p:nvPr/>
        </p:nvSpPr>
        <p:spPr>
          <a:xfrm>
            <a:off x="6333840" y="5095800"/>
            <a:ext cx="762480" cy="362160"/>
          </a:xfrm>
          <a:custGeom>
            <a:avLst/>
            <a:gdLst/>
            <a:ahLst/>
            <a:rect l="0" t="0" r="r" b="b"/>
            <a:pathLst>
              <a:path w="2118" h="1006">
                <a:moveTo>
                  <a:pt x="0" y="0"/>
                </a:moveTo>
                <a:lnTo>
                  <a:pt x="2118" y="0"/>
                </a:lnTo>
                <a:lnTo>
                  <a:pt x="2118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78" name=""/>
          <p:cNvSpPr/>
          <p:nvPr/>
        </p:nvSpPr>
        <p:spPr>
          <a:xfrm>
            <a:off x="7095960" y="5095800"/>
            <a:ext cx="2857680" cy="362160"/>
          </a:xfrm>
          <a:custGeom>
            <a:avLst/>
            <a:gdLst/>
            <a:ahLst/>
            <a:rect l="0" t="0" r="r" b="b"/>
            <a:pathLst>
              <a:path w="7938" h="1006">
                <a:moveTo>
                  <a:pt x="0" y="0"/>
                </a:moveTo>
                <a:lnTo>
                  <a:pt x="7938" y="0"/>
                </a:lnTo>
                <a:lnTo>
                  <a:pt x="7938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79" name=""/>
          <p:cNvSpPr/>
          <p:nvPr/>
        </p:nvSpPr>
        <p:spPr>
          <a:xfrm>
            <a:off x="9953280" y="5095800"/>
            <a:ext cx="1191240" cy="362160"/>
          </a:xfrm>
          <a:custGeom>
            <a:avLst/>
            <a:gdLst/>
            <a:ahLst/>
            <a:rect l="0" t="0" r="r" b="b"/>
            <a:pathLst>
              <a:path w="3309" h="1006">
                <a:moveTo>
                  <a:pt x="0" y="0"/>
                </a:moveTo>
                <a:lnTo>
                  <a:pt x="3309" y="0"/>
                </a:lnTo>
                <a:lnTo>
                  <a:pt x="3309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80" name=""/>
          <p:cNvSpPr/>
          <p:nvPr/>
        </p:nvSpPr>
        <p:spPr>
          <a:xfrm>
            <a:off x="1047600" y="5457600"/>
            <a:ext cx="3191040" cy="362520"/>
          </a:xfrm>
          <a:custGeom>
            <a:avLst/>
            <a:gdLst/>
            <a:ahLst/>
            <a:rect l="0" t="0" r="r" b="b"/>
            <a:pathLst>
              <a:path w="8864" h="1007">
                <a:moveTo>
                  <a:pt x="0" y="0"/>
                </a:moveTo>
                <a:lnTo>
                  <a:pt x="8864" y="0"/>
                </a:lnTo>
                <a:lnTo>
                  <a:pt x="8864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81" name=""/>
          <p:cNvSpPr/>
          <p:nvPr/>
        </p:nvSpPr>
        <p:spPr>
          <a:xfrm>
            <a:off x="4238280" y="5457600"/>
            <a:ext cx="2095920" cy="362520"/>
          </a:xfrm>
          <a:custGeom>
            <a:avLst/>
            <a:gdLst/>
            <a:ahLst/>
            <a:rect l="0" t="0" r="r" b="b"/>
            <a:pathLst>
              <a:path w="5822" h="1007">
                <a:moveTo>
                  <a:pt x="0" y="0"/>
                </a:moveTo>
                <a:lnTo>
                  <a:pt x="5822" y="0"/>
                </a:lnTo>
                <a:lnTo>
                  <a:pt x="5822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82" name=""/>
          <p:cNvSpPr/>
          <p:nvPr/>
        </p:nvSpPr>
        <p:spPr>
          <a:xfrm>
            <a:off x="6333840" y="5457600"/>
            <a:ext cx="762480" cy="362520"/>
          </a:xfrm>
          <a:custGeom>
            <a:avLst/>
            <a:gdLst/>
            <a:ahLst/>
            <a:rect l="0" t="0" r="r" b="b"/>
            <a:pathLst>
              <a:path w="2118" h="1007">
                <a:moveTo>
                  <a:pt x="0" y="0"/>
                </a:moveTo>
                <a:lnTo>
                  <a:pt x="2118" y="0"/>
                </a:lnTo>
                <a:lnTo>
                  <a:pt x="2118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83" name=""/>
          <p:cNvSpPr/>
          <p:nvPr/>
        </p:nvSpPr>
        <p:spPr>
          <a:xfrm>
            <a:off x="7095960" y="5457600"/>
            <a:ext cx="2857680" cy="362520"/>
          </a:xfrm>
          <a:custGeom>
            <a:avLst/>
            <a:gdLst/>
            <a:ahLst/>
            <a:rect l="0" t="0" r="r" b="b"/>
            <a:pathLst>
              <a:path w="7938" h="1007">
                <a:moveTo>
                  <a:pt x="0" y="0"/>
                </a:moveTo>
                <a:lnTo>
                  <a:pt x="7938" y="0"/>
                </a:lnTo>
                <a:lnTo>
                  <a:pt x="7938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84" name=""/>
          <p:cNvSpPr/>
          <p:nvPr/>
        </p:nvSpPr>
        <p:spPr>
          <a:xfrm>
            <a:off x="9953280" y="5457600"/>
            <a:ext cx="1191240" cy="362520"/>
          </a:xfrm>
          <a:custGeom>
            <a:avLst/>
            <a:gdLst/>
            <a:ahLst/>
            <a:rect l="0" t="0" r="r" b="b"/>
            <a:pathLst>
              <a:path w="3309" h="1007">
                <a:moveTo>
                  <a:pt x="0" y="0"/>
                </a:moveTo>
                <a:lnTo>
                  <a:pt x="3309" y="0"/>
                </a:lnTo>
                <a:lnTo>
                  <a:pt x="3309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85" name=""/>
          <p:cNvSpPr/>
          <p:nvPr/>
        </p:nvSpPr>
        <p:spPr>
          <a:xfrm>
            <a:off x="1047600" y="5819760"/>
            <a:ext cx="3191040" cy="362160"/>
          </a:xfrm>
          <a:custGeom>
            <a:avLst/>
            <a:gdLst/>
            <a:ahLst/>
            <a:rect l="0" t="0" r="r" b="b"/>
            <a:pathLst>
              <a:path w="8864" h="1006">
                <a:moveTo>
                  <a:pt x="0" y="0"/>
                </a:moveTo>
                <a:lnTo>
                  <a:pt x="8864" y="0"/>
                </a:lnTo>
                <a:lnTo>
                  <a:pt x="8864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86" name=""/>
          <p:cNvSpPr/>
          <p:nvPr/>
        </p:nvSpPr>
        <p:spPr>
          <a:xfrm>
            <a:off x="4238280" y="5819760"/>
            <a:ext cx="2095920" cy="362160"/>
          </a:xfrm>
          <a:custGeom>
            <a:avLst/>
            <a:gdLst/>
            <a:ahLst/>
            <a:rect l="0" t="0" r="r" b="b"/>
            <a:pathLst>
              <a:path w="5822" h="1006">
                <a:moveTo>
                  <a:pt x="0" y="0"/>
                </a:moveTo>
                <a:lnTo>
                  <a:pt x="5822" y="0"/>
                </a:lnTo>
                <a:lnTo>
                  <a:pt x="5822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87" name=""/>
          <p:cNvSpPr/>
          <p:nvPr/>
        </p:nvSpPr>
        <p:spPr>
          <a:xfrm>
            <a:off x="6333840" y="5819760"/>
            <a:ext cx="762480" cy="362160"/>
          </a:xfrm>
          <a:custGeom>
            <a:avLst/>
            <a:gdLst/>
            <a:ahLst/>
            <a:rect l="0" t="0" r="r" b="b"/>
            <a:pathLst>
              <a:path w="2118" h="1006">
                <a:moveTo>
                  <a:pt x="0" y="0"/>
                </a:moveTo>
                <a:lnTo>
                  <a:pt x="2118" y="0"/>
                </a:lnTo>
                <a:lnTo>
                  <a:pt x="2118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88" name=""/>
          <p:cNvSpPr/>
          <p:nvPr/>
        </p:nvSpPr>
        <p:spPr>
          <a:xfrm>
            <a:off x="7095960" y="5819760"/>
            <a:ext cx="2857680" cy="362160"/>
          </a:xfrm>
          <a:custGeom>
            <a:avLst/>
            <a:gdLst/>
            <a:ahLst/>
            <a:rect l="0" t="0" r="r" b="b"/>
            <a:pathLst>
              <a:path w="7938" h="1006">
                <a:moveTo>
                  <a:pt x="0" y="0"/>
                </a:moveTo>
                <a:lnTo>
                  <a:pt x="7938" y="0"/>
                </a:lnTo>
                <a:lnTo>
                  <a:pt x="7938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89" name=""/>
          <p:cNvSpPr/>
          <p:nvPr/>
        </p:nvSpPr>
        <p:spPr>
          <a:xfrm>
            <a:off x="9953280" y="5819760"/>
            <a:ext cx="1191240" cy="362160"/>
          </a:xfrm>
          <a:custGeom>
            <a:avLst/>
            <a:gdLst/>
            <a:ahLst/>
            <a:rect l="0" t="0" r="r" b="b"/>
            <a:pathLst>
              <a:path w="3309" h="1006">
                <a:moveTo>
                  <a:pt x="0" y="0"/>
                </a:moveTo>
                <a:lnTo>
                  <a:pt x="3309" y="0"/>
                </a:lnTo>
                <a:lnTo>
                  <a:pt x="3309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90" name=""/>
          <p:cNvSpPr/>
          <p:nvPr/>
        </p:nvSpPr>
        <p:spPr>
          <a:xfrm>
            <a:off x="1047600" y="2552400"/>
            <a:ext cx="3191040" cy="19440"/>
          </a:xfrm>
          <a:custGeom>
            <a:avLst/>
            <a:gdLst/>
            <a:ahLst/>
            <a:rect l="0" t="0" r="r" b="b"/>
            <a:pathLst>
              <a:path w="8864" h="54">
                <a:moveTo>
                  <a:pt x="0" y="0"/>
                </a:moveTo>
                <a:lnTo>
                  <a:pt x="8864" y="0"/>
                </a:lnTo>
                <a:lnTo>
                  <a:pt x="8864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391" name=""/>
          <p:cNvSpPr/>
          <p:nvPr/>
        </p:nvSpPr>
        <p:spPr>
          <a:xfrm>
            <a:off x="4238280" y="2552400"/>
            <a:ext cx="2095920" cy="19440"/>
          </a:xfrm>
          <a:custGeom>
            <a:avLst/>
            <a:gdLst/>
            <a:ahLst/>
            <a:rect l="0" t="0" r="r" b="b"/>
            <a:pathLst>
              <a:path w="5822" h="54">
                <a:moveTo>
                  <a:pt x="0" y="0"/>
                </a:moveTo>
                <a:lnTo>
                  <a:pt x="5822" y="0"/>
                </a:lnTo>
                <a:lnTo>
                  <a:pt x="5822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392" name=""/>
          <p:cNvSpPr/>
          <p:nvPr/>
        </p:nvSpPr>
        <p:spPr>
          <a:xfrm>
            <a:off x="6333840" y="2552400"/>
            <a:ext cx="762480" cy="19440"/>
          </a:xfrm>
          <a:custGeom>
            <a:avLst/>
            <a:gdLst/>
            <a:ahLst/>
            <a:rect l="0" t="0" r="r" b="b"/>
            <a:pathLst>
              <a:path w="2118" h="54">
                <a:moveTo>
                  <a:pt x="0" y="0"/>
                </a:moveTo>
                <a:lnTo>
                  <a:pt x="2118" y="0"/>
                </a:lnTo>
                <a:lnTo>
                  <a:pt x="2118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393" name=""/>
          <p:cNvSpPr/>
          <p:nvPr/>
        </p:nvSpPr>
        <p:spPr>
          <a:xfrm>
            <a:off x="7095960" y="2552400"/>
            <a:ext cx="2857680" cy="19440"/>
          </a:xfrm>
          <a:custGeom>
            <a:avLst/>
            <a:gdLst/>
            <a:ahLst/>
            <a:rect l="0" t="0" r="r" b="b"/>
            <a:pathLst>
              <a:path w="7938" h="54">
                <a:moveTo>
                  <a:pt x="0" y="0"/>
                </a:moveTo>
                <a:lnTo>
                  <a:pt x="7938" y="0"/>
                </a:lnTo>
                <a:lnTo>
                  <a:pt x="7938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394" name=""/>
          <p:cNvSpPr/>
          <p:nvPr/>
        </p:nvSpPr>
        <p:spPr>
          <a:xfrm>
            <a:off x="9953280" y="2552400"/>
            <a:ext cx="1191240" cy="19440"/>
          </a:xfrm>
          <a:custGeom>
            <a:avLst/>
            <a:gdLst/>
            <a:ahLst/>
            <a:rect l="0" t="0" r="r" b="b"/>
            <a:pathLst>
              <a:path w="3309" h="54">
                <a:moveTo>
                  <a:pt x="0" y="0"/>
                </a:moveTo>
                <a:lnTo>
                  <a:pt x="3309" y="0"/>
                </a:lnTo>
                <a:lnTo>
                  <a:pt x="3309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395" name=""/>
          <p:cNvSpPr/>
          <p:nvPr/>
        </p:nvSpPr>
        <p:spPr>
          <a:xfrm>
            <a:off x="1047600" y="2923920"/>
            <a:ext cx="3191040" cy="10080"/>
          </a:xfrm>
          <a:custGeom>
            <a:avLst/>
            <a:gdLst/>
            <a:ahLst/>
            <a:rect l="0" t="0" r="r" b="b"/>
            <a:pathLst>
              <a:path w="8864" h="28">
                <a:moveTo>
                  <a:pt x="0" y="0"/>
                </a:moveTo>
                <a:lnTo>
                  <a:pt x="8864" y="0"/>
                </a:lnTo>
                <a:lnTo>
                  <a:pt x="886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96" name=""/>
          <p:cNvSpPr/>
          <p:nvPr/>
        </p:nvSpPr>
        <p:spPr>
          <a:xfrm>
            <a:off x="4238280" y="2923920"/>
            <a:ext cx="2095920" cy="10080"/>
          </a:xfrm>
          <a:custGeom>
            <a:avLst/>
            <a:gdLst/>
            <a:ahLst/>
            <a:rect l="0" t="0" r="r" b="b"/>
            <a:pathLst>
              <a:path w="5822" h="28">
                <a:moveTo>
                  <a:pt x="0" y="0"/>
                </a:moveTo>
                <a:lnTo>
                  <a:pt x="5822" y="0"/>
                </a:lnTo>
                <a:lnTo>
                  <a:pt x="582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97" name=""/>
          <p:cNvSpPr/>
          <p:nvPr/>
        </p:nvSpPr>
        <p:spPr>
          <a:xfrm>
            <a:off x="6333840" y="2923920"/>
            <a:ext cx="762480" cy="10080"/>
          </a:xfrm>
          <a:custGeom>
            <a:avLst/>
            <a:gdLst/>
            <a:ahLst/>
            <a:rect l="0" t="0" r="r" b="b"/>
            <a:pathLst>
              <a:path w="2118" h="28">
                <a:moveTo>
                  <a:pt x="0" y="0"/>
                </a:moveTo>
                <a:lnTo>
                  <a:pt x="2118" y="0"/>
                </a:lnTo>
                <a:lnTo>
                  <a:pt x="211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98" name=""/>
          <p:cNvSpPr/>
          <p:nvPr/>
        </p:nvSpPr>
        <p:spPr>
          <a:xfrm>
            <a:off x="7095960" y="2923920"/>
            <a:ext cx="2857680" cy="10080"/>
          </a:xfrm>
          <a:custGeom>
            <a:avLst/>
            <a:gdLst/>
            <a:ahLst/>
            <a:rect l="0" t="0" r="r" b="b"/>
            <a:pathLst>
              <a:path w="7938" h="28">
                <a:moveTo>
                  <a:pt x="0" y="0"/>
                </a:moveTo>
                <a:lnTo>
                  <a:pt x="7938" y="0"/>
                </a:lnTo>
                <a:lnTo>
                  <a:pt x="793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399" name=""/>
          <p:cNvSpPr/>
          <p:nvPr/>
        </p:nvSpPr>
        <p:spPr>
          <a:xfrm>
            <a:off x="9953280" y="2923920"/>
            <a:ext cx="1191240" cy="10080"/>
          </a:xfrm>
          <a:custGeom>
            <a:avLst/>
            <a:gdLst/>
            <a:ahLst/>
            <a:rect l="0" t="0" r="r" b="b"/>
            <a:pathLst>
              <a:path w="3309" h="28">
                <a:moveTo>
                  <a:pt x="0" y="0"/>
                </a:moveTo>
                <a:lnTo>
                  <a:pt x="3309" y="0"/>
                </a:lnTo>
                <a:lnTo>
                  <a:pt x="330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00" name=""/>
          <p:cNvSpPr/>
          <p:nvPr/>
        </p:nvSpPr>
        <p:spPr>
          <a:xfrm>
            <a:off x="1047600" y="3286080"/>
            <a:ext cx="3191040" cy="9720"/>
          </a:xfrm>
          <a:custGeom>
            <a:avLst/>
            <a:gdLst/>
            <a:ahLst/>
            <a:rect l="0" t="0" r="r" b="b"/>
            <a:pathLst>
              <a:path w="8864" h="27">
                <a:moveTo>
                  <a:pt x="0" y="0"/>
                </a:moveTo>
                <a:lnTo>
                  <a:pt x="8864" y="0"/>
                </a:lnTo>
                <a:lnTo>
                  <a:pt x="886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01" name=""/>
          <p:cNvSpPr/>
          <p:nvPr/>
        </p:nvSpPr>
        <p:spPr>
          <a:xfrm>
            <a:off x="4238280" y="3286080"/>
            <a:ext cx="2095920" cy="9720"/>
          </a:xfrm>
          <a:custGeom>
            <a:avLst/>
            <a:gdLst/>
            <a:ahLst/>
            <a:rect l="0" t="0" r="r" b="b"/>
            <a:pathLst>
              <a:path w="5822" h="27">
                <a:moveTo>
                  <a:pt x="0" y="0"/>
                </a:moveTo>
                <a:lnTo>
                  <a:pt x="5822" y="0"/>
                </a:lnTo>
                <a:lnTo>
                  <a:pt x="582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02" name=""/>
          <p:cNvSpPr/>
          <p:nvPr/>
        </p:nvSpPr>
        <p:spPr>
          <a:xfrm>
            <a:off x="6333840" y="3286080"/>
            <a:ext cx="762480" cy="9720"/>
          </a:xfrm>
          <a:custGeom>
            <a:avLst/>
            <a:gdLst/>
            <a:ahLst/>
            <a:rect l="0" t="0" r="r" b="b"/>
            <a:pathLst>
              <a:path w="2118" h="27">
                <a:moveTo>
                  <a:pt x="0" y="0"/>
                </a:moveTo>
                <a:lnTo>
                  <a:pt x="2118" y="0"/>
                </a:lnTo>
                <a:lnTo>
                  <a:pt x="211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03" name=""/>
          <p:cNvSpPr/>
          <p:nvPr/>
        </p:nvSpPr>
        <p:spPr>
          <a:xfrm>
            <a:off x="7095960" y="3286080"/>
            <a:ext cx="2857680" cy="9720"/>
          </a:xfrm>
          <a:custGeom>
            <a:avLst/>
            <a:gdLst/>
            <a:ahLst/>
            <a:rect l="0" t="0" r="r" b="b"/>
            <a:pathLst>
              <a:path w="7938" h="27">
                <a:moveTo>
                  <a:pt x="0" y="0"/>
                </a:moveTo>
                <a:lnTo>
                  <a:pt x="7938" y="0"/>
                </a:lnTo>
                <a:lnTo>
                  <a:pt x="793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04" name=""/>
          <p:cNvSpPr/>
          <p:nvPr/>
        </p:nvSpPr>
        <p:spPr>
          <a:xfrm>
            <a:off x="9953280" y="3286080"/>
            <a:ext cx="1191240" cy="9720"/>
          </a:xfrm>
          <a:custGeom>
            <a:avLst/>
            <a:gdLst/>
            <a:ahLst/>
            <a:rect l="0" t="0" r="r" b="b"/>
            <a:pathLst>
              <a:path w="3309" h="27">
                <a:moveTo>
                  <a:pt x="0" y="0"/>
                </a:moveTo>
                <a:lnTo>
                  <a:pt x="3309" y="0"/>
                </a:lnTo>
                <a:lnTo>
                  <a:pt x="33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05" name=""/>
          <p:cNvSpPr/>
          <p:nvPr/>
        </p:nvSpPr>
        <p:spPr>
          <a:xfrm>
            <a:off x="1047600" y="3647880"/>
            <a:ext cx="3191040" cy="9720"/>
          </a:xfrm>
          <a:custGeom>
            <a:avLst/>
            <a:gdLst/>
            <a:ahLst/>
            <a:rect l="0" t="0" r="r" b="b"/>
            <a:pathLst>
              <a:path w="8864" h="27">
                <a:moveTo>
                  <a:pt x="0" y="0"/>
                </a:moveTo>
                <a:lnTo>
                  <a:pt x="8864" y="0"/>
                </a:lnTo>
                <a:lnTo>
                  <a:pt x="886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06" name=""/>
          <p:cNvSpPr/>
          <p:nvPr/>
        </p:nvSpPr>
        <p:spPr>
          <a:xfrm>
            <a:off x="4238280" y="3647880"/>
            <a:ext cx="2095920" cy="9720"/>
          </a:xfrm>
          <a:custGeom>
            <a:avLst/>
            <a:gdLst/>
            <a:ahLst/>
            <a:rect l="0" t="0" r="r" b="b"/>
            <a:pathLst>
              <a:path w="5822" h="27">
                <a:moveTo>
                  <a:pt x="0" y="0"/>
                </a:moveTo>
                <a:lnTo>
                  <a:pt x="5822" y="0"/>
                </a:lnTo>
                <a:lnTo>
                  <a:pt x="582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07" name=""/>
          <p:cNvSpPr/>
          <p:nvPr/>
        </p:nvSpPr>
        <p:spPr>
          <a:xfrm>
            <a:off x="6333840" y="3647880"/>
            <a:ext cx="762480" cy="9720"/>
          </a:xfrm>
          <a:custGeom>
            <a:avLst/>
            <a:gdLst/>
            <a:ahLst/>
            <a:rect l="0" t="0" r="r" b="b"/>
            <a:pathLst>
              <a:path w="2118" h="27">
                <a:moveTo>
                  <a:pt x="0" y="0"/>
                </a:moveTo>
                <a:lnTo>
                  <a:pt x="2118" y="0"/>
                </a:lnTo>
                <a:lnTo>
                  <a:pt x="211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08" name=""/>
          <p:cNvSpPr/>
          <p:nvPr/>
        </p:nvSpPr>
        <p:spPr>
          <a:xfrm>
            <a:off x="7095960" y="3647880"/>
            <a:ext cx="2857680" cy="9720"/>
          </a:xfrm>
          <a:custGeom>
            <a:avLst/>
            <a:gdLst/>
            <a:ahLst/>
            <a:rect l="0" t="0" r="r" b="b"/>
            <a:pathLst>
              <a:path w="7938" h="27">
                <a:moveTo>
                  <a:pt x="0" y="0"/>
                </a:moveTo>
                <a:lnTo>
                  <a:pt x="7938" y="0"/>
                </a:lnTo>
                <a:lnTo>
                  <a:pt x="793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09" name=""/>
          <p:cNvSpPr/>
          <p:nvPr/>
        </p:nvSpPr>
        <p:spPr>
          <a:xfrm>
            <a:off x="9953280" y="3647880"/>
            <a:ext cx="1191240" cy="9720"/>
          </a:xfrm>
          <a:custGeom>
            <a:avLst/>
            <a:gdLst/>
            <a:ahLst/>
            <a:rect l="0" t="0" r="r" b="b"/>
            <a:pathLst>
              <a:path w="3309" h="27">
                <a:moveTo>
                  <a:pt x="0" y="0"/>
                </a:moveTo>
                <a:lnTo>
                  <a:pt x="3309" y="0"/>
                </a:lnTo>
                <a:lnTo>
                  <a:pt x="33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10" name=""/>
          <p:cNvSpPr/>
          <p:nvPr/>
        </p:nvSpPr>
        <p:spPr>
          <a:xfrm>
            <a:off x="1047600" y="4009680"/>
            <a:ext cx="3191040" cy="10080"/>
          </a:xfrm>
          <a:custGeom>
            <a:avLst/>
            <a:gdLst/>
            <a:ahLst/>
            <a:rect l="0" t="0" r="r" b="b"/>
            <a:pathLst>
              <a:path w="8864" h="28">
                <a:moveTo>
                  <a:pt x="0" y="0"/>
                </a:moveTo>
                <a:lnTo>
                  <a:pt x="8864" y="0"/>
                </a:lnTo>
                <a:lnTo>
                  <a:pt x="886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11" name=""/>
          <p:cNvSpPr/>
          <p:nvPr/>
        </p:nvSpPr>
        <p:spPr>
          <a:xfrm>
            <a:off x="4238280" y="4009680"/>
            <a:ext cx="2095920" cy="10080"/>
          </a:xfrm>
          <a:custGeom>
            <a:avLst/>
            <a:gdLst/>
            <a:ahLst/>
            <a:rect l="0" t="0" r="r" b="b"/>
            <a:pathLst>
              <a:path w="5822" h="28">
                <a:moveTo>
                  <a:pt x="0" y="0"/>
                </a:moveTo>
                <a:lnTo>
                  <a:pt x="5822" y="0"/>
                </a:lnTo>
                <a:lnTo>
                  <a:pt x="582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12" name=""/>
          <p:cNvSpPr/>
          <p:nvPr/>
        </p:nvSpPr>
        <p:spPr>
          <a:xfrm>
            <a:off x="6333840" y="4009680"/>
            <a:ext cx="762480" cy="10080"/>
          </a:xfrm>
          <a:custGeom>
            <a:avLst/>
            <a:gdLst/>
            <a:ahLst/>
            <a:rect l="0" t="0" r="r" b="b"/>
            <a:pathLst>
              <a:path w="2118" h="28">
                <a:moveTo>
                  <a:pt x="0" y="0"/>
                </a:moveTo>
                <a:lnTo>
                  <a:pt x="2118" y="0"/>
                </a:lnTo>
                <a:lnTo>
                  <a:pt x="211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13" name=""/>
          <p:cNvSpPr/>
          <p:nvPr/>
        </p:nvSpPr>
        <p:spPr>
          <a:xfrm>
            <a:off x="7095960" y="4009680"/>
            <a:ext cx="2857680" cy="10080"/>
          </a:xfrm>
          <a:custGeom>
            <a:avLst/>
            <a:gdLst/>
            <a:ahLst/>
            <a:rect l="0" t="0" r="r" b="b"/>
            <a:pathLst>
              <a:path w="7938" h="28">
                <a:moveTo>
                  <a:pt x="0" y="0"/>
                </a:moveTo>
                <a:lnTo>
                  <a:pt x="7938" y="0"/>
                </a:lnTo>
                <a:lnTo>
                  <a:pt x="793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14" name=""/>
          <p:cNvSpPr/>
          <p:nvPr/>
        </p:nvSpPr>
        <p:spPr>
          <a:xfrm>
            <a:off x="9953280" y="4009680"/>
            <a:ext cx="1191240" cy="10080"/>
          </a:xfrm>
          <a:custGeom>
            <a:avLst/>
            <a:gdLst/>
            <a:ahLst/>
            <a:rect l="0" t="0" r="r" b="b"/>
            <a:pathLst>
              <a:path w="3309" h="28">
                <a:moveTo>
                  <a:pt x="0" y="0"/>
                </a:moveTo>
                <a:lnTo>
                  <a:pt x="3309" y="0"/>
                </a:lnTo>
                <a:lnTo>
                  <a:pt x="330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15" name=""/>
          <p:cNvSpPr/>
          <p:nvPr/>
        </p:nvSpPr>
        <p:spPr>
          <a:xfrm>
            <a:off x="1047600" y="4371840"/>
            <a:ext cx="3191040" cy="9720"/>
          </a:xfrm>
          <a:custGeom>
            <a:avLst/>
            <a:gdLst/>
            <a:ahLst/>
            <a:rect l="0" t="0" r="r" b="b"/>
            <a:pathLst>
              <a:path w="8864" h="27">
                <a:moveTo>
                  <a:pt x="0" y="0"/>
                </a:moveTo>
                <a:lnTo>
                  <a:pt x="8864" y="0"/>
                </a:lnTo>
                <a:lnTo>
                  <a:pt x="886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16" name=""/>
          <p:cNvSpPr/>
          <p:nvPr/>
        </p:nvSpPr>
        <p:spPr>
          <a:xfrm>
            <a:off x="4238280" y="4371840"/>
            <a:ext cx="2095920" cy="9720"/>
          </a:xfrm>
          <a:custGeom>
            <a:avLst/>
            <a:gdLst/>
            <a:ahLst/>
            <a:rect l="0" t="0" r="r" b="b"/>
            <a:pathLst>
              <a:path w="5822" h="27">
                <a:moveTo>
                  <a:pt x="0" y="0"/>
                </a:moveTo>
                <a:lnTo>
                  <a:pt x="5822" y="0"/>
                </a:lnTo>
                <a:lnTo>
                  <a:pt x="582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17" name=""/>
          <p:cNvSpPr/>
          <p:nvPr/>
        </p:nvSpPr>
        <p:spPr>
          <a:xfrm>
            <a:off x="6333840" y="4371840"/>
            <a:ext cx="762480" cy="9720"/>
          </a:xfrm>
          <a:custGeom>
            <a:avLst/>
            <a:gdLst/>
            <a:ahLst/>
            <a:rect l="0" t="0" r="r" b="b"/>
            <a:pathLst>
              <a:path w="2118" h="27">
                <a:moveTo>
                  <a:pt x="0" y="0"/>
                </a:moveTo>
                <a:lnTo>
                  <a:pt x="2118" y="0"/>
                </a:lnTo>
                <a:lnTo>
                  <a:pt x="211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18" name=""/>
          <p:cNvSpPr/>
          <p:nvPr/>
        </p:nvSpPr>
        <p:spPr>
          <a:xfrm>
            <a:off x="7095960" y="4371840"/>
            <a:ext cx="2857680" cy="9720"/>
          </a:xfrm>
          <a:custGeom>
            <a:avLst/>
            <a:gdLst/>
            <a:ahLst/>
            <a:rect l="0" t="0" r="r" b="b"/>
            <a:pathLst>
              <a:path w="7938" h="27">
                <a:moveTo>
                  <a:pt x="0" y="0"/>
                </a:moveTo>
                <a:lnTo>
                  <a:pt x="7938" y="0"/>
                </a:lnTo>
                <a:lnTo>
                  <a:pt x="793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19" name=""/>
          <p:cNvSpPr/>
          <p:nvPr/>
        </p:nvSpPr>
        <p:spPr>
          <a:xfrm>
            <a:off x="9953280" y="4371840"/>
            <a:ext cx="1191240" cy="9720"/>
          </a:xfrm>
          <a:custGeom>
            <a:avLst/>
            <a:gdLst/>
            <a:ahLst/>
            <a:rect l="0" t="0" r="r" b="b"/>
            <a:pathLst>
              <a:path w="3309" h="27">
                <a:moveTo>
                  <a:pt x="0" y="0"/>
                </a:moveTo>
                <a:lnTo>
                  <a:pt x="3309" y="0"/>
                </a:lnTo>
                <a:lnTo>
                  <a:pt x="33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20" name=""/>
          <p:cNvSpPr/>
          <p:nvPr/>
        </p:nvSpPr>
        <p:spPr>
          <a:xfrm>
            <a:off x="1047600" y="4733640"/>
            <a:ext cx="3191040" cy="10080"/>
          </a:xfrm>
          <a:custGeom>
            <a:avLst/>
            <a:gdLst/>
            <a:ahLst/>
            <a:rect l="0" t="0" r="r" b="b"/>
            <a:pathLst>
              <a:path w="8864" h="28">
                <a:moveTo>
                  <a:pt x="0" y="0"/>
                </a:moveTo>
                <a:lnTo>
                  <a:pt x="8864" y="0"/>
                </a:lnTo>
                <a:lnTo>
                  <a:pt x="886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21" name=""/>
          <p:cNvSpPr/>
          <p:nvPr/>
        </p:nvSpPr>
        <p:spPr>
          <a:xfrm>
            <a:off x="4238280" y="4733640"/>
            <a:ext cx="2095920" cy="10080"/>
          </a:xfrm>
          <a:custGeom>
            <a:avLst/>
            <a:gdLst/>
            <a:ahLst/>
            <a:rect l="0" t="0" r="r" b="b"/>
            <a:pathLst>
              <a:path w="5822" h="28">
                <a:moveTo>
                  <a:pt x="0" y="0"/>
                </a:moveTo>
                <a:lnTo>
                  <a:pt x="5822" y="0"/>
                </a:lnTo>
                <a:lnTo>
                  <a:pt x="582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22" name=""/>
          <p:cNvSpPr/>
          <p:nvPr/>
        </p:nvSpPr>
        <p:spPr>
          <a:xfrm>
            <a:off x="6333840" y="4733640"/>
            <a:ext cx="762480" cy="10080"/>
          </a:xfrm>
          <a:custGeom>
            <a:avLst/>
            <a:gdLst/>
            <a:ahLst/>
            <a:rect l="0" t="0" r="r" b="b"/>
            <a:pathLst>
              <a:path w="2118" h="28">
                <a:moveTo>
                  <a:pt x="0" y="0"/>
                </a:moveTo>
                <a:lnTo>
                  <a:pt x="2118" y="0"/>
                </a:lnTo>
                <a:lnTo>
                  <a:pt x="211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23" name=""/>
          <p:cNvSpPr/>
          <p:nvPr/>
        </p:nvSpPr>
        <p:spPr>
          <a:xfrm>
            <a:off x="7095960" y="4733640"/>
            <a:ext cx="2857680" cy="10080"/>
          </a:xfrm>
          <a:custGeom>
            <a:avLst/>
            <a:gdLst/>
            <a:ahLst/>
            <a:rect l="0" t="0" r="r" b="b"/>
            <a:pathLst>
              <a:path w="7938" h="28">
                <a:moveTo>
                  <a:pt x="0" y="0"/>
                </a:moveTo>
                <a:lnTo>
                  <a:pt x="7938" y="0"/>
                </a:lnTo>
                <a:lnTo>
                  <a:pt x="793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24" name=""/>
          <p:cNvSpPr/>
          <p:nvPr/>
        </p:nvSpPr>
        <p:spPr>
          <a:xfrm>
            <a:off x="9953280" y="4733640"/>
            <a:ext cx="1191240" cy="10080"/>
          </a:xfrm>
          <a:custGeom>
            <a:avLst/>
            <a:gdLst/>
            <a:ahLst/>
            <a:rect l="0" t="0" r="r" b="b"/>
            <a:pathLst>
              <a:path w="3309" h="28">
                <a:moveTo>
                  <a:pt x="0" y="0"/>
                </a:moveTo>
                <a:lnTo>
                  <a:pt x="3309" y="0"/>
                </a:lnTo>
                <a:lnTo>
                  <a:pt x="330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25" name=""/>
          <p:cNvSpPr/>
          <p:nvPr/>
        </p:nvSpPr>
        <p:spPr>
          <a:xfrm>
            <a:off x="1047600" y="5095800"/>
            <a:ext cx="3191040" cy="9720"/>
          </a:xfrm>
          <a:custGeom>
            <a:avLst/>
            <a:gdLst/>
            <a:ahLst/>
            <a:rect l="0" t="0" r="r" b="b"/>
            <a:pathLst>
              <a:path w="8864" h="27">
                <a:moveTo>
                  <a:pt x="0" y="0"/>
                </a:moveTo>
                <a:lnTo>
                  <a:pt x="8864" y="0"/>
                </a:lnTo>
                <a:lnTo>
                  <a:pt x="886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26" name=""/>
          <p:cNvSpPr/>
          <p:nvPr/>
        </p:nvSpPr>
        <p:spPr>
          <a:xfrm>
            <a:off x="4238280" y="5095800"/>
            <a:ext cx="2095920" cy="9720"/>
          </a:xfrm>
          <a:custGeom>
            <a:avLst/>
            <a:gdLst/>
            <a:ahLst/>
            <a:rect l="0" t="0" r="r" b="b"/>
            <a:pathLst>
              <a:path w="5822" h="27">
                <a:moveTo>
                  <a:pt x="0" y="0"/>
                </a:moveTo>
                <a:lnTo>
                  <a:pt x="5822" y="0"/>
                </a:lnTo>
                <a:lnTo>
                  <a:pt x="582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27" name=""/>
          <p:cNvSpPr/>
          <p:nvPr/>
        </p:nvSpPr>
        <p:spPr>
          <a:xfrm>
            <a:off x="6333840" y="5095800"/>
            <a:ext cx="762480" cy="9720"/>
          </a:xfrm>
          <a:custGeom>
            <a:avLst/>
            <a:gdLst/>
            <a:ahLst/>
            <a:rect l="0" t="0" r="r" b="b"/>
            <a:pathLst>
              <a:path w="2118" h="27">
                <a:moveTo>
                  <a:pt x="0" y="0"/>
                </a:moveTo>
                <a:lnTo>
                  <a:pt x="2118" y="0"/>
                </a:lnTo>
                <a:lnTo>
                  <a:pt x="211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28" name=""/>
          <p:cNvSpPr/>
          <p:nvPr/>
        </p:nvSpPr>
        <p:spPr>
          <a:xfrm>
            <a:off x="7095960" y="5095800"/>
            <a:ext cx="2857680" cy="9720"/>
          </a:xfrm>
          <a:custGeom>
            <a:avLst/>
            <a:gdLst/>
            <a:ahLst/>
            <a:rect l="0" t="0" r="r" b="b"/>
            <a:pathLst>
              <a:path w="7938" h="27">
                <a:moveTo>
                  <a:pt x="0" y="0"/>
                </a:moveTo>
                <a:lnTo>
                  <a:pt x="7938" y="0"/>
                </a:lnTo>
                <a:lnTo>
                  <a:pt x="793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29" name=""/>
          <p:cNvSpPr/>
          <p:nvPr/>
        </p:nvSpPr>
        <p:spPr>
          <a:xfrm>
            <a:off x="9953280" y="5095800"/>
            <a:ext cx="1191240" cy="9720"/>
          </a:xfrm>
          <a:custGeom>
            <a:avLst/>
            <a:gdLst/>
            <a:ahLst/>
            <a:rect l="0" t="0" r="r" b="b"/>
            <a:pathLst>
              <a:path w="3309" h="27">
                <a:moveTo>
                  <a:pt x="0" y="0"/>
                </a:moveTo>
                <a:lnTo>
                  <a:pt x="3309" y="0"/>
                </a:lnTo>
                <a:lnTo>
                  <a:pt x="33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30" name=""/>
          <p:cNvSpPr/>
          <p:nvPr/>
        </p:nvSpPr>
        <p:spPr>
          <a:xfrm>
            <a:off x="1047600" y="5457600"/>
            <a:ext cx="3191040" cy="10080"/>
          </a:xfrm>
          <a:custGeom>
            <a:avLst/>
            <a:gdLst/>
            <a:ahLst/>
            <a:rect l="0" t="0" r="r" b="b"/>
            <a:pathLst>
              <a:path w="8864" h="28">
                <a:moveTo>
                  <a:pt x="0" y="0"/>
                </a:moveTo>
                <a:lnTo>
                  <a:pt x="8864" y="0"/>
                </a:lnTo>
                <a:lnTo>
                  <a:pt x="886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31" name=""/>
          <p:cNvSpPr/>
          <p:nvPr/>
        </p:nvSpPr>
        <p:spPr>
          <a:xfrm>
            <a:off x="4238280" y="5457600"/>
            <a:ext cx="2095920" cy="10080"/>
          </a:xfrm>
          <a:custGeom>
            <a:avLst/>
            <a:gdLst/>
            <a:ahLst/>
            <a:rect l="0" t="0" r="r" b="b"/>
            <a:pathLst>
              <a:path w="5822" h="28">
                <a:moveTo>
                  <a:pt x="0" y="0"/>
                </a:moveTo>
                <a:lnTo>
                  <a:pt x="5822" y="0"/>
                </a:lnTo>
                <a:lnTo>
                  <a:pt x="582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32" name=""/>
          <p:cNvSpPr/>
          <p:nvPr/>
        </p:nvSpPr>
        <p:spPr>
          <a:xfrm>
            <a:off x="6333840" y="5457600"/>
            <a:ext cx="762480" cy="10080"/>
          </a:xfrm>
          <a:custGeom>
            <a:avLst/>
            <a:gdLst/>
            <a:ahLst/>
            <a:rect l="0" t="0" r="r" b="b"/>
            <a:pathLst>
              <a:path w="2118" h="28">
                <a:moveTo>
                  <a:pt x="0" y="0"/>
                </a:moveTo>
                <a:lnTo>
                  <a:pt x="2118" y="0"/>
                </a:lnTo>
                <a:lnTo>
                  <a:pt x="211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33" name=""/>
          <p:cNvSpPr/>
          <p:nvPr/>
        </p:nvSpPr>
        <p:spPr>
          <a:xfrm>
            <a:off x="7095960" y="5457600"/>
            <a:ext cx="2857680" cy="10080"/>
          </a:xfrm>
          <a:custGeom>
            <a:avLst/>
            <a:gdLst/>
            <a:ahLst/>
            <a:rect l="0" t="0" r="r" b="b"/>
            <a:pathLst>
              <a:path w="7938" h="28">
                <a:moveTo>
                  <a:pt x="0" y="0"/>
                </a:moveTo>
                <a:lnTo>
                  <a:pt x="7938" y="0"/>
                </a:lnTo>
                <a:lnTo>
                  <a:pt x="793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34" name=""/>
          <p:cNvSpPr/>
          <p:nvPr/>
        </p:nvSpPr>
        <p:spPr>
          <a:xfrm>
            <a:off x="9953280" y="5457600"/>
            <a:ext cx="1191240" cy="10080"/>
          </a:xfrm>
          <a:custGeom>
            <a:avLst/>
            <a:gdLst/>
            <a:ahLst/>
            <a:rect l="0" t="0" r="r" b="b"/>
            <a:pathLst>
              <a:path w="3309" h="28">
                <a:moveTo>
                  <a:pt x="0" y="0"/>
                </a:moveTo>
                <a:lnTo>
                  <a:pt x="3309" y="0"/>
                </a:lnTo>
                <a:lnTo>
                  <a:pt x="330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35" name=""/>
          <p:cNvSpPr/>
          <p:nvPr/>
        </p:nvSpPr>
        <p:spPr>
          <a:xfrm>
            <a:off x="1047600" y="5819760"/>
            <a:ext cx="3191040" cy="9720"/>
          </a:xfrm>
          <a:custGeom>
            <a:avLst/>
            <a:gdLst/>
            <a:ahLst/>
            <a:rect l="0" t="0" r="r" b="b"/>
            <a:pathLst>
              <a:path w="8864" h="27">
                <a:moveTo>
                  <a:pt x="0" y="0"/>
                </a:moveTo>
                <a:lnTo>
                  <a:pt x="8864" y="0"/>
                </a:lnTo>
                <a:lnTo>
                  <a:pt x="886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36" name=""/>
          <p:cNvSpPr/>
          <p:nvPr/>
        </p:nvSpPr>
        <p:spPr>
          <a:xfrm>
            <a:off x="4238280" y="5819760"/>
            <a:ext cx="2095920" cy="9720"/>
          </a:xfrm>
          <a:custGeom>
            <a:avLst/>
            <a:gdLst/>
            <a:ahLst/>
            <a:rect l="0" t="0" r="r" b="b"/>
            <a:pathLst>
              <a:path w="5822" h="27">
                <a:moveTo>
                  <a:pt x="0" y="0"/>
                </a:moveTo>
                <a:lnTo>
                  <a:pt x="5822" y="0"/>
                </a:lnTo>
                <a:lnTo>
                  <a:pt x="582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37" name=""/>
          <p:cNvSpPr/>
          <p:nvPr/>
        </p:nvSpPr>
        <p:spPr>
          <a:xfrm>
            <a:off x="6333840" y="5819760"/>
            <a:ext cx="762480" cy="9720"/>
          </a:xfrm>
          <a:custGeom>
            <a:avLst/>
            <a:gdLst/>
            <a:ahLst/>
            <a:rect l="0" t="0" r="r" b="b"/>
            <a:pathLst>
              <a:path w="2118" h="27">
                <a:moveTo>
                  <a:pt x="0" y="0"/>
                </a:moveTo>
                <a:lnTo>
                  <a:pt x="2118" y="0"/>
                </a:lnTo>
                <a:lnTo>
                  <a:pt x="211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38" name=""/>
          <p:cNvSpPr/>
          <p:nvPr/>
        </p:nvSpPr>
        <p:spPr>
          <a:xfrm>
            <a:off x="7095960" y="5819760"/>
            <a:ext cx="2857680" cy="9720"/>
          </a:xfrm>
          <a:custGeom>
            <a:avLst/>
            <a:gdLst/>
            <a:ahLst/>
            <a:rect l="0" t="0" r="r" b="b"/>
            <a:pathLst>
              <a:path w="7938" h="27">
                <a:moveTo>
                  <a:pt x="0" y="0"/>
                </a:moveTo>
                <a:lnTo>
                  <a:pt x="7938" y="0"/>
                </a:lnTo>
                <a:lnTo>
                  <a:pt x="793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39" name=""/>
          <p:cNvSpPr/>
          <p:nvPr/>
        </p:nvSpPr>
        <p:spPr>
          <a:xfrm>
            <a:off x="9953280" y="5819760"/>
            <a:ext cx="1191240" cy="9720"/>
          </a:xfrm>
          <a:custGeom>
            <a:avLst/>
            <a:gdLst/>
            <a:ahLst/>
            <a:rect l="0" t="0" r="r" b="b"/>
            <a:pathLst>
              <a:path w="3309" h="27">
                <a:moveTo>
                  <a:pt x="0" y="0"/>
                </a:moveTo>
                <a:lnTo>
                  <a:pt x="3309" y="0"/>
                </a:lnTo>
                <a:lnTo>
                  <a:pt x="33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40" name=""/>
          <p:cNvSpPr/>
          <p:nvPr/>
        </p:nvSpPr>
        <p:spPr>
          <a:xfrm>
            <a:off x="1047600" y="6181560"/>
            <a:ext cx="3191040" cy="9720"/>
          </a:xfrm>
          <a:custGeom>
            <a:avLst/>
            <a:gdLst/>
            <a:ahLst/>
            <a:rect l="0" t="0" r="r" b="b"/>
            <a:pathLst>
              <a:path w="8864" h="27">
                <a:moveTo>
                  <a:pt x="0" y="0"/>
                </a:moveTo>
                <a:lnTo>
                  <a:pt x="8864" y="0"/>
                </a:lnTo>
                <a:lnTo>
                  <a:pt x="886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41" name=""/>
          <p:cNvSpPr/>
          <p:nvPr/>
        </p:nvSpPr>
        <p:spPr>
          <a:xfrm>
            <a:off x="4238280" y="6181560"/>
            <a:ext cx="2095920" cy="9720"/>
          </a:xfrm>
          <a:custGeom>
            <a:avLst/>
            <a:gdLst/>
            <a:ahLst/>
            <a:rect l="0" t="0" r="r" b="b"/>
            <a:pathLst>
              <a:path w="5822" h="27">
                <a:moveTo>
                  <a:pt x="0" y="0"/>
                </a:moveTo>
                <a:lnTo>
                  <a:pt x="5822" y="0"/>
                </a:lnTo>
                <a:lnTo>
                  <a:pt x="582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42" name=""/>
          <p:cNvSpPr/>
          <p:nvPr/>
        </p:nvSpPr>
        <p:spPr>
          <a:xfrm>
            <a:off x="6333840" y="6181560"/>
            <a:ext cx="762480" cy="9720"/>
          </a:xfrm>
          <a:custGeom>
            <a:avLst/>
            <a:gdLst/>
            <a:ahLst/>
            <a:rect l="0" t="0" r="r" b="b"/>
            <a:pathLst>
              <a:path w="2118" h="27">
                <a:moveTo>
                  <a:pt x="0" y="0"/>
                </a:moveTo>
                <a:lnTo>
                  <a:pt x="2118" y="0"/>
                </a:lnTo>
                <a:lnTo>
                  <a:pt x="211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43" name=""/>
          <p:cNvSpPr/>
          <p:nvPr/>
        </p:nvSpPr>
        <p:spPr>
          <a:xfrm>
            <a:off x="7095960" y="6181560"/>
            <a:ext cx="2857680" cy="9720"/>
          </a:xfrm>
          <a:custGeom>
            <a:avLst/>
            <a:gdLst/>
            <a:ahLst/>
            <a:rect l="0" t="0" r="r" b="b"/>
            <a:pathLst>
              <a:path w="7938" h="27">
                <a:moveTo>
                  <a:pt x="0" y="0"/>
                </a:moveTo>
                <a:lnTo>
                  <a:pt x="7938" y="0"/>
                </a:lnTo>
                <a:lnTo>
                  <a:pt x="793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44" name=""/>
          <p:cNvSpPr/>
          <p:nvPr/>
        </p:nvSpPr>
        <p:spPr>
          <a:xfrm>
            <a:off x="9953280" y="6181560"/>
            <a:ext cx="1191240" cy="9720"/>
          </a:xfrm>
          <a:custGeom>
            <a:avLst/>
            <a:gdLst/>
            <a:ahLst/>
            <a:rect l="0" t="0" r="r" b="b"/>
            <a:pathLst>
              <a:path w="3309" h="27">
                <a:moveTo>
                  <a:pt x="0" y="0"/>
                </a:moveTo>
                <a:lnTo>
                  <a:pt x="3309" y="0"/>
                </a:lnTo>
                <a:lnTo>
                  <a:pt x="33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46" name=""/>
          <p:cNvSpPr txBox="1"/>
          <p:nvPr/>
        </p:nvSpPr>
        <p:spPr>
          <a:xfrm>
            <a:off x="1162080" y="2248920"/>
            <a:ext cx="5126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リスク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47" name=""/>
          <p:cNvSpPr txBox="1"/>
          <p:nvPr/>
        </p:nvSpPr>
        <p:spPr>
          <a:xfrm>
            <a:off x="4352760" y="2248920"/>
            <a:ext cx="16866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4</a:t>
            </a:r>
            <a:r>
              <a:rPr b="1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つの管理策の有効性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48" name=""/>
          <p:cNvSpPr txBox="1"/>
          <p:nvPr/>
        </p:nvSpPr>
        <p:spPr>
          <a:xfrm>
            <a:off x="6448320" y="2248920"/>
            <a:ext cx="5126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選択肢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49" name=""/>
          <p:cNvSpPr txBox="1"/>
          <p:nvPr/>
        </p:nvSpPr>
        <p:spPr>
          <a:xfrm>
            <a:off x="7210440" y="2248920"/>
            <a:ext cx="13662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追加のリスク対応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50" name=""/>
          <p:cNvSpPr txBox="1"/>
          <p:nvPr/>
        </p:nvSpPr>
        <p:spPr>
          <a:xfrm>
            <a:off x="10067760" y="2248920"/>
            <a:ext cx="3420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担当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51" name=""/>
          <p:cNvSpPr/>
          <p:nvPr/>
        </p:nvSpPr>
        <p:spPr>
          <a:xfrm>
            <a:off x="4370040" y="2674800"/>
            <a:ext cx="175320" cy="174960"/>
          </a:xfrm>
          <a:custGeom>
            <a:avLst/>
            <a:gdLst/>
            <a:ahLst/>
            <a:rect l="0" t="0" r="r" b="b"/>
            <a:pathLst>
              <a:path w="487" h="486">
                <a:moveTo>
                  <a:pt x="122" y="260"/>
                </a:moveTo>
                <a:lnTo>
                  <a:pt x="365" y="260"/>
                </a:lnTo>
                <a:lnTo>
                  <a:pt x="365" y="223"/>
                </a:lnTo>
                <a:lnTo>
                  <a:pt x="122" y="223"/>
                </a:lnTo>
                <a:lnTo>
                  <a:pt x="122" y="260"/>
                </a:lnTo>
                <a:moveTo>
                  <a:pt x="244" y="486"/>
                </a:moveTo>
                <a:cubicBezTo>
                  <a:pt x="210" y="486"/>
                  <a:pt x="179" y="480"/>
                  <a:pt x="149" y="467"/>
                </a:cubicBezTo>
                <a:cubicBezTo>
                  <a:pt x="120" y="454"/>
                  <a:pt x="94" y="437"/>
                  <a:pt x="72" y="415"/>
                </a:cubicBezTo>
                <a:cubicBezTo>
                  <a:pt x="50" y="393"/>
                  <a:pt x="32" y="367"/>
                  <a:pt x="20" y="337"/>
                </a:cubicBezTo>
                <a:cubicBezTo>
                  <a:pt x="7" y="308"/>
                  <a:pt x="0" y="277"/>
                  <a:pt x="0" y="243"/>
                </a:cubicBezTo>
                <a:cubicBezTo>
                  <a:pt x="0" y="210"/>
                  <a:pt x="7" y="178"/>
                  <a:pt x="20" y="149"/>
                </a:cubicBezTo>
                <a:cubicBezTo>
                  <a:pt x="32" y="119"/>
                  <a:pt x="50" y="94"/>
                  <a:pt x="72" y="71"/>
                </a:cubicBezTo>
                <a:cubicBezTo>
                  <a:pt x="94" y="49"/>
                  <a:pt x="120" y="32"/>
                  <a:pt x="149" y="19"/>
                </a:cubicBezTo>
                <a:cubicBezTo>
                  <a:pt x="179" y="6"/>
                  <a:pt x="210" y="0"/>
                  <a:pt x="244" y="0"/>
                </a:cubicBezTo>
                <a:cubicBezTo>
                  <a:pt x="278" y="0"/>
                  <a:pt x="309" y="6"/>
                  <a:pt x="339" y="19"/>
                </a:cubicBezTo>
                <a:cubicBezTo>
                  <a:pt x="368" y="32"/>
                  <a:pt x="394" y="49"/>
                  <a:pt x="416" y="71"/>
                </a:cubicBezTo>
                <a:cubicBezTo>
                  <a:pt x="437" y="94"/>
                  <a:pt x="455" y="119"/>
                  <a:pt x="467" y="149"/>
                </a:cubicBezTo>
                <a:cubicBezTo>
                  <a:pt x="480" y="178"/>
                  <a:pt x="487" y="210"/>
                  <a:pt x="487" y="243"/>
                </a:cubicBezTo>
                <a:cubicBezTo>
                  <a:pt x="487" y="277"/>
                  <a:pt x="480" y="308"/>
                  <a:pt x="467" y="337"/>
                </a:cubicBezTo>
                <a:cubicBezTo>
                  <a:pt x="455" y="367"/>
                  <a:pt x="437" y="393"/>
                  <a:pt x="416" y="415"/>
                </a:cubicBezTo>
                <a:cubicBezTo>
                  <a:pt x="394" y="437"/>
                  <a:pt x="368" y="454"/>
                  <a:pt x="339" y="467"/>
                </a:cubicBezTo>
                <a:cubicBezTo>
                  <a:pt x="309" y="480"/>
                  <a:pt x="278" y="486"/>
                  <a:pt x="244" y="486"/>
                </a:cubicBezTo>
                <a:moveTo>
                  <a:pt x="244" y="450"/>
                </a:moveTo>
                <a:cubicBezTo>
                  <a:pt x="301" y="450"/>
                  <a:pt x="350" y="429"/>
                  <a:pt x="390" y="389"/>
                </a:cubicBezTo>
                <a:cubicBezTo>
                  <a:pt x="430" y="349"/>
                  <a:pt x="450" y="300"/>
                  <a:pt x="450" y="243"/>
                </a:cubicBezTo>
                <a:cubicBezTo>
                  <a:pt x="450" y="186"/>
                  <a:pt x="430" y="137"/>
                  <a:pt x="390" y="97"/>
                </a:cubicBezTo>
                <a:cubicBezTo>
                  <a:pt x="350" y="56"/>
                  <a:pt x="301" y="36"/>
                  <a:pt x="244" y="36"/>
                </a:cubicBezTo>
                <a:cubicBezTo>
                  <a:pt x="186" y="36"/>
                  <a:pt x="137" y="56"/>
                  <a:pt x="97" y="97"/>
                </a:cubicBezTo>
                <a:cubicBezTo>
                  <a:pt x="57" y="137"/>
                  <a:pt x="37" y="186"/>
                  <a:pt x="37" y="243"/>
                </a:cubicBezTo>
                <a:cubicBezTo>
                  <a:pt x="37" y="300"/>
                  <a:pt x="57" y="349"/>
                  <a:pt x="97" y="389"/>
                </a:cubicBezTo>
                <a:cubicBezTo>
                  <a:pt x="137" y="429"/>
                  <a:pt x="186" y="450"/>
                  <a:pt x="244" y="450"/>
                </a:cubicBezTo>
                <a:moveTo>
                  <a:pt x="244" y="243"/>
                </a:moveTo>
                <a:lnTo>
                  <a:pt x="244" y="243"/>
                </a:lnTo>
                <a:close/>
              </a:path>
            </a:pathLst>
          </a:custGeom>
          <a:solidFill>
            <a:srgbClr val="4d4d4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452" name=""/>
          <p:cNvSpPr txBox="1"/>
          <p:nvPr/>
        </p:nvSpPr>
        <p:spPr>
          <a:xfrm>
            <a:off x="1162080" y="2620440"/>
            <a:ext cx="17280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ASI01 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目標の乗っ取り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53" name=""/>
          <p:cNvSpPr txBox="1"/>
          <p:nvPr/>
        </p:nvSpPr>
        <p:spPr>
          <a:xfrm>
            <a:off x="4619520" y="2620440"/>
            <a:ext cx="102492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350" spc="-1" strike="noStrike">
                <a:solidFill>
                  <a:srgbClr val="4d4d4d"/>
                </a:solidFill>
                <a:latin typeface="Noto Sans JP"/>
                <a:ea typeface="Noto Sans JP"/>
              </a:rPr>
              <a:t>低減できない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54" name=""/>
          <p:cNvSpPr txBox="1"/>
          <p:nvPr/>
        </p:nvSpPr>
        <p:spPr>
          <a:xfrm>
            <a:off x="6448320" y="2620440"/>
            <a:ext cx="3420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低減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55" name=""/>
          <p:cNvSpPr txBox="1"/>
          <p:nvPr/>
        </p:nvSpPr>
        <p:spPr>
          <a:xfrm>
            <a:off x="7210440" y="2620440"/>
            <a:ext cx="25610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信頼できるファイルだけ持ち込む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56" name=""/>
          <p:cNvSpPr txBox="1"/>
          <p:nvPr/>
        </p:nvSpPr>
        <p:spPr>
          <a:xfrm>
            <a:off x="10067760" y="2620440"/>
            <a:ext cx="5126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利用者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57" name=""/>
          <p:cNvSpPr/>
          <p:nvPr/>
        </p:nvSpPr>
        <p:spPr>
          <a:xfrm>
            <a:off x="4370040" y="3036600"/>
            <a:ext cx="175320" cy="174960"/>
          </a:xfrm>
          <a:custGeom>
            <a:avLst/>
            <a:gdLst/>
            <a:ahLst/>
            <a:rect l="0" t="0" r="r" b="b"/>
            <a:pathLst>
              <a:path w="487" h="486">
                <a:moveTo>
                  <a:pt x="207" y="354"/>
                </a:moveTo>
                <a:lnTo>
                  <a:pt x="380" y="183"/>
                </a:lnTo>
                <a:lnTo>
                  <a:pt x="352" y="155"/>
                </a:lnTo>
                <a:lnTo>
                  <a:pt x="207" y="299"/>
                </a:lnTo>
                <a:lnTo>
                  <a:pt x="134" y="226"/>
                </a:lnTo>
                <a:lnTo>
                  <a:pt x="107" y="254"/>
                </a:lnTo>
                <a:lnTo>
                  <a:pt x="207" y="354"/>
                </a:lnTo>
                <a:moveTo>
                  <a:pt x="244" y="486"/>
                </a:moveTo>
                <a:cubicBezTo>
                  <a:pt x="210" y="486"/>
                  <a:pt x="179" y="480"/>
                  <a:pt x="149" y="467"/>
                </a:cubicBezTo>
                <a:cubicBezTo>
                  <a:pt x="120" y="455"/>
                  <a:pt x="94" y="437"/>
                  <a:pt x="72" y="415"/>
                </a:cubicBezTo>
                <a:cubicBezTo>
                  <a:pt x="50" y="393"/>
                  <a:pt x="32" y="367"/>
                  <a:pt x="20" y="338"/>
                </a:cubicBezTo>
                <a:cubicBezTo>
                  <a:pt x="7" y="308"/>
                  <a:pt x="0" y="277"/>
                  <a:pt x="0" y="244"/>
                </a:cubicBezTo>
                <a:cubicBezTo>
                  <a:pt x="0" y="210"/>
                  <a:pt x="7" y="179"/>
                  <a:pt x="20" y="149"/>
                </a:cubicBezTo>
                <a:cubicBezTo>
                  <a:pt x="32" y="120"/>
                  <a:pt x="50" y="94"/>
                  <a:pt x="72" y="72"/>
                </a:cubicBezTo>
                <a:cubicBezTo>
                  <a:pt x="94" y="49"/>
                  <a:pt x="120" y="32"/>
                  <a:pt x="149" y="19"/>
                </a:cubicBezTo>
                <a:cubicBezTo>
                  <a:pt x="179" y="7"/>
                  <a:pt x="210" y="0"/>
                  <a:pt x="244" y="0"/>
                </a:cubicBezTo>
                <a:cubicBezTo>
                  <a:pt x="278" y="0"/>
                  <a:pt x="309" y="7"/>
                  <a:pt x="339" y="19"/>
                </a:cubicBezTo>
                <a:cubicBezTo>
                  <a:pt x="368" y="32"/>
                  <a:pt x="394" y="49"/>
                  <a:pt x="416" y="72"/>
                </a:cubicBezTo>
                <a:cubicBezTo>
                  <a:pt x="437" y="94"/>
                  <a:pt x="455" y="120"/>
                  <a:pt x="467" y="149"/>
                </a:cubicBezTo>
                <a:cubicBezTo>
                  <a:pt x="480" y="179"/>
                  <a:pt x="487" y="210"/>
                  <a:pt x="487" y="244"/>
                </a:cubicBezTo>
                <a:cubicBezTo>
                  <a:pt x="487" y="277"/>
                  <a:pt x="480" y="308"/>
                  <a:pt x="467" y="338"/>
                </a:cubicBezTo>
                <a:cubicBezTo>
                  <a:pt x="455" y="367"/>
                  <a:pt x="437" y="393"/>
                  <a:pt x="416" y="415"/>
                </a:cubicBezTo>
                <a:cubicBezTo>
                  <a:pt x="394" y="437"/>
                  <a:pt x="368" y="455"/>
                  <a:pt x="339" y="467"/>
                </a:cubicBezTo>
                <a:cubicBezTo>
                  <a:pt x="309" y="480"/>
                  <a:pt x="278" y="486"/>
                  <a:pt x="244" y="486"/>
                </a:cubicBezTo>
                <a:moveTo>
                  <a:pt x="244" y="450"/>
                </a:moveTo>
                <a:cubicBezTo>
                  <a:pt x="301" y="450"/>
                  <a:pt x="350" y="430"/>
                  <a:pt x="390" y="390"/>
                </a:cubicBezTo>
                <a:cubicBezTo>
                  <a:pt x="430" y="349"/>
                  <a:pt x="450" y="301"/>
                  <a:pt x="450" y="244"/>
                </a:cubicBezTo>
                <a:cubicBezTo>
                  <a:pt x="450" y="186"/>
                  <a:pt x="430" y="138"/>
                  <a:pt x="390" y="98"/>
                </a:cubicBezTo>
                <a:cubicBezTo>
                  <a:pt x="350" y="58"/>
                  <a:pt x="301" y="37"/>
                  <a:pt x="244" y="37"/>
                </a:cubicBezTo>
                <a:cubicBezTo>
                  <a:pt x="186" y="37"/>
                  <a:pt x="137" y="58"/>
                  <a:pt x="97" y="98"/>
                </a:cubicBezTo>
                <a:cubicBezTo>
                  <a:pt x="57" y="138"/>
                  <a:pt x="37" y="186"/>
                  <a:pt x="37" y="244"/>
                </a:cubicBezTo>
                <a:cubicBezTo>
                  <a:pt x="37" y="301"/>
                  <a:pt x="57" y="349"/>
                  <a:pt x="97" y="390"/>
                </a:cubicBezTo>
                <a:cubicBezTo>
                  <a:pt x="137" y="430"/>
                  <a:pt x="186" y="450"/>
                  <a:pt x="244" y="450"/>
                </a:cubicBezTo>
                <a:moveTo>
                  <a:pt x="244" y="244"/>
                </a:moveTo>
                <a:lnTo>
                  <a:pt x="244" y="244"/>
                </a:lnTo>
                <a:close/>
              </a:path>
            </a:pathLst>
          </a:custGeom>
          <a:solidFill>
            <a:srgbClr val="197a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458" name=""/>
          <p:cNvSpPr txBox="1"/>
          <p:nvPr/>
        </p:nvSpPr>
        <p:spPr>
          <a:xfrm>
            <a:off x="1162080" y="2982600"/>
            <a:ext cx="15573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ASI02 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ツールの悪用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59" name=""/>
          <p:cNvSpPr txBox="1"/>
          <p:nvPr/>
        </p:nvSpPr>
        <p:spPr>
          <a:xfrm>
            <a:off x="4619520" y="2982600"/>
            <a:ext cx="85428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350" spc="-1" strike="noStrike">
                <a:solidFill>
                  <a:srgbClr val="197a4b"/>
                </a:solidFill>
                <a:latin typeface="Noto Sans JP"/>
                <a:ea typeface="Noto Sans JP"/>
              </a:rPr>
              <a:t>低減できる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60" name=""/>
          <p:cNvSpPr txBox="1"/>
          <p:nvPr/>
        </p:nvSpPr>
        <p:spPr>
          <a:xfrm>
            <a:off x="6448320" y="2982600"/>
            <a:ext cx="3420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低減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61" name=""/>
          <p:cNvSpPr txBox="1"/>
          <p:nvPr/>
        </p:nvSpPr>
        <p:spPr>
          <a:xfrm>
            <a:off x="7210440" y="2982600"/>
            <a:ext cx="25610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秘密は絞り、データは控えを取る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62" name=""/>
          <p:cNvSpPr txBox="1"/>
          <p:nvPr/>
        </p:nvSpPr>
        <p:spPr>
          <a:xfrm>
            <a:off x="10067760" y="2982600"/>
            <a:ext cx="85428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基盤の担当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63" name=""/>
          <p:cNvSpPr/>
          <p:nvPr/>
        </p:nvSpPr>
        <p:spPr>
          <a:xfrm>
            <a:off x="4370040" y="3398760"/>
            <a:ext cx="175320" cy="174960"/>
          </a:xfrm>
          <a:custGeom>
            <a:avLst/>
            <a:gdLst/>
            <a:ahLst/>
            <a:rect l="0" t="0" r="r" b="b"/>
            <a:pathLst>
              <a:path w="487" h="486">
                <a:moveTo>
                  <a:pt x="207" y="354"/>
                </a:moveTo>
                <a:lnTo>
                  <a:pt x="380" y="182"/>
                </a:lnTo>
                <a:lnTo>
                  <a:pt x="352" y="155"/>
                </a:lnTo>
                <a:lnTo>
                  <a:pt x="207" y="298"/>
                </a:lnTo>
                <a:lnTo>
                  <a:pt x="134" y="226"/>
                </a:lnTo>
                <a:lnTo>
                  <a:pt x="107" y="253"/>
                </a:lnTo>
                <a:lnTo>
                  <a:pt x="207" y="354"/>
                </a:lnTo>
                <a:moveTo>
                  <a:pt x="244" y="486"/>
                </a:moveTo>
                <a:cubicBezTo>
                  <a:pt x="210" y="486"/>
                  <a:pt x="179" y="479"/>
                  <a:pt x="149" y="467"/>
                </a:cubicBezTo>
                <a:cubicBezTo>
                  <a:pt x="120" y="454"/>
                  <a:pt x="94" y="437"/>
                  <a:pt x="72" y="415"/>
                </a:cubicBezTo>
                <a:cubicBezTo>
                  <a:pt x="50" y="393"/>
                  <a:pt x="32" y="367"/>
                  <a:pt x="20" y="337"/>
                </a:cubicBezTo>
                <a:cubicBezTo>
                  <a:pt x="7" y="308"/>
                  <a:pt x="0" y="276"/>
                  <a:pt x="0" y="243"/>
                </a:cubicBezTo>
                <a:cubicBezTo>
                  <a:pt x="0" y="210"/>
                  <a:pt x="7" y="178"/>
                  <a:pt x="20" y="149"/>
                </a:cubicBezTo>
                <a:cubicBezTo>
                  <a:pt x="32" y="119"/>
                  <a:pt x="50" y="93"/>
                  <a:pt x="72" y="72"/>
                </a:cubicBezTo>
                <a:cubicBezTo>
                  <a:pt x="94" y="50"/>
                  <a:pt x="120" y="33"/>
                  <a:pt x="149" y="20"/>
                </a:cubicBezTo>
                <a:cubicBezTo>
                  <a:pt x="179" y="6"/>
                  <a:pt x="210" y="0"/>
                  <a:pt x="244" y="0"/>
                </a:cubicBezTo>
                <a:cubicBezTo>
                  <a:pt x="278" y="0"/>
                  <a:pt x="309" y="6"/>
                  <a:pt x="339" y="20"/>
                </a:cubicBezTo>
                <a:cubicBezTo>
                  <a:pt x="368" y="33"/>
                  <a:pt x="394" y="50"/>
                  <a:pt x="416" y="72"/>
                </a:cubicBezTo>
                <a:cubicBezTo>
                  <a:pt x="437" y="93"/>
                  <a:pt x="455" y="119"/>
                  <a:pt x="467" y="149"/>
                </a:cubicBezTo>
                <a:cubicBezTo>
                  <a:pt x="480" y="178"/>
                  <a:pt x="487" y="210"/>
                  <a:pt x="487" y="243"/>
                </a:cubicBezTo>
                <a:cubicBezTo>
                  <a:pt x="487" y="276"/>
                  <a:pt x="480" y="308"/>
                  <a:pt x="467" y="337"/>
                </a:cubicBezTo>
                <a:cubicBezTo>
                  <a:pt x="455" y="367"/>
                  <a:pt x="437" y="393"/>
                  <a:pt x="416" y="415"/>
                </a:cubicBezTo>
                <a:cubicBezTo>
                  <a:pt x="394" y="437"/>
                  <a:pt x="368" y="454"/>
                  <a:pt x="339" y="467"/>
                </a:cubicBezTo>
                <a:cubicBezTo>
                  <a:pt x="309" y="479"/>
                  <a:pt x="278" y="486"/>
                  <a:pt x="244" y="486"/>
                </a:cubicBezTo>
                <a:moveTo>
                  <a:pt x="244" y="449"/>
                </a:moveTo>
                <a:cubicBezTo>
                  <a:pt x="301" y="449"/>
                  <a:pt x="350" y="429"/>
                  <a:pt x="390" y="389"/>
                </a:cubicBezTo>
                <a:cubicBezTo>
                  <a:pt x="430" y="349"/>
                  <a:pt x="450" y="300"/>
                  <a:pt x="450" y="243"/>
                </a:cubicBezTo>
                <a:cubicBezTo>
                  <a:pt x="450" y="186"/>
                  <a:pt x="430" y="137"/>
                  <a:pt x="390" y="97"/>
                </a:cubicBezTo>
                <a:cubicBezTo>
                  <a:pt x="350" y="57"/>
                  <a:pt x="301" y="37"/>
                  <a:pt x="244" y="37"/>
                </a:cubicBezTo>
                <a:cubicBezTo>
                  <a:pt x="186" y="37"/>
                  <a:pt x="137" y="57"/>
                  <a:pt x="97" y="97"/>
                </a:cubicBezTo>
                <a:cubicBezTo>
                  <a:pt x="57" y="137"/>
                  <a:pt x="37" y="186"/>
                  <a:pt x="37" y="243"/>
                </a:cubicBezTo>
                <a:cubicBezTo>
                  <a:pt x="37" y="300"/>
                  <a:pt x="57" y="349"/>
                  <a:pt x="97" y="389"/>
                </a:cubicBezTo>
                <a:cubicBezTo>
                  <a:pt x="137" y="429"/>
                  <a:pt x="186" y="449"/>
                  <a:pt x="244" y="449"/>
                </a:cubicBezTo>
                <a:moveTo>
                  <a:pt x="244" y="243"/>
                </a:moveTo>
                <a:lnTo>
                  <a:pt x="244" y="243"/>
                </a:lnTo>
                <a:close/>
              </a:path>
            </a:pathLst>
          </a:custGeom>
          <a:solidFill>
            <a:srgbClr val="197a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464" name=""/>
          <p:cNvSpPr txBox="1"/>
          <p:nvPr/>
        </p:nvSpPr>
        <p:spPr>
          <a:xfrm>
            <a:off x="1162080" y="3344400"/>
            <a:ext cx="18986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ASI03 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身元と権限の悪用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65" name=""/>
          <p:cNvSpPr txBox="1"/>
          <p:nvPr/>
        </p:nvSpPr>
        <p:spPr>
          <a:xfrm>
            <a:off x="4619520" y="3344400"/>
            <a:ext cx="85428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350" spc="-1" strike="noStrike">
                <a:solidFill>
                  <a:srgbClr val="197a4b"/>
                </a:solidFill>
                <a:latin typeface="Noto Sans JP"/>
                <a:ea typeface="Noto Sans JP"/>
              </a:rPr>
              <a:t>低減できる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66" name=""/>
          <p:cNvSpPr txBox="1"/>
          <p:nvPr/>
        </p:nvSpPr>
        <p:spPr>
          <a:xfrm>
            <a:off x="6448320" y="3344400"/>
            <a:ext cx="3420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回避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67" name=""/>
          <p:cNvSpPr txBox="1"/>
          <p:nvPr/>
        </p:nvSpPr>
        <p:spPr>
          <a:xfrm>
            <a:off x="7210440" y="3344400"/>
            <a:ext cx="11955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認証を渡さない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68" name=""/>
          <p:cNvSpPr txBox="1"/>
          <p:nvPr/>
        </p:nvSpPr>
        <p:spPr>
          <a:xfrm>
            <a:off x="10067760" y="3344400"/>
            <a:ext cx="85428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基盤の担当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69" name=""/>
          <p:cNvSpPr/>
          <p:nvPr/>
        </p:nvSpPr>
        <p:spPr>
          <a:xfrm>
            <a:off x="4370040" y="3760560"/>
            <a:ext cx="175320" cy="174960"/>
          </a:xfrm>
          <a:custGeom>
            <a:avLst/>
            <a:gdLst/>
            <a:ahLst/>
            <a:rect l="0" t="0" r="r" b="b"/>
            <a:pathLst>
              <a:path w="487" h="486">
                <a:moveTo>
                  <a:pt x="207" y="353"/>
                </a:moveTo>
                <a:lnTo>
                  <a:pt x="380" y="181"/>
                </a:lnTo>
                <a:lnTo>
                  <a:pt x="352" y="154"/>
                </a:lnTo>
                <a:lnTo>
                  <a:pt x="207" y="298"/>
                </a:lnTo>
                <a:lnTo>
                  <a:pt x="134" y="225"/>
                </a:lnTo>
                <a:lnTo>
                  <a:pt x="107" y="252"/>
                </a:lnTo>
                <a:lnTo>
                  <a:pt x="207" y="353"/>
                </a:lnTo>
                <a:moveTo>
                  <a:pt x="244" y="486"/>
                </a:moveTo>
                <a:cubicBezTo>
                  <a:pt x="210" y="486"/>
                  <a:pt x="179" y="480"/>
                  <a:pt x="149" y="466"/>
                </a:cubicBezTo>
                <a:cubicBezTo>
                  <a:pt x="120" y="453"/>
                  <a:pt x="94" y="436"/>
                  <a:pt x="72" y="414"/>
                </a:cubicBezTo>
                <a:cubicBezTo>
                  <a:pt x="50" y="392"/>
                  <a:pt x="32" y="366"/>
                  <a:pt x="20" y="337"/>
                </a:cubicBezTo>
                <a:cubicBezTo>
                  <a:pt x="7" y="307"/>
                  <a:pt x="0" y="276"/>
                  <a:pt x="0" y="243"/>
                </a:cubicBezTo>
                <a:cubicBezTo>
                  <a:pt x="0" y="209"/>
                  <a:pt x="7" y="178"/>
                  <a:pt x="20" y="148"/>
                </a:cubicBezTo>
                <a:cubicBezTo>
                  <a:pt x="32" y="119"/>
                  <a:pt x="50" y="93"/>
                  <a:pt x="72" y="71"/>
                </a:cubicBezTo>
                <a:cubicBezTo>
                  <a:pt x="94" y="49"/>
                  <a:pt x="120" y="32"/>
                  <a:pt x="149" y="19"/>
                </a:cubicBezTo>
                <a:cubicBezTo>
                  <a:pt x="179" y="6"/>
                  <a:pt x="210" y="0"/>
                  <a:pt x="244" y="0"/>
                </a:cubicBezTo>
                <a:cubicBezTo>
                  <a:pt x="278" y="0"/>
                  <a:pt x="309" y="6"/>
                  <a:pt x="339" y="19"/>
                </a:cubicBezTo>
                <a:cubicBezTo>
                  <a:pt x="368" y="32"/>
                  <a:pt x="394" y="49"/>
                  <a:pt x="416" y="71"/>
                </a:cubicBezTo>
                <a:cubicBezTo>
                  <a:pt x="437" y="93"/>
                  <a:pt x="455" y="119"/>
                  <a:pt x="467" y="148"/>
                </a:cubicBezTo>
                <a:cubicBezTo>
                  <a:pt x="480" y="178"/>
                  <a:pt x="487" y="209"/>
                  <a:pt x="487" y="243"/>
                </a:cubicBezTo>
                <a:cubicBezTo>
                  <a:pt x="487" y="276"/>
                  <a:pt x="480" y="307"/>
                  <a:pt x="467" y="337"/>
                </a:cubicBezTo>
                <a:cubicBezTo>
                  <a:pt x="455" y="366"/>
                  <a:pt x="437" y="392"/>
                  <a:pt x="416" y="414"/>
                </a:cubicBezTo>
                <a:cubicBezTo>
                  <a:pt x="394" y="436"/>
                  <a:pt x="368" y="453"/>
                  <a:pt x="339" y="466"/>
                </a:cubicBezTo>
                <a:cubicBezTo>
                  <a:pt x="309" y="480"/>
                  <a:pt x="278" y="486"/>
                  <a:pt x="244" y="486"/>
                </a:cubicBezTo>
                <a:moveTo>
                  <a:pt x="244" y="449"/>
                </a:moveTo>
                <a:cubicBezTo>
                  <a:pt x="301" y="449"/>
                  <a:pt x="350" y="429"/>
                  <a:pt x="390" y="388"/>
                </a:cubicBezTo>
                <a:cubicBezTo>
                  <a:pt x="430" y="348"/>
                  <a:pt x="450" y="300"/>
                  <a:pt x="450" y="243"/>
                </a:cubicBezTo>
                <a:cubicBezTo>
                  <a:pt x="450" y="185"/>
                  <a:pt x="430" y="137"/>
                  <a:pt x="390" y="97"/>
                </a:cubicBezTo>
                <a:cubicBezTo>
                  <a:pt x="350" y="57"/>
                  <a:pt x="301" y="37"/>
                  <a:pt x="244" y="37"/>
                </a:cubicBezTo>
                <a:cubicBezTo>
                  <a:pt x="186" y="37"/>
                  <a:pt x="137" y="57"/>
                  <a:pt x="97" y="97"/>
                </a:cubicBezTo>
                <a:cubicBezTo>
                  <a:pt x="57" y="137"/>
                  <a:pt x="37" y="185"/>
                  <a:pt x="37" y="243"/>
                </a:cubicBezTo>
                <a:cubicBezTo>
                  <a:pt x="37" y="300"/>
                  <a:pt x="57" y="348"/>
                  <a:pt x="97" y="388"/>
                </a:cubicBezTo>
                <a:cubicBezTo>
                  <a:pt x="137" y="429"/>
                  <a:pt x="186" y="449"/>
                  <a:pt x="244" y="449"/>
                </a:cubicBezTo>
                <a:moveTo>
                  <a:pt x="244" y="243"/>
                </a:moveTo>
                <a:lnTo>
                  <a:pt x="244" y="243"/>
                </a:lnTo>
                <a:close/>
              </a:path>
            </a:pathLst>
          </a:custGeom>
          <a:solidFill>
            <a:srgbClr val="197a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470" name=""/>
          <p:cNvSpPr txBox="1"/>
          <p:nvPr/>
        </p:nvSpPr>
        <p:spPr>
          <a:xfrm>
            <a:off x="1162080" y="3706200"/>
            <a:ext cx="18986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ASI04 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供給網のぜい弱性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71" name=""/>
          <p:cNvSpPr txBox="1"/>
          <p:nvPr/>
        </p:nvSpPr>
        <p:spPr>
          <a:xfrm>
            <a:off x="4619520" y="3706200"/>
            <a:ext cx="85428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350" spc="-1" strike="noStrike">
                <a:solidFill>
                  <a:srgbClr val="197a4b"/>
                </a:solidFill>
                <a:latin typeface="Noto Sans JP"/>
                <a:ea typeface="Noto Sans JP"/>
              </a:rPr>
              <a:t>低減できる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72" name=""/>
          <p:cNvSpPr txBox="1"/>
          <p:nvPr/>
        </p:nvSpPr>
        <p:spPr>
          <a:xfrm>
            <a:off x="6448320" y="3706200"/>
            <a:ext cx="3420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低減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73" name=""/>
          <p:cNvSpPr txBox="1"/>
          <p:nvPr/>
        </p:nvSpPr>
        <p:spPr>
          <a:xfrm>
            <a:off x="7210440" y="3706200"/>
            <a:ext cx="204912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確かめた部品だけ取り込む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74" name=""/>
          <p:cNvSpPr txBox="1"/>
          <p:nvPr/>
        </p:nvSpPr>
        <p:spPr>
          <a:xfrm>
            <a:off x="10067760" y="3706200"/>
            <a:ext cx="85428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基盤の担当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75" name=""/>
          <p:cNvSpPr/>
          <p:nvPr/>
        </p:nvSpPr>
        <p:spPr>
          <a:xfrm>
            <a:off x="4370040" y="4122720"/>
            <a:ext cx="175320" cy="174960"/>
          </a:xfrm>
          <a:custGeom>
            <a:avLst/>
            <a:gdLst/>
            <a:ahLst/>
            <a:rect l="0" t="0" r="r" b="b"/>
            <a:pathLst>
              <a:path w="487" h="486">
                <a:moveTo>
                  <a:pt x="207" y="352"/>
                </a:moveTo>
                <a:lnTo>
                  <a:pt x="380" y="181"/>
                </a:lnTo>
                <a:lnTo>
                  <a:pt x="352" y="154"/>
                </a:lnTo>
                <a:lnTo>
                  <a:pt x="207" y="297"/>
                </a:lnTo>
                <a:lnTo>
                  <a:pt x="134" y="224"/>
                </a:lnTo>
                <a:lnTo>
                  <a:pt x="107" y="252"/>
                </a:lnTo>
                <a:lnTo>
                  <a:pt x="207" y="352"/>
                </a:lnTo>
                <a:moveTo>
                  <a:pt x="244" y="486"/>
                </a:moveTo>
                <a:cubicBezTo>
                  <a:pt x="210" y="486"/>
                  <a:pt x="179" y="479"/>
                  <a:pt x="149" y="467"/>
                </a:cubicBezTo>
                <a:cubicBezTo>
                  <a:pt x="120" y="454"/>
                  <a:pt x="94" y="436"/>
                  <a:pt x="72" y="413"/>
                </a:cubicBezTo>
                <a:cubicBezTo>
                  <a:pt x="50" y="391"/>
                  <a:pt x="32" y="366"/>
                  <a:pt x="20" y="336"/>
                </a:cubicBezTo>
                <a:cubicBezTo>
                  <a:pt x="7" y="307"/>
                  <a:pt x="0" y="275"/>
                  <a:pt x="0" y="242"/>
                </a:cubicBezTo>
                <a:cubicBezTo>
                  <a:pt x="0" y="209"/>
                  <a:pt x="7" y="177"/>
                  <a:pt x="20" y="147"/>
                </a:cubicBezTo>
                <a:cubicBezTo>
                  <a:pt x="32" y="118"/>
                  <a:pt x="50" y="92"/>
                  <a:pt x="72" y="70"/>
                </a:cubicBezTo>
                <a:cubicBezTo>
                  <a:pt x="94" y="49"/>
                  <a:pt x="120" y="31"/>
                  <a:pt x="149" y="19"/>
                </a:cubicBezTo>
                <a:cubicBezTo>
                  <a:pt x="179" y="6"/>
                  <a:pt x="210" y="0"/>
                  <a:pt x="244" y="0"/>
                </a:cubicBezTo>
                <a:cubicBezTo>
                  <a:pt x="278" y="0"/>
                  <a:pt x="309" y="6"/>
                  <a:pt x="339" y="19"/>
                </a:cubicBezTo>
                <a:cubicBezTo>
                  <a:pt x="368" y="31"/>
                  <a:pt x="394" y="49"/>
                  <a:pt x="416" y="70"/>
                </a:cubicBezTo>
                <a:cubicBezTo>
                  <a:pt x="437" y="92"/>
                  <a:pt x="455" y="118"/>
                  <a:pt x="467" y="147"/>
                </a:cubicBezTo>
                <a:cubicBezTo>
                  <a:pt x="480" y="177"/>
                  <a:pt x="487" y="209"/>
                  <a:pt x="487" y="242"/>
                </a:cubicBezTo>
                <a:cubicBezTo>
                  <a:pt x="487" y="275"/>
                  <a:pt x="480" y="307"/>
                  <a:pt x="467" y="336"/>
                </a:cubicBezTo>
                <a:cubicBezTo>
                  <a:pt x="455" y="366"/>
                  <a:pt x="437" y="391"/>
                  <a:pt x="416" y="413"/>
                </a:cubicBezTo>
                <a:cubicBezTo>
                  <a:pt x="394" y="436"/>
                  <a:pt x="368" y="454"/>
                  <a:pt x="339" y="467"/>
                </a:cubicBezTo>
                <a:cubicBezTo>
                  <a:pt x="309" y="479"/>
                  <a:pt x="278" y="486"/>
                  <a:pt x="244" y="486"/>
                </a:cubicBezTo>
                <a:moveTo>
                  <a:pt x="244" y="449"/>
                </a:moveTo>
                <a:cubicBezTo>
                  <a:pt x="301" y="449"/>
                  <a:pt x="350" y="428"/>
                  <a:pt x="390" y="388"/>
                </a:cubicBezTo>
                <a:cubicBezTo>
                  <a:pt x="430" y="348"/>
                  <a:pt x="450" y="299"/>
                  <a:pt x="450" y="242"/>
                </a:cubicBezTo>
                <a:cubicBezTo>
                  <a:pt x="450" y="185"/>
                  <a:pt x="430" y="136"/>
                  <a:pt x="390" y="96"/>
                </a:cubicBezTo>
                <a:cubicBezTo>
                  <a:pt x="350" y="56"/>
                  <a:pt x="301" y="36"/>
                  <a:pt x="244" y="36"/>
                </a:cubicBezTo>
                <a:cubicBezTo>
                  <a:pt x="186" y="36"/>
                  <a:pt x="137" y="56"/>
                  <a:pt x="97" y="96"/>
                </a:cubicBezTo>
                <a:cubicBezTo>
                  <a:pt x="57" y="136"/>
                  <a:pt x="37" y="185"/>
                  <a:pt x="37" y="242"/>
                </a:cubicBezTo>
                <a:cubicBezTo>
                  <a:pt x="37" y="299"/>
                  <a:pt x="57" y="348"/>
                  <a:pt x="97" y="388"/>
                </a:cubicBezTo>
                <a:cubicBezTo>
                  <a:pt x="137" y="428"/>
                  <a:pt x="186" y="449"/>
                  <a:pt x="244" y="449"/>
                </a:cubicBezTo>
                <a:moveTo>
                  <a:pt x="244" y="242"/>
                </a:moveTo>
                <a:lnTo>
                  <a:pt x="244" y="242"/>
                </a:lnTo>
                <a:close/>
              </a:path>
            </a:pathLst>
          </a:custGeom>
          <a:solidFill>
            <a:srgbClr val="197a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476" name=""/>
          <p:cNvSpPr txBox="1"/>
          <p:nvPr/>
        </p:nvSpPr>
        <p:spPr>
          <a:xfrm>
            <a:off x="1162080" y="4068360"/>
            <a:ext cx="206928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ASI05 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想定外のコード実行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77" name=""/>
          <p:cNvSpPr txBox="1"/>
          <p:nvPr/>
        </p:nvSpPr>
        <p:spPr>
          <a:xfrm>
            <a:off x="4619520" y="4068360"/>
            <a:ext cx="85428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350" spc="-1" strike="noStrike">
                <a:solidFill>
                  <a:srgbClr val="197a4b"/>
                </a:solidFill>
                <a:latin typeface="Noto Sans JP"/>
                <a:ea typeface="Noto Sans JP"/>
              </a:rPr>
              <a:t>低減できる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78" name=""/>
          <p:cNvSpPr txBox="1"/>
          <p:nvPr/>
        </p:nvSpPr>
        <p:spPr>
          <a:xfrm>
            <a:off x="6448320" y="4068360"/>
            <a:ext cx="3420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低減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79" name=""/>
          <p:cNvSpPr txBox="1"/>
          <p:nvPr/>
        </p:nvSpPr>
        <p:spPr>
          <a:xfrm>
            <a:off x="7210440" y="4068360"/>
            <a:ext cx="23904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成果物はコンテナの中で動かす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80" name=""/>
          <p:cNvSpPr txBox="1"/>
          <p:nvPr/>
        </p:nvSpPr>
        <p:spPr>
          <a:xfrm>
            <a:off x="10067760" y="4068360"/>
            <a:ext cx="5126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利用者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81" name=""/>
          <p:cNvSpPr/>
          <p:nvPr/>
        </p:nvSpPr>
        <p:spPr>
          <a:xfrm>
            <a:off x="4370040" y="4484520"/>
            <a:ext cx="175320" cy="174960"/>
          </a:xfrm>
          <a:custGeom>
            <a:avLst/>
            <a:gdLst/>
            <a:ahLst/>
            <a:rect l="0" t="0" r="r" b="b"/>
            <a:pathLst>
              <a:path w="487" h="486">
                <a:moveTo>
                  <a:pt x="122" y="259"/>
                </a:moveTo>
                <a:lnTo>
                  <a:pt x="365" y="259"/>
                </a:lnTo>
                <a:lnTo>
                  <a:pt x="365" y="222"/>
                </a:lnTo>
                <a:lnTo>
                  <a:pt x="122" y="222"/>
                </a:lnTo>
                <a:lnTo>
                  <a:pt x="122" y="259"/>
                </a:lnTo>
                <a:moveTo>
                  <a:pt x="244" y="486"/>
                </a:moveTo>
                <a:cubicBezTo>
                  <a:pt x="210" y="486"/>
                  <a:pt x="179" y="480"/>
                  <a:pt x="149" y="467"/>
                </a:cubicBezTo>
                <a:cubicBezTo>
                  <a:pt x="120" y="454"/>
                  <a:pt x="94" y="437"/>
                  <a:pt x="72" y="415"/>
                </a:cubicBezTo>
                <a:cubicBezTo>
                  <a:pt x="50" y="392"/>
                  <a:pt x="32" y="366"/>
                  <a:pt x="20" y="336"/>
                </a:cubicBezTo>
                <a:cubicBezTo>
                  <a:pt x="7" y="307"/>
                  <a:pt x="0" y="276"/>
                  <a:pt x="0" y="242"/>
                </a:cubicBezTo>
                <a:cubicBezTo>
                  <a:pt x="0" y="209"/>
                  <a:pt x="7" y="177"/>
                  <a:pt x="20" y="148"/>
                </a:cubicBezTo>
                <a:cubicBezTo>
                  <a:pt x="32" y="118"/>
                  <a:pt x="50" y="93"/>
                  <a:pt x="72" y="71"/>
                </a:cubicBezTo>
                <a:cubicBezTo>
                  <a:pt x="94" y="49"/>
                  <a:pt x="120" y="32"/>
                  <a:pt x="149" y="19"/>
                </a:cubicBezTo>
                <a:cubicBezTo>
                  <a:pt x="179" y="6"/>
                  <a:pt x="210" y="0"/>
                  <a:pt x="244" y="0"/>
                </a:cubicBezTo>
                <a:cubicBezTo>
                  <a:pt x="278" y="0"/>
                  <a:pt x="309" y="6"/>
                  <a:pt x="339" y="19"/>
                </a:cubicBezTo>
                <a:cubicBezTo>
                  <a:pt x="368" y="32"/>
                  <a:pt x="394" y="49"/>
                  <a:pt x="416" y="71"/>
                </a:cubicBezTo>
                <a:cubicBezTo>
                  <a:pt x="437" y="93"/>
                  <a:pt x="455" y="118"/>
                  <a:pt x="467" y="148"/>
                </a:cubicBezTo>
                <a:cubicBezTo>
                  <a:pt x="480" y="177"/>
                  <a:pt x="487" y="209"/>
                  <a:pt x="487" y="242"/>
                </a:cubicBezTo>
                <a:cubicBezTo>
                  <a:pt x="487" y="276"/>
                  <a:pt x="480" y="307"/>
                  <a:pt x="467" y="336"/>
                </a:cubicBezTo>
                <a:cubicBezTo>
                  <a:pt x="455" y="366"/>
                  <a:pt x="437" y="392"/>
                  <a:pt x="416" y="415"/>
                </a:cubicBezTo>
                <a:cubicBezTo>
                  <a:pt x="394" y="437"/>
                  <a:pt x="368" y="454"/>
                  <a:pt x="339" y="467"/>
                </a:cubicBezTo>
                <a:cubicBezTo>
                  <a:pt x="309" y="480"/>
                  <a:pt x="278" y="486"/>
                  <a:pt x="244" y="486"/>
                </a:cubicBezTo>
                <a:moveTo>
                  <a:pt x="244" y="450"/>
                </a:moveTo>
                <a:cubicBezTo>
                  <a:pt x="301" y="450"/>
                  <a:pt x="350" y="430"/>
                  <a:pt x="390" y="388"/>
                </a:cubicBezTo>
                <a:cubicBezTo>
                  <a:pt x="430" y="348"/>
                  <a:pt x="450" y="299"/>
                  <a:pt x="450" y="242"/>
                </a:cubicBezTo>
                <a:cubicBezTo>
                  <a:pt x="450" y="185"/>
                  <a:pt x="430" y="136"/>
                  <a:pt x="390" y="96"/>
                </a:cubicBezTo>
                <a:cubicBezTo>
                  <a:pt x="350" y="56"/>
                  <a:pt x="301" y="36"/>
                  <a:pt x="244" y="36"/>
                </a:cubicBezTo>
                <a:cubicBezTo>
                  <a:pt x="186" y="36"/>
                  <a:pt x="137" y="56"/>
                  <a:pt x="97" y="96"/>
                </a:cubicBezTo>
                <a:cubicBezTo>
                  <a:pt x="57" y="136"/>
                  <a:pt x="37" y="185"/>
                  <a:pt x="37" y="242"/>
                </a:cubicBezTo>
                <a:cubicBezTo>
                  <a:pt x="37" y="299"/>
                  <a:pt x="57" y="348"/>
                  <a:pt x="97" y="388"/>
                </a:cubicBezTo>
                <a:cubicBezTo>
                  <a:pt x="137" y="430"/>
                  <a:pt x="186" y="450"/>
                  <a:pt x="244" y="450"/>
                </a:cubicBezTo>
                <a:moveTo>
                  <a:pt x="244" y="242"/>
                </a:moveTo>
                <a:lnTo>
                  <a:pt x="244" y="242"/>
                </a:lnTo>
                <a:close/>
              </a:path>
            </a:pathLst>
          </a:custGeom>
          <a:solidFill>
            <a:srgbClr val="4d4d4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482" name=""/>
          <p:cNvSpPr txBox="1"/>
          <p:nvPr/>
        </p:nvSpPr>
        <p:spPr>
          <a:xfrm>
            <a:off x="1162080" y="4430160"/>
            <a:ext cx="18986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ASI06 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記憶と文脈の汚染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83" name=""/>
          <p:cNvSpPr txBox="1"/>
          <p:nvPr/>
        </p:nvSpPr>
        <p:spPr>
          <a:xfrm>
            <a:off x="4619520" y="4430160"/>
            <a:ext cx="102492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350" spc="-1" strike="noStrike">
                <a:solidFill>
                  <a:srgbClr val="4d4d4d"/>
                </a:solidFill>
                <a:latin typeface="Noto Sans JP"/>
                <a:ea typeface="Noto Sans JP"/>
              </a:rPr>
              <a:t>低減できない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84" name=""/>
          <p:cNvSpPr txBox="1"/>
          <p:nvPr/>
        </p:nvSpPr>
        <p:spPr>
          <a:xfrm>
            <a:off x="6448320" y="4430160"/>
            <a:ext cx="3420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回避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85" name=""/>
          <p:cNvSpPr txBox="1"/>
          <p:nvPr/>
        </p:nvSpPr>
        <p:spPr>
          <a:xfrm>
            <a:off x="7210440" y="4430160"/>
            <a:ext cx="15368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履歴を持ち越さない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86" name=""/>
          <p:cNvSpPr txBox="1"/>
          <p:nvPr/>
        </p:nvSpPr>
        <p:spPr>
          <a:xfrm>
            <a:off x="10067760" y="4430160"/>
            <a:ext cx="5126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利用者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87" name=""/>
          <p:cNvSpPr/>
          <p:nvPr/>
        </p:nvSpPr>
        <p:spPr>
          <a:xfrm>
            <a:off x="4370040" y="4846320"/>
            <a:ext cx="175320" cy="174960"/>
          </a:xfrm>
          <a:custGeom>
            <a:avLst/>
            <a:gdLst/>
            <a:ahLst/>
            <a:rect l="0" t="0" r="r" b="b"/>
            <a:pathLst>
              <a:path w="487" h="486">
                <a:moveTo>
                  <a:pt x="122" y="259"/>
                </a:moveTo>
                <a:lnTo>
                  <a:pt x="365" y="259"/>
                </a:lnTo>
                <a:lnTo>
                  <a:pt x="365" y="223"/>
                </a:lnTo>
                <a:lnTo>
                  <a:pt x="122" y="223"/>
                </a:lnTo>
                <a:lnTo>
                  <a:pt x="122" y="259"/>
                </a:lnTo>
                <a:moveTo>
                  <a:pt x="244" y="486"/>
                </a:moveTo>
                <a:cubicBezTo>
                  <a:pt x="210" y="486"/>
                  <a:pt x="179" y="480"/>
                  <a:pt x="149" y="467"/>
                </a:cubicBezTo>
                <a:cubicBezTo>
                  <a:pt x="120" y="455"/>
                  <a:pt x="94" y="437"/>
                  <a:pt x="72" y="415"/>
                </a:cubicBezTo>
                <a:cubicBezTo>
                  <a:pt x="50" y="393"/>
                  <a:pt x="32" y="367"/>
                  <a:pt x="20" y="337"/>
                </a:cubicBezTo>
                <a:cubicBezTo>
                  <a:pt x="7" y="307"/>
                  <a:pt x="0" y="276"/>
                  <a:pt x="0" y="243"/>
                </a:cubicBezTo>
                <a:cubicBezTo>
                  <a:pt x="0" y="209"/>
                  <a:pt x="7" y="178"/>
                  <a:pt x="20" y="148"/>
                </a:cubicBezTo>
                <a:cubicBezTo>
                  <a:pt x="32" y="119"/>
                  <a:pt x="50" y="93"/>
                  <a:pt x="72" y="71"/>
                </a:cubicBezTo>
                <a:cubicBezTo>
                  <a:pt x="94" y="49"/>
                  <a:pt x="120" y="32"/>
                  <a:pt x="149" y="19"/>
                </a:cubicBezTo>
                <a:cubicBezTo>
                  <a:pt x="179" y="7"/>
                  <a:pt x="210" y="0"/>
                  <a:pt x="244" y="0"/>
                </a:cubicBezTo>
                <a:cubicBezTo>
                  <a:pt x="278" y="0"/>
                  <a:pt x="309" y="7"/>
                  <a:pt x="339" y="19"/>
                </a:cubicBezTo>
                <a:cubicBezTo>
                  <a:pt x="368" y="32"/>
                  <a:pt x="394" y="49"/>
                  <a:pt x="416" y="71"/>
                </a:cubicBezTo>
                <a:cubicBezTo>
                  <a:pt x="437" y="93"/>
                  <a:pt x="455" y="119"/>
                  <a:pt x="467" y="148"/>
                </a:cubicBezTo>
                <a:cubicBezTo>
                  <a:pt x="480" y="178"/>
                  <a:pt x="487" y="209"/>
                  <a:pt x="487" y="243"/>
                </a:cubicBezTo>
                <a:cubicBezTo>
                  <a:pt x="487" y="276"/>
                  <a:pt x="480" y="307"/>
                  <a:pt x="467" y="337"/>
                </a:cubicBezTo>
                <a:cubicBezTo>
                  <a:pt x="455" y="367"/>
                  <a:pt x="437" y="393"/>
                  <a:pt x="416" y="415"/>
                </a:cubicBezTo>
                <a:cubicBezTo>
                  <a:pt x="394" y="437"/>
                  <a:pt x="368" y="455"/>
                  <a:pt x="339" y="467"/>
                </a:cubicBezTo>
                <a:cubicBezTo>
                  <a:pt x="309" y="480"/>
                  <a:pt x="278" y="486"/>
                  <a:pt x="244" y="486"/>
                </a:cubicBezTo>
                <a:moveTo>
                  <a:pt x="244" y="450"/>
                </a:moveTo>
                <a:cubicBezTo>
                  <a:pt x="301" y="450"/>
                  <a:pt x="350" y="430"/>
                  <a:pt x="390" y="390"/>
                </a:cubicBezTo>
                <a:cubicBezTo>
                  <a:pt x="430" y="349"/>
                  <a:pt x="450" y="300"/>
                  <a:pt x="450" y="243"/>
                </a:cubicBezTo>
                <a:cubicBezTo>
                  <a:pt x="450" y="186"/>
                  <a:pt x="430" y="137"/>
                  <a:pt x="390" y="97"/>
                </a:cubicBezTo>
                <a:cubicBezTo>
                  <a:pt x="350" y="57"/>
                  <a:pt x="301" y="37"/>
                  <a:pt x="244" y="37"/>
                </a:cubicBezTo>
                <a:cubicBezTo>
                  <a:pt x="186" y="37"/>
                  <a:pt x="137" y="57"/>
                  <a:pt x="97" y="97"/>
                </a:cubicBezTo>
                <a:cubicBezTo>
                  <a:pt x="57" y="137"/>
                  <a:pt x="37" y="186"/>
                  <a:pt x="37" y="243"/>
                </a:cubicBezTo>
                <a:cubicBezTo>
                  <a:pt x="37" y="300"/>
                  <a:pt x="57" y="349"/>
                  <a:pt x="97" y="390"/>
                </a:cubicBezTo>
                <a:cubicBezTo>
                  <a:pt x="137" y="430"/>
                  <a:pt x="186" y="450"/>
                  <a:pt x="244" y="450"/>
                </a:cubicBezTo>
                <a:moveTo>
                  <a:pt x="244" y="243"/>
                </a:moveTo>
                <a:lnTo>
                  <a:pt x="244" y="243"/>
                </a:lnTo>
                <a:close/>
              </a:path>
            </a:pathLst>
          </a:custGeom>
          <a:solidFill>
            <a:srgbClr val="4d4d4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488" name=""/>
          <p:cNvSpPr txBox="1"/>
          <p:nvPr/>
        </p:nvSpPr>
        <p:spPr>
          <a:xfrm>
            <a:off x="1162080" y="4792320"/>
            <a:ext cx="29228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ASI07 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安全でないエージェント間通信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89" name=""/>
          <p:cNvSpPr txBox="1"/>
          <p:nvPr/>
        </p:nvSpPr>
        <p:spPr>
          <a:xfrm>
            <a:off x="4619520" y="4792320"/>
            <a:ext cx="102492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350" spc="-1" strike="noStrike">
                <a:solidFill>
                  <a:srgbClr val="4d4d4d"/>
                </a:solidFill>
                <a:latin typeface="Noto Sans JP"/>
                <a:ea typeface="Noto Sans JP"/>
              </a:rPr>
              <a:t>低減できない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90" name=""/>
          <p:cNvSpPr txBox="1"/>
          <p:nvPr/>
        </p:nvSpPr>
        <p:spPr>
          <a:xfrm>
            <a:off x="6448320" y="4792320"/>
            <a:ext cx="3420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回避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91" name=""/>
          <p:cNvSpPr txBox="1"/>
          <p:nvPr/>
        </p:nvSpPr>
        <p:spPr>
          <a:xfrm>
            <a:off x="7210440" y="4792320"/>
            <a:ext cx="102492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連携させない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92" name=""/>
          <p:cNvSpPr txBox="1"/>
          <p:nvPr/>
        </p:nvSpPr>
        <p:spPr>
          <a:xfrm>
            <a:off x="10067760" y="4792320"/>
            <a:ext cx="85428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基盤の担当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93" name=""/>
          <p:cNvSpPr/>
          <p:nvPr/>
        </p:nvSpPr>
        <p:spPr>
          <a:xfrm>
            <a:off x="4370040" y="5208480"/>
            <a:ext cx="175320" cy="174960"/>
          </a:xfrm>
          <a:custGeom>
            <a:avLst/>
            <a:gdLst/>
            <a:ahLst/>
            <a:rect l="0" t="0" r="r" b="b"/>
            <a:pathLst>
              <a:path w="487" h="486">
                <a:moveTo>
                  <a:pt x="207" y="354"/>
                </a:moveTo>
                <a:lnTo>
                  <a:pt x="380" y="181"/>
                </a:lnTo>
                <a:lnTo>
                  <a:pt x="352" y="154"/>
                </a:lnTo>
                <a:lnTo>
                  <a:pt x="207" y="298"/>
                </a:lnTo>
                <a:lnTo>
                  <a:pt x="134" y="225"/>
                </a:lnTo>
                <a:lnTo>
                  <a:pt x="107" y="252"/>
                </a:lnTo>
                <a:lnTo>
                  <a:pt x="207" y="354"/>
                </a:lnTo>
                <a:moveTo>
                  <a:pt x="244" y="486"/>
                </a:moveTo>
                <a:cubicBezTo>
                  <a:pt x="210" y="486"/>
                  <a:pt x="179" y="480"/>
                  <a:pt x="149" y="467"/>
                </a:cubicBezTo>
                <a:cubicBezTo>
                  <a:pt x="120" y="454"/>
                  <a:pt x="94" y="437"/>
                  <a:pt x="72" y="415"/>
                </a:cubicBezTo>
                <a:cubicBezTo>
                  <a:pt x="50" y="393"/>
                  <a:pt x="32" y="367"/>
                  <a:pt x="20" y="337"/>
                </a:cubicBezTo>
                <a:cubicBezTo>
                  <a:pt x="7" y="307"/>
                  <a:pt x="0" y="275"/>
                  <a:pt x="0" y="242"/>
                </a:cubicBezTo>
                <a:cubicBezTo>
                  <a:pt x="0" y="209"/>
                  <a:pt x="7" y="177"/>
                  <a:pt x="20" y="148"/>
                </a:cubicBezTo>
                <a:cubicBezTo>
                  <a:pt x="32" y="118"/>
                  <a:pt x="50" y="93"/>
                  <a:pt x="72" y="71"/>
                </a:cubicBezTo>
                <a:cubicBezTo>
                  <a:pt x="94" y="49"/>
                  <a:pt x="120" y="32"/>
                  <a:pt x="149" y="19"/>
                </a:cubicBezTo>
                <a:cubicBezTo>
                  <a:pt x="179" y="6"/>
                  <a:pt x="210" y="0"/>
                  <a:pt x="244" y="0"/>
                </a:cubicBezTo>
                <a:cubicBezTo>
                  <a:pt x="278" y="0"/>
                  <a:pt x="309" y="6"/>
                  <a:pt x="339" y="19"/>
                </a:cubicBezTo>
                <a:cubicBezTo>
                  <a:pt x="368" y="32"/>
                  <a:pt x="394" y="49"/>
                  <a:pt x="416" y="71"/>
                </a:cubicBezTo>
                <a:cubicBezTo>
                  <a:pt x="437" y="93"/>
                  <a:pt x="455" y="118"/>
                  <a:pt x="467" y="148"/>
                </a:cubicBezTo>
                <a:cubicBezTo>
                  <a:pt x="480" y="177"/>
                  <a:pt x="487" y="209"/>
                  <a:pt x="487" y="242"/>
                </a:cubicBezTo>
                <a:cubicBezTo>
                  <a:pt x="487" y="275"/>
                  <a:pt x="480" y="307"/>
                  <a:pt x="467" y="337"/>
                </a:cubicBezTo>
                <a:cubicBezTo>
                  <a:pt x="455" y="367"/>
                  <a:pt x="437" y="393"/>
                  <a:pt x="416" y="415"/>
                </a:cubicBezTo>
                <a:cubicBezTo>
                  <a:pt x="394" y="437"/>
                  <a:pt x="368" y="454"/>
                  <a:pt x="339" y="467"/>
                </a:cubicBezTo>
                <a:cubicBezTo>
                  <a:pt x="309" y="480"/>
                  <a:pt x="278" y="486"/>
                  <a:pt x="244" y="486"/>
                </a:cubicBezTo>
                <a:moveTo>
                  <a:pt x="244" y="449"/>
                </a:moveTo>
                <a:cubicBezTo>
                  <a:pt x="301" y="449"/>
                  <a:pt x="350" y="429"/>
                  <a:pt x="390" y="389"/>
                </a:cubicBezTo>
                <a:cubicBezTo>
                  <a:pt x="430" y="349"/>
                  <a:pt x="450" y="299"/>
                  <a:pt x="450" y="242"/>
                </a:cubicBezTo>
                <a:cubicBezTo>
                  <a:pt x="450" y="185"/>
                  <a:pt x="430" y="136"/>
                  <a:pt x="390" y="96"/>
                </a:cubicBezTo>
                <a:cubicBezTo>
                  <a:pt x="350" y="56"/>
                  <a:pt x="301" y="36"/>
                  <a:pt x="244" y="36"/>
                </a:cubicBezTo>
                <a:cubicBezTo>
                  <a:pt x="186" y="36"/>
                  <a:pt x="137" y="56"/>
                  <a:pt x="97" y="96"/>
                </a:cubicBezTo>
                <a:cubicBezTo>
                  <a:pt x="57" y="136"/>
                  <a:pt x="37" y="185"/>
                  <a:pt x="37" y="242"/>
                </a:cubicBezTo>
                <a:cubicBezTo>
                  <a:pt x="37" y="299"/>
                  <a:pt x="57" y="349"/>
                  <a:pt x="97" y="389"/>
                </a:cubicBezTo>
                <a:cubicBezTo>
                  <a:pt x="137" y="429"/>
                  <a:pt x="186" y="449"/>
                  <a:pt x="244" y="449"/>
                </a:cubicBezTo>
                <a:moveTo>
                  <a:pt x="244" y="242"/>
                </a:moveTo>
                <a:lnTo>
                  <a:pt x="244" y="242"/>
                </a:lnTo>
                <a:close/>
              </a:path>
            </a:pathLst>
          </a:custGeom>
          <a:solidFill>
            <a:srgbClr val="197a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494" name=""/>
          <p:cNvSpPr txBox="1"/>
          <p:nvPr/>
        </p:nvSpPr>
        <p:spPr>
          <a:xfrm>
            <a:off x="1162080" y="5154120"/>
            <a:ext cx="15573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ASI08 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連鎖的な障害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95" name=""/>
          <p:cNvSpPr txBox="1"/>
          <p:nvPr/>
        </p:nvSpPr>
        <p:spPr>
          <a:xfrm>
            <a:off x="4619520" y="5154120"/>
            <a:ext cx="85428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350" spc="-1" strike="noStrike">
                <a:solidFill>
                  <a:srgbClr val="197a4b"/>
                </a:solidFill>
                <a:latin typeface="Noto Sans JP"/>
                <a:ea typeface="Noto Sans JP"/>
              </a:rPr>
              <a:t>低減できる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96" name=""/>
          <p:cNvSpPr txBox="1"/>
          <p:nvPr/>
        </p:nvSpPr>
        <p:spPr>
          <a:xfrm>
            <a:off x="6448320" y="5154120"/>
            <a:ext cx="3420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回避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97" name=""/>
          <p:cNvSpPr txBox="1"/>
          <p:nvPr/>
        </p:nvSpPr>
        <p:spPr>
          <a:xfrm>
            <a:off x="7210440" y="5154120"/>
            <a:ext cx="15368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後工程につながない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98" name=""/>
          <p:cNvSpPr txBox="1"/>
          <p:nvPr/>
        </p:nvSpPr>
        <p:spPr>
          <a:xfrm>
            <a:off x="10067760" y="5154120"/>
            <a:ext cx="5126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利用者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499" name=""/>
          <p:cNvSpPr/>
          <p:nvPr/>
        </p:nvSpPr>
        <p:spPr>
          <a:xfrm>
            <a:off x="4370040" y="5570280"/>
            <a:ext cx="175320" cy="174960"/>
          </a:xfrm>
          <a:custGeom>
            <a:avLst/>
            <a:gdLst/>
            <a:ahLst/>
            <a:rect l="0" t="0" r="r" b="b"/>
            <a:pathLst>
              <a:path w="487" h="486">
                <a:moveTo>
                  <a:pt x="122" y="259"/>
                </a:moveTo>
                <a:lnTo>
                  <a:pt x="365" y="259"/>
                </a:lnTo>
                <a:lnTo>
                  <a:pt x="365" y="223"/>
                </a:lnTo>
                <a:lnTo>
                  <a:pt x="122" y="223"/>
                </a:lnTo>
                <a:lnTo>
                  <a:pt x="122" y="259"/>
                </a:lnTo>
                <a:moveTo>
                  <a:pt x="244" y="486"/>
                </a:moveTo>
                <a:cubicBezTo>
                  <a:pt x="210" y="486"/>
                  <a:pt x="179" y="480"/>
                  <a:pt x="149" y="467"/>
                </a:cubicBezTo>
                <a:cubicBezTo>
                  <a:pt x="120" y="454"/>
                  <a:pt x="94" y="437"/>
                  <a:pt x="72" y="415"/>
                </a:cubicBezTo>
                <a:cubicBezTo>
                  <a:pt x="50" y="393"/>
                  <a:pt x="32" y="367"/>
                  <a:pt x="20" y="338"/>
                </a:cubicBezTo>
                <a:cubicBezTo>
                  <a:pt x="7" y="308"/>
                  <a:pt x="0" y="276"/>
                  <a:pt x="0" y="243"/>
                </a:cubicBezTo>
                <a:cubicBezTo>
                  <a:pt x="0" y="209"/>
                  <a:pt x="7" y="178"/>
                  <a:pt x="20" y="148"/>
                </a:cubicBezTo>
                <a:cubicBezTo>
                  <a:pt x="32" y="119"/>
                  <a:pt x="50" y="93"/>
                  <a:pt x="72" y="71"/>
                </a:cubicBezTo>
                <a:cubicBezTo>
                  <a:pt x="94" y="49"/>
                  <a:pt x="120" y="32"/>
                  <a:pt x="149" y="19"/>
                </a:cubicBezTo>
                <a:cubicBezTo>
                  <a:pt x="179" y="7"/>
                  <a:pt x="210" y="0"/>
                  <a:pt x="244" y="0"/>
                </a:cubicBezTo>
                <a:cubicBezTo>
                  <a:pt x="278" y="0"/>
                  <a:pt x="309" y="7"/>
                  <a:pt x="339" y="19"/>
                </a:cubicBezTo>
                <a:cubicBezTo>
                  <a:pt x="368" y="32"/>
                  <a:pt x="394" y="49"/>
                  <a:pt x="416" y="71"/>
                </a:cubicBezTo>
                <a:cubicBezTo>
                  <a:pt x="437" y="93"/>
                  <a:pt x="455" y="119"/>
                  <a:pt x="467" y="148"/>
                </a:cubicBezTo>
                <a:cubicBezTo>
                  <a:pt x="480" y="178"/>
                  <a:pt x="487" y="209"/>
                  <a:pt x="487" y="243"/>
                </a:cubicBezTo>
                <a:cubicBezTo>
                  <a:pt x="487" y="276"/>
                  <a:pt x="480" y="308"/>
                  <a:pt x="467" y="338"/>
                </a:cubicBezTo>
                <a:cubicBezTo>
                  <a:pt x="455" y="367"/>
                  <a:pt x="437" y="393"/>
                  <a:pt x="416" y="415"/>
                </a:cubicBezTo>
                <a:cubicBezTo>
                  <a:pt x="394" y="437"/>
                  <a:pt x="368" y="454"/>
                  <a:pt x="339" y="467"/>
                </a:cubicBezTo>
                <a:cubicBezTo>
                  <a:pt x="309" y="480"/>
                  <a:pt x="278" y="486"/>
                  <a:pt x="244" y="486"/>
                </a:cubicBezTo>
                <a:moveTo>
                  <a:pt x="244" y="450"/>
                </a:moveTo>
                <a:cubicBezTo>
                  <a:pt x="301" y="450"/>
                  <a:pt x="350" y="430"/>
                  <a:pt x="390" y="390"/>
                </a:cubicBezTo>
                <a:cubicBezTo>
                  <a:pt x="430" y="349"/>
                  <a:pt x="450" y="301"/>
                  <a:pt x="450" y="243"/>
                </a:cubicBezTo>
                <a:cubicBezTo>
                  <a:pt x="450" y="185"/>
                  <a:pt x="430" y="137"/>
                  <a:pt x="390" y="97"/>
                </a:cubicBezTo>
                <a:cubicBezTo>
                  <a:pt x="350" y="57"/>
                  <a:pt x="301" y="37"/>
                  <a:pt x="244" y="37"/>
                </a:cubicBezTo>
                <a:cubicBezTo>
                  <a:pt x="186" y="37"/>
                  <a:pt x="137" y="57"/>
                  <a:pt x="97" y="97"/>
                </a:cubicBezTo>
                <a:cubicBezTo>
                  <a:pt x="57" y="137"/>
                  <a:pt x="37" y="185"/>
                  <a:pt x="37" y="243"/>
                </a:cubicBezTo>
                <a:cubicBezTo>
                  <a:pt x="37" y="301"/>
                  <a:pt x="57" y="349"/>
                  <a:pt x="97" y="390"/>
                </a:cubicBezTo>
                <a:cubicBezTo>
                  <a:pt x="137" y="430"/>
                  <a:pt x="186" y="450"/>
                  <a:pt x="244" y="450"/>
                </a:cubicBezTo>
                <a:moveTo>
                  <a:pt x="244" y="243"/>
                </a:moveTo>
                <a:lnTo>
                  <a:pt x="244" y="243"/>
                </a:lnTo>
                <a:close/>
              </a:path>
            </a:pathLst>
          </a:custGeom>
          <a:solidFill>
            <a:srgbClr val="4d4d4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500" name=""/>
          <p:cNvSpPr txBox="1"/>
          <p:nvPr/>
        </p:nvSpPr>
        <p:spPr>
          <a:xfrm>
            <a:off x="1162080" y="5516280"/>
            <a:ext cx="17280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ASI09 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人の信頼の悪用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01" name=""/>
          <p:cNvSpPr txBox="1"/>
          <p:nvPr/>
        </p:nvSpPr>
        <p:spPr>
          <a:xfrm>
            <a:off x="4619520" y="5516280"/>
            <a:ext cx="102492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350" spc="-1" strike="noStrike">
                <a:solidFill>
                  <a:srgbClr val="4d4d4d"/>
                </a:solidFill>
                <a:latin typeface="Noto Sans JP"/>
                <a:ea typeface="Noto Sans JP"/>
              </a:rPr>
              <a:t>低減できない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02" name=""/>
          <p:cNvSpPr txBox="1"/>
          <p:nvPr/>
        </p:nvSpPr>
        <p:spPr>
          <a:xfrm>
            <a:off x="6448320" y="5516280"/>
            <a:ext cx="3420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低減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03" name=""/>
          <p:cNvSpPr txBox="1"/>
          <p:nvPr/>
        </p:nvSpPr>
        <p:spPr>
          <a:xfrm>
            <a:off x="7210440" y="5516280"/>
            <a:ext cx="170748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確かめてから承認する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04" name=""/>
          <p:cNvSpPr txBox="1"/>
          <p:nvPr/>
        </p:nvSpPr>
        <p:spPr>
          <a:xfrm>
            <a:off x="10067760" y="5516280"/>
            <a:ext cx="5126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利用者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05" name=""/>
          <p:cNvSpPr/>
          <p:nvPr/>
        </p:nvSpPr>
        <p:spPr>
          <a:xfrm>
            <a:off x="4370040" y="5932440"/>
            <a:ext cx="175320" cy="174960"/>
          </a:xfrm>
          <a:custGeom>
            <a:avLst/>
            <a:gdLst/>
            <a:ahLst/>
            <a:rect l="0" t="0" r="r" b="b"/>
            <a:pathLst>
              <a:path w="487" h="486">
                <a:moveTo>
                  <a:pt x="207" y="354"/>
                </a:moveTo>
                <a:lnTo>
                  <a:pt x="380" y="181"/>
                </a:lnTo>
                <a:lnTo>
                  <a:pt x="352" y="154"/>
                </a:lnTo>
                <a:lnTo>
                  <a:pt x="207" y="298"/>
                </a:lnTo>
                <a:lnTo>
                  <a:pt x="134" y="225"/>
                </a:lnTo>
                <a:lnTo>
                  <a:pt x="107" y="252"/>
                </a:lnTo>
                <a:lnTo>
                  <a:pt x="207" y="354"/>
                </a:lnTo>
                <a:moveTo>
                  <a:pt x="244" y="486"/>
                </a:moveTo>
                <a:cubicBezTo>
                  <a:pt x="210" y="486"/>
                  <a:pt x="179" y="479"/>
                  <a:pt x="149" y="467"/>
                </a:cubicBezTo>
                <a:cubicBezTo>
                  <a:pt x="120" y="454"/>
                  <a:pt x="94" y="436"/>
                  <a:pt x="72" y="414"/>
                </a:cubicBezTo>
                <a:cubicBezTo>
                  <a:pt x="50" y="392"/>
                  <a:pt x="32" y="367"/>
                  <a:pt x="20" y="337"/>
                </a:cubicBezTo>
                <a:cubicBezTo>
                  <a:pt x="7" y="308"/>
                  <a:pt x="0" y="276"/>
                  <a:pt x="0" y="242"/>
                </a:cubicBezTo>
                <a:cubicBezTo>
                  <a:pt x="0" y="209"/>
                  <a:pt x="7" y="177"/>
                  <a:pt x="20" y="148"/>
                </a:cubicBezTo>
                <a:cubicBezTo>
                  <a:pt x="32" y="118"/>
                  <a:pt x="50" y="92"/>
                  <a:pt x="72" y="71"/>
                </a:cubicBezTo>
                <a:cubicBezTo>
                  <a:pt x="94" y="49"/>
                  <a:pt x="120" y="31"/>
                  <a:pt x="149" y="19"/>
                </a:cubicBezTo>
                <a:cubicBezTo>
                  <a:pt x="179" y="6"/>
                  <a:pt x="210" y="0"/>
                  <a:pt x="244" y="0"/>
                </a:cubicBezTo>
                <a:cubicBezTo>
                  <a:pt x="278" y="0"/>
                  <a:pt x="309" y="6"/>
                  <a:pt x="339" y="19"/>
                </a:cubicBezTo>
                <a:cubicBezTo>
                  <a:pt x="368" y="31"/>
                  <a:pt x="394" y="49"/>
                  <a:pt x="416" y="71"/>
                </a:cubicBezTo>
                <a:cubicBezTo>
                  <a:pt x="437" y="92"/>
                  <a:pt x="455" y="118"/>
                  <a:pt x="467" y="148"/>
                </a:cubicBezTo>
                <a:cubicBezTo>
                  <a:pt x="480" y="177"/>
                  <a:pt x="487" y="209"/>
                  <a:pt x="487" y="242"/>
                </a:cubicBezTo>
                <a:cubicBezTo>
                  <a:pt x="487" y="276"/>
                  <a:pt x="480" y="308"/>
                  <a:pt x="467" y="337"/>
                </a:cubicBezTo>
                <a:cubicBezTo>
                  <a:pt x="455" y="367"/>
                  <a:pt x="437" y="392"/>
                  <a:pt x="416" y="414"/>
                </a:cubicBezTo>
                <a:cubicBezTo>
                  <a:pt x="394" y="436"/>
                  <a:pt x="368" y="454"/>
                  <a:pt x="339" y="467"/>
                </a:cubicBezTo>
                <a:cubicBezTo>
                  <a:pt x="309" y="479"/>
                  <a:pt x="278" y="486"/>
                  <a:pt x="244" y="486"/>
                </a:cubicBezTo>
                <a:moveTo>
                  <a:pt x="244" y="449"/>
                </a:moveTo>
                <a:cubicBezTo>
                  <a:pt x="301" y="449"/>
                  <a:pt x="350" y="429"/>
                  <a:pt x="390" y="389"/>
                </a:cubicBezTo>
                <a:cubicBezTo>
                  <a:pt x="430" y="349"/>
                  <a:pt x="450" y="300"/>
                  <a:pt x="450" y="242"/>
                </a:cubicBezTo>
                <a:cubicBezTo>
                  <a:pt x="450" y="185"/>
                  <a:pt x="430" y="136"/>
                  <a:pt x="390" y="96"/>
                </a:cubicBezTo>
                <a:cubicBezTo>
                  <a:pt x="350" y="56"/>
                  <a:pt x="301" y="36"/>
                  <a:pt x="244" y="36"/>
                </a:cubicBezTo>
                <a:cubicBezTo>
                  <a:pt x="186" y="36"/>
                  <a:pt x="137" y="56"/>
                  <a:pt x="97" y="96"/>
                </a:cubicBezTo>
                <a:cubicBezTo>
                  <a:pt x="57" y="136"/>
                  <a:pt x="37" y="185"/>
                  <a:pt x="37" y="242"/>
                </a:cubicBezTo>
                <a:cubicBezTo>
                  <a:pt x="37" y="300"/>
                  <a:pt x="57" y="349"/>
                  <a:pt x="97" y="389"/>
                </a:cubicBezTo>
                <a:cubicBezTo>
                  <a:pt x="137" y="429"/>
                  <a:pt x="186" y="449"/>
                  <a:pt x="244" y="449"/>
                </a:cubicBezTo>
                <a:moveTo>
                  <a:pt x="244" y="242"/>
                </a:moveTo>
                <a:lnTo>
                  <a:pt x="244" y="242"/>
                </a:lnTo>
                <a:close/>
              </a:path>
            </a:pathLst>
          </a:custGeom>
          <a:solidFill>
            <a:srgbClr val="197a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506" name=""/>
          <p:cNvSpPr txBox="1"/>
          <p:nvPr/>
        </p:nvSpPr>
        <p:spPr>
          <a:xfrm>
            <a:off x="1162080" y="5878080"/>
            <a:ext cx="18986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ASI10 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暴走エージェント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07" name=""/>
          <p:cNvSpPr txBox="1"/>
          <p:nvPr/>
        </p:nvSpPr>
        <p:spPr>
          <a:xfrm>
            <a:off x="4619520" y="5878080"/>
            <a:ext cx="85428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350" spc="-1" strike="noStrike">
                <a:solidFill>
                  <a:srgbClr val="197a4b"/>
                </a:solidFill>
                <a:latin typeface="Noto Sans JP"/>
                <a:ea typeface="Noto Sans JP"/>
              </a:rPr>
              <a:t>低減できる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08" name=""/>
          <p:cNvSpPr txBox="1"/>
          <p:nvPr/>
        </p:nvSpPr>
        <p:spPr>
          <a:xfrm>
            <a:off x="6448320" y="5878080"/>
            <a:ext cx="3420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低減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09" name=""/>
          <p:cNvSpPr txBox="1"/>
          <p:nvPr/>
        </p:nvSpPr>
        <p:spPr>
          <a:xfrm>
            <a:off x="7210440" y="5878080"/>
            <a:ext cx="204912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人が見ている間だけ動かす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10" name=""/>
          <p:cNvSpPr txBox="1"/>
          <p:nvPr/>
        </p:nvSpPr>
        <p:spPr>
          <a:xfrm>
            <a:off x="10067760" y="5878080"/>
            <a:ext cx="85428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基盤の担当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11" name=""/>
          <p:cNvSpPr txBox="1"/>
          <p:nvPr/>
        </p:nvSpPr>
        <p:spPr>
          <a:xfrm>
            <a:off x="8497440" y="556560"/>
            <a:ext cx="293148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全体 ∕ </a:t>
            </a:r>
            <a:r>
              <a:rPr b="1" lang="ja-JP" sz="1200" spc="-1" strike="noStrike">
                <a:solidFill>
                  <a:srgbClr val="0017c1"/>
                </a:solidFill>
                <a:latin typeface="Noto Sans JP"/>
                <a:ea typeface="Noto Sans JP"/>
              </a:rPr>
              <a:t>計画</a:t>
            </a:r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 ∕ 運用 ∕ 評価 ∕ 改善 ∕ 承認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12" name=""/>
          <p:cNvSpPr txBox="1"/>
          <p:nvPr/>
        </p:nvSpPr>
        <p:spPr>
          <a:xfrm>
            <a:off x="11497680" y="6442920"/>
            <a:ext cx="1519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6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1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1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16" name=""/>
          <p:cNvSpPr/>
          <p:nvPr/>
        </p:nvSpPr>
        <p:spPr>
          <a:xfrm>
            <a:off x="609480" y="971280"/>
            <a:ext cx="10973160" cy="38520"/>
          </a:xfrm>
          <a:custGeom>
            <a:avLst/>
            <a:gdLst/>
            <a:ahLst/>
            <a:rect l="0" t="0" r="r" b="b"/>
            <a:pathLst>
              <a:path w="30481" h="107">
                <a:moveTo>
                  <a:pt x="0" y="0"/>
                </a:moveTo>
                <a:lnTo>
                  <a:pt x="30481" y="0"/>
                </a:lnTo>
                <a:lnTo>
                  <a:pt x="3048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517" name=""/>
          <p:cNvSpPr txBox="1"/>
          <p:nvPr/>
        </p:nvSpPr>
        <p:spPr>
          <a:xfrm>
            <a:off x="609480" y="392760"/>
            <a:ext cx="4115520" cy="497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2700" spc="-1" strike="noStrike">
                <a:solidFill>
                  <a:srgbClr val="1a1a1a"/>
                </a:solidFill>
                <a:latin typeface="Noto Sans JP"/>
                <a:ea typeface="Noto Sans JP"/>
              </a:rPr>
              <a:t>基盤の担当が強制する設定</a:t>
            </a:r>
            <a:endParaRPr b="0" lang="ja-JP" sz="27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18" name=""/>
          <p:cNvSpPr/>
          <p:nvPr/>
        </p:nvSpPr>
        <p:spPr>
          <a:xfrm>
            <a:off x="609480" y="1599840"/>
            <a:ext cx="10973160" cy="4800960"/>
          </a:xfrm>
          <a:custGeom>
            <a:avLst/>
            <a:gdLst/>
            <a:ahLst/>
            <a:rect l="0" t="0" r="r" b="b"/>
            <a:pathLst>
              <a:path w="30481" h="13336">
                <a:moveTo>
                  <a:pt x="0" y="13125"/>
                </a:moveTo>
                <a:lnTo>
                  <a:pt x="0" y="212"/>
                </a:lnTo>
                <a:cubicBezTo>
                  <a:pt x="0" y="198"/>
                  <a:pt x="1" y="185"/>
                  <a:pt x="4" y="171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1" y="118"/>
                  <a:pt x="28" y="106"/>
                  <a:pt x="36" y="95"/>
                </a:cubicBezTo>
                <a:cubicBezTo>
                  <a:pt x="43" y="83"/>
                  <a:pt x="52" y="72"/>
                  <a:pt x="62" y="62"/>
                </a:cubicBezTo>
                <a:cubicBezTo>
                  <a:pt x="72" y="53"/>
                  <a:pt x="82" y="44"/>
                  <a:pt x="94" y="36"/>
                </a:cubicBezTo>
                <a:cubicBezTo>
                  <a:pt x="105" y="28"/>
                  <a:pt x="118" y="22"/>
                  <a:pt x="130" y="17"/>
                </a:cubicBezTo>
                <a:cubicBezTo>
                  <a:pt x="143" y="11"/>
                  <a:pt x="157" y="7"/>
                  <a:pt x="170" y="5"/>
                </a:cubicBezTo>
                <a:cubicBezTo>
                  <a:pt x="184" y="2"/>
                  <a:pt x="198" y="0"/>
                  <a:pt x="211" y="0"/>
                </a:cubicBezTo>
                <a:lnTo>
                  <a:pt x="30269" y="0"/>
                </a:lnTo>
                <a:cubicBezTo>
                  <a:pt x="30283" y="0"/>
                  <a:pt x="30297" y="2"/>
                  <a:pt x="30310" y="5"/>
                </a:cubicBezTo>
                <a:cubicBezTo>
                  <a:pt x="30324" y="7"/>
                  <a:pt x="30337" y="11"/>
                  <a:pt x="30350" y="17"/>
                </a:cubicBezTo>
                <a:cubicBezTo>
                  <a:pt x="30363" y="22"/>
                  <a:pt x="30375" y="28"/>
                  <a:pt x="30387" y="36"/>
                </a:cubicBezTo>
                <a:cubicBezTo>
                  <a:pt x="30398" y="44"/>
                  <a:pt x="30409" y="53"/>
                  <a:pt x="30419" y="62"/>
                </a:cubicBezTo>
                <a:cubicBezTo>
                  <a:pt x="30429" y="72"/>
                  <a:pt x="30437" y="83"/>
                  <a:pt x="30445" y="95"/>
                </a:cubicBezTo>
                <a:cubicBezTo>
                  <a:pt x="30453" y="106"/>
                  <a:pt x="30459" y="118"/>
                  <a:pt x="30465" y="131"/>
                </a:cubicBezTo>
                <a:cubicBezTo>
                  <a:pt x="30470" y="144"/>
                  <a:pt x="30474" y="157"/>
                  <a:pt x="30477" y="171"/>
                </a:cubicBezTo>
                <a:cubicBezTo>
                  <a:pt x="30479" y="185"/>
                  <a:pt x="30481" y="198"/>
                  <a:pt x="30481" y="212"/>
                </a:cubicBezTo>
                <a:lnTo>
                  <a:pt x="30481" y="13125"/>
                </a:lnTo>
                <a:cubicBezTo>
                  <a:pt x="30481" y="13139"/>
                  <a:pt x="30479" y="13152"/>
                  <a:pt x="30477" y="13166"/>
                </a:cubicBezTo>
                <a:cubicBezTo>
                  <a:pt x="30474" y="13180"/>
                  <a:pt x="30470" y="13193"/>
                  <a:pt x="30465" y="13206"/>
                </a:cubicBezTo>
                <a:cubicBezTo>
                  <a:pt x="30459" y="13219"/>
                  <a:pt x="30453" y="13231"/>
                  <a:pt x="30445" y="13242"/>
                </a:cubicBezTo>
                <a:cubicBezTo>
                  <a:pt x="30437" y="13254"/>
                  <a:pt x="30429" y="13265"/>
                  <a:pt x="30419" y="13275"/>
                </a:cubicBezTo>
                <a:cubicBezTo>
                  <a:pt x="30409" y="13284"/>
                  <a:pt x="30398" y="13293"/>
                  <a:pt x="30387" y="13301"/>
                </a:cubicBezTo>
                <a:cubicBezTo>
                  <a:pt x="30375" y="13309"/>
                  <a:pt x="30363" y="13315"/>
                  <a:pt x="30350" y="13320"/>
                </a:cubicBezTo>
                <a:cubicBezTo>
                  <a:pt x="30337" y="13326"/>
                  <a:pt x="30324" y="13330"/>
                  <a:pt x="30310" y="13332"/>
                </a:cubicBezTo>
                <a:cubicBezTo>
                  <a:pt x="30297" y="13335"/>
                  <a:pt x="30283" y="13336"/>
                  <a:pt x="30269" y="13336"/>
                </a:cubicBezTo>
                <a:lnTo>
                  <a:pt x="211" y="13336"/>
                </a:lnTo>
                <a:cubicBezTo>
                  <a:pt x="198" y="13336"/>
                  <a:pt x="184" y="13335"/>
                  <a:pt x="170" y="13332"/>
                </a:cubicBezTo>
                <a:cubicBezTo>
                  <a:pt x="157" y="13330"/>
                  <a:pt x="143" y="13326"/>
                  <a:pt x="130" y="13320"/>
                </a:cubicBezTo>
                <a:cubicBezTo>
                  <a:pt x="118" y="13315"/>
                  <a:pt x="105" y="13309"/>
                  <a:pt x="94" y="13301"/>
                </a:cubicBezTo>
                <a:cubicBezTo>
                  <a:pt x="82" y="13293"/>
                  <a:pt x="72" y="13284"/>
                  <a:pt x="62" y="13275"/>
                </a:cubicBezTo>
                <a:cubicBezTo>
                  <a:pt x="52" y="13265"/>
                  <a:pt x="43" y="13254"/>
                  <a:pt x="36" y="13242"/>
                </a:cubicBezTo>
                <a:cubicBezTo>
                  <a:pt x="28" y="13231"/>
                  <a:pt x="21" y="13219"/>
                  <a:pt x="16" y="13206"/>
                </a:cubicBezTo>
                <a:cubicBezTo>
                  <a:pt x="11" y="13193"/>
                  <a:pt x="7" y="13180"/>
                  <a:pt x="4" y="13166"/>
                </a:cubicBezTo>
                <a:cubicBezTo>
                  <a:pt x="1" y="13152"/>
                  <a:pt x="0" y="13139"/>
                  <a:pt x="0" y="13125"/>
                </a:cubicBezTo>
                <a:close/>
              </a:path>
            </a:pathLst>
          </a:custGeom>
          <a:solidFill>
            <a:srgbClr val="e8f1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19" name=""/>
          <p:cNvSpPr txBox="1"/>
          <p:nvPr/>
        </p:nvSpPr>
        <p:spPr>
          <a:xfrm>
            <a:off x="609480" y="1090800"/>
            <a:ext cx="751284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担当のうち基盤の担当は、</a:t>
            </a:r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5</a:t>
            </a:r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つのリスク対応を設定で強制する</a:t>
            </a:r>
            <a:endParaRPr b="0" lang="ja-JP" sz="21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20" name=""/>
          <p:cNvSpPr txBox="1"/>
          <p:nvPr/>
        </p:nvSpPr>
        <p:spPr>
          <a:xfrm>
            <a:off x="799920" y="1716120"/>
            <a:ext cx="67105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5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つのリスクと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3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つのぜい弱性に、設定で強制する対応がある</a:t>
            </a:r>
            <a:r>
              <a:rPr b="0" lang="ja-JP" sz="2100" baseline="30000" spc="-1" strike="noStrike">
                <a:solidFill>
                  <a:srgbClr val="0017c1"/>
                </a:solidFill>
                <a:latin typeface="Noto Sans JP"/>
                <a:ea typeface="Noto Sans JP"/>
              </a:rPr>
              <a:t>4</a:t>
            </a:r>
            <a:endParaRPr b="0" lang="ja-JP" sz="18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21" name=""/>
          <p:cNvSpPr/>
          <p:nvPr/>
        </p:nvSpPr>
        <p:spPr>
          <a:xfrm>
            <a:off x="1142640" y="2562120"/>
            <a:ext cx="3238920" cy="362160"/>
          </a:xfrm>
          <a:custGeom>
            <a:avLst/>
            <a:gdLst/>
            <a:ahLst/>
            <a:rect l="0" t="0" r="r" b="b"/>
            <a:pathLst>
              <a:path w="8997" h="1006">
                <a:moveTo>
                  <a:pt x="0" y="0"/>
                </a:moveTo>
                <a:lnTo>
                  <a:pt x="8997" y="0"/>
                </a:lnTo>
                <a:lnTo>
                  <a:pt x="8997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22" name=""/>
          <p:cNvSpPr/>
          <p:nvPr/>
        </p:nvSpPr>
        <p:spPr>
          <a:xfrm>
            <a:off x="4381200" y="2562120"/>
            <a:ext cx="4001040" cy="362160"/>
          </a:xfrm>
          <a:custGeom>
            <a:avLst/>
            <a:gdLst/>
            <a:ahLst/>
            <a:rect l="0" t="0" r="r" b="b"/>
            <a:pathLst>
              <a:path w="11114" h="1006">
                <a:moveTo>
                  <a:pt x="0" y="0"/>
                </a:moveTo>
                <a:lnTo>
                  <a:pt x="11114" y="0"/>
                </a:lnTo>
                <a:lnTo>
                  <a:pt x="11114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23" name=""/>
          <p:cNvSpPr/>
          <p:nvPr/>
        </p:nvSpPr>
        <p:spPr>
          <a:xfrm>
            <a:off x="8381880" y="2562120"/>
            <a:ext cx="2667240" cy="362160"/>
          </a:xfrm>
          <a:custGeom>
            <a:avLst/>
            <a:gdLst/>
            <a:ahLst/>
            <a:rect l="0" t="0" r="r" b="b"/>
            <a:pathLst>
              <a:path w="7409" h="1006">
                <a:moveTo>
                  <a:pt x="0" y="0"/>
                </a:moveTo>
                <a:lnTo>
                  <a:pt x="7409" y="0"/>
                </a:lnTo>
                <a:lnTo>
                  <a:pt x="7409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24" name=""/>
          <p:cNvSpPr/>
          <p:nvPr/>
        </p:nvSpPr>
        <p:spPr>
          <a:xfrm>
            <a:off x="1142640" y="2923920"/>
            <a:ext cx="3238920" cy="362520"/>
          </a:xfrm>
          <a:custGeom>
            <a:avLst/>
            <a:gdLst/>
            <a:ahLst/>
            <a:rect l="0" t="0" r="r" b="b"/>
            <a:pathLst>
              <a:path w="8997" h="1007">
                <a:moveTo>
                  <a:pt x="0" y="0"/>
                </a:moveTo>
                <a:lnTo>
                  <a:pt x="8997" y="0"/>
                </a:lnTo>
                <a:lnTo>
                  <a:pt x="8997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25" name=""/>
          <p:cNvSpPr/>
          <p:nvPr/>
        </p:nvSpPr>
        <p:spPr>
          <a:xfrm>
            <a:off x="4381200" y="2923920"/>
            <a:ext cx="4001040" cy="362520"/>
          </a:xfrm>
          <a:custGeom>
            <a:avLst/>
            <a:gdLst/>
            <a:ahLst/>
            <a:rect l="0" t="0" r="r" b="b"/>
            <a:pathLst>
              <a:path w="11114" h="1007">
                <a:moveTo>
                  <a:pt x="0" y="0"/>
                </a:moveTo>
                <a:lnTo>
                  <a:pt x="11114" y="0"/>
                </a:lnTo>
                <a:lnTo>
                  <a:pt x="11114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26" name=""/>
          <p:cNvSpPr/>
          <p:nvPr/>
        </p:nvSpPr>
        <p:spPr>
          <a:xfrm>
            <a:off x="8381880" y="2923920"/>
            <a:ext cx="2667240" cy="362520"/>
          </a:xfrm>
          <a:custGeom>
            <a:avLst/>
            <a:gdLst/>
            <a:ahLst/>
            <a:rect l="0" t="0" r="r" b="b"/>
            <a:pathLst>
              <a:path w="7409" h="1007">
                <a:moveTo>
                  <a:pt x="0" y="0"/>
                </a:moveTo>
                <a:lnTo>
                  <a:pt x="7409" y="0"/>
                </a:lnTo>
                <a:lnTo>
                  <a:pt x="7409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27" name=""/>
          <p:cNvSpPr/>
          <p:nvPr/>
        </p:nvSpPr>
        <p:spPr>
          <a:xfrm>
            <a:off x="1142640" y="3286080"/>
            <a:ext cx="3238920" cy="362160"/>
          </a:xfrm>
          <a:custGeom>
            <a:avLst/>
            <a:gdLst/>
            <a:ahLst/>
            <a:rect l="0" t="0" r="r" b="b"/>
            <a:pathLst>
              <a:path w="8997" h="1006">
                <a:moveTo>
                  <a:pt x="0" y="0"/>
                </a:moveTo>
                <a:lnTo>
                  <a:pt x="8997" y="0"/>
                </a:lnTo>
                <a:lnTo>
                  <a:pt x="8997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28" name=""/>
          <p:cNvSpPr/>
          <p:nvPr/>
        </p:nvSpPr>
        <p:spPr>
          <a:xfrm>
            <a:off x="4381200" y="3286080"/>
            <a:ext cx="4001040" cy="362160"/>
          </a:xfrm>
          <a:custGeom>
            <a:avLst/>
            <a:gdLst/>
            <a:ahLst/>
            <a:rect l="0" t="0" r="r" b="b"/>
            <a:pathLst>
              <a:path w="11114" h="1006">
                <a:moveTo>
                  <a:pt x="0" y="0"/>
                </a:moveTo>
                <a:lnTo>
                  <a:pt x="11114" y="0"/>
                </a:lnTo>
                <a:lnTo>
                  <a:pt x="11114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29" name=""/>
          <p:cNvSpPr/>
          <p:nvPr/>
        </p:nvSpPr>
        <p:spPr>
          <a:xfrm>
            <a:off x="8381880" y="3286080"/>
            <a:ext cx="2667240" cy="362160"/>
          </a:xfrm>
          <a:custGeom>
            <a:avLst/>
            <a:gdLst/>
            <a:ahLst/>
            <a:rect l="0" t="0" r="r" b="b"/>
            <a:pathLst>
              <a:path w="7409" h="1006">
                <a:moveTo>
                  <a:pt x="0" y="0"/>
                </a:moveTo>
                <a:lnTo>
                  <a:pt x="7409" y="0"/>
                </a:lnTo>
                <a:lnTo>
                  <a:pt x="7409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30" name=""/>
          <p:cNvSpPr/>
          <p:nvPr/>
        </p:nvSpPr>
        <p:spPr>
          <a:xfrm>
            <a:off x="1142640" y="3647880"/>
            <a:ext cx="3238920" cy="362160"/>
          </a:xfrm>
          <a:custGeom>
            <a:avLst/>
            <a:gdLst/>
            <a:ahLst/>
            <a:rect l="0" t="0" r="r" b="b"/>
            <a:pathLst>
              <a:path w="8997" h="1006">
                <a:moveTo>
                  <a:pt x="0" y="0"/>
                </a:moveTo>
                <a:lnTo>
                  <a:pt x="8997" y="0"/>
                </a:lnTo>
                <a:lnTo>
                  <a:pt x="8997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31" name=""/>
          <p:cNvSpPr/>
          <p:nvPr/>
        </p:nvSpPr>
        <p:spPr>
          <a:xfrm>
            <a:off x="4381200" y="3647880"/>
            <a:ext cx="4001040" cy="362160"/>
          </a:xfrm>
          <a:custGeom>
            <a:avLst/>
            <a:gdLst/>
            <a:ahLst/>
            <a:rect l="0" t="0" r="r" b="b"/>
            <a:pathLst>
              <a:path w="11114" h="1006">
                <a:moveTo>
                  <a:pt x="0" y="0"/>
                </a:moveTo>
                <a:lnTo>
                  <a:pt x="11114" y="0"/>
                </a:lnTo>
                <a:lnTo>
                  <a:pt x="11114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32" name=""/>
          <p:cNvSpPr/>
          <p:nvPr/>
        </p:nvSpPr>
        <p:spPr>
          <a:xfrm>
            <a:off x="8381880" y="3647880"/>
            <a:ext cx="2667240" cy="362160"/>
          </a:xfrm>
          <a:custGeom>
            <a:avLst/>
            <a:gdLst/>
            <a:ahLst/>
            <a:rect l="0" t="0" r="r" b="b"/>
            <a:pathLst>
              <a:path w="7409" h="1006">
                <a:moveTo>
                  <a:pt x="0" y="0"/>
                </a:moveTo>
                <a:lnTo>
                  <a:pt x="7409" y="0"/>
                </a:lnTo>
                <a:lnTo>
                  <a:pt x="7409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33" name=""/>
          <p:cNvSpPr/>
          <p:nvPr/>
        </p:nvSpPr>
        <p:spPr>
          <a:xfrm>
            <a:off x="1142640" y="4009680"/>
            <a:ext cx="3238920" cy="362520"/>
          </a:xfrm>
          <a:custGeom>
            <a:avLst/>
            <a:gdLst/>
            <a:ahLst/>
            <a:rect l="0" t="0" r="r" b="b"/>
            <a:pathLst>
              <a:path w="8997" h="1007">
                <a:moveTo>
                  <a:pt x="0" y="0"/>
                </a:moveTo>
                <a:lnTo>
                  <a:pt x="8997" y="0"/>
                </a:lnTo>
                <a:lnTo>
                  <a:pt x="8997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34" name=""/>
          <p:cNvSpPr/>
          <p:nvPr/>
        </p:nvSpPr>
        <p:spPr>
          <a:xfrm>
            <a:off x="4381200" y="4009680"/>
            <a:ext cx="4001040" cy="362520"/>
          </a:xfrm>
          <a:custGeom>
            <a:avLst/>
            <a:gdLst/>
            <a:ahLst/>
            <a:rect l="0" t="0" r="r" b="b"/>
            <a:pathLst>
              <a:path w="11114" h="1007">
                <a:moveTo>
                  <a:pt x="0" y="0"/>
                </a:moveTo>
                <a:lnTo>
                  <a:pt x="11114" y="0"/>
                </a:lnTo>
                <a:lnTo>
                  <a:pt x="11114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35" name=""/>
          <p:cNvSpPr/>
          <p:nvPr/>
        </p:nvSpPr>
        <p:spPr>
          <a:xfrm>
            <a:off x="8381880" y="4009680"/>
            <a:ext cx="2667240" cy="362520"/>
          </a:xfrm>
          <a:custGeom>
            <a:avLst/>
            <a:gdLst/>
            <a:ahLst/>
            <a:rect l="0" t="0" r="r" b="b"/>
            <a:pathLst>
              <a:path w="7409" h="1007">
                <a:moveTo>
                  <a:pt x="0" y="0"/>
                </a:moveTo>
                <a:lnTo>
                  <a:pt x="7409" y="0"/>
                </a:lnTo>
                <a:lnTo>
                  <a:pt x="7409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36" name=""/>
          <p:cNvSpPr/>
          <p:nvPr/>
        </p:nvSpPr>
        <p:spPr>
          <a:xfrm>
            <a:off x="1142640" y="4371840"/>
            <a:ext cx="3238920" cy="362160"/>
          </a:xfrm>
          <a:custGeom>
            <a:avLst/>
            <a:gdLst/>
            <a:ahLst/>
            <a:rect l="0" t="0" r="r" b="b"/>
            <a:pathLst>
              <a:path w="8997" h="1006">
                <a:moveTo>
                  <a:pt x="0" y="0"/>
                </a:moveTo>
                <a:lnTo>
                  <a:pt x="8997" y="0"/>
                </a:lnTo>
                <a:lnTo>
                  <a:pt x="8997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37" name=""/>
          <p:cNvSpPr/>
          <p:nvPr/>
        </p:nvSpPr>
        <p:spPr>
          <a:xfrm>
            <a:off x="4381200" y="4371840"/>
            <a:ext cx="4001040" cy="362160"/>
          </a:xfrm>
          <a:custGeom>
            <a:avLst/>
            <a:gdLst/>
            <a:ahLst/>
            <a:rect l="0" t="0" r="r" b="b"/>
            <a:pathLst>
              <a:path w="11114" h="1006">
                <a:moveTo>
                  <a:pt x="0" y="0"/>
                </a:moveTo>
                <a:lnTo>
                  <a:pt x="11114" y="0"/>
                </a:lnTo>
                <a:lnTo>
                  <a:pt x="11114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38" name=""/>
          <p:cNvSpPr/>
          <p:nvPr/>
        </p:nvSpPr>
        <p:spPr>
          <a:xfrm>
            <a:off x="8381880" y="4371840"/>
            <a:ext cx="2667240" cy="362160"/>
          </a:xfrm>
          <a:custGeom>
            <a:avLst/>
            <a:gdLst/>
            <a:ahLst/>
            <a:rect l="0" t="0" r="r" b="b"/>
            <a:pathLst>
              <a:path w="7409" h="1006">
                <a:moveTo>
                  <a:pt x="0" y="0"/>
                </a:moveTo>
                <a:lnTo>
                  <a:pt x="7409" y="0"/>
                </a:lnTo>
                <a:lnTo>
                  <a:pt x="7409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39" name=""/>
          <p:cNvSpPr/>
          <p:nvPr/>
        </p:nvSpPr>
        <p:spPr>
          <a:xfrm>
            <a:off x="1142640" y="4733640"/>
            <a:ext cx="3238920" cy="362520"/>
          </a:xfrm>
          <a:custGeom>
            <a:avLst/>
            <a:gdLst/>
            <a:ahLst/>
            <a:rect l="0" t="0" r="r" b="b"/>
            <a:pathLst>
              <a:path w="8997" h="1007">
                <a:moveTo>
                  <a:pt x="0" y="0"/>
                </a:moveTo>
                <a:lnTo>
                  <a:pt x="8997" y="0"/>
                </a:lnTo>
                <a:lnTo>
                  <a:pt x="8997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40" name=""/>
          <p:cNvSpPr/>
          <p:nvPr/>
        </p:nvSpPr>
        <p:spPr>
          <a:xfrm>
            <a:off x="4381200" y="4733640"/>
            <a:ext cx="4001040" cy="362520"/>
          </a:xfrm>
          <a:custGeom>
            <a:avLst/>
            <a:gdLst/>
            <a:ahLst/>
            <a:rect l="0" t="0" r="r" b="b"/>
            <a:pathLst>
              <a:path w="11114" h="1007">
                <a:moveTo>
                  <a:pt x="0" y="0"/>
                </a:moveTo>
                <a:lnTo>
                  <a:pt x="11114" y="0"/>
                </a:lnTo>
                <a:lnTo>
                  <a:pt x="11114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41" name=""/>
          <p:cNvSpPr/>
          <p:nvPr/>
        </p:nvSpPr>
        <p:spPr>
          <a:xfrm>
            <a:off x="8381880" y="4733640"/>
            <a:ext cx="2667240" cy="362520"/>
          </a:xfrm>
          <a:custGeom>
            <a:avLst/>
            <a:gdLst/>
            <a:ahLst/>
            <a:rect l="0" t="0" r="r" b="b"/>
            <a:pathLst>
              <a:path w="7409" h="1007">
                <a:moveTo>
                  <a:pt x="0" y="0"/>
                </a:moveTo>
                <a:lnTo>
                  <a:pt x="7409" y="0"/>
                </a:lnTo>
                <a:lnTo>
                  <a:pt x="7409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42" name=""/>
          <p:cNvSpPr/>
          <p:nvPr/>
        </p:nvSpPr>
        <p:spPr>
          <a:xfrm>
            <a:off x="1142640" y="5095800"/>
            <a:ext cx="3238920" cy="362160"/>
          </a:xfrm>
          <a:custGeom>
            <a:avLst/>
            <a:gdLst/>
            <a:ahLst/>
            <a:rect l="0" t="0" r="r" b="b"/>
            <a:pathLst>
              <a:path w="8997" h="1006">
                <a:moveTo>
                  <a:pt x="0" y="0"/>
                </a:moveTo>
                <a:lnTo>
                  <a:pt x="8997" y="0"/>
                </a:lnTo>
                <a:lnTo>
                  <a:pt x="8997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43" name=""/>
          <p:cNvSpPr/>
          <p:nvPr/>
        </p:nvSpPr>
        <p:spPr>
          <a:xfrm>
            <a:off x="4381200" y="5095800"/>
            <a:ext cx="4001040" cy="362160"/>
          </a:xfrm>
          <a:custGeom>
            <a:avLst/>
            <a:gdLst/>
            <a:ahLst/>
            <a:rect l="0" t="0" r="r" b="b"/>
            <a:pathLst>
              <a:path w="11114" h="1006">
                <a:moveTo>
                  <a:pt x="0" y="0"/>
                </a:moveTo>
                <a:lnTo>
                  <a:pt x="11114" y="0"/>
                </a:lnTo>
                <a:lnTo>
                  <a:pt x="11114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44" name=""/>
          <p:cNvSpPr/>
          <p:nvPr/>
        </p:nvSpPr>
        <p:spPr>
          <a:xfrm>
            <a:off x="8381880" y="5095800"/>
            <a:ext cx="2667240" cy="362160"/>
          </a:xfrm>
          <a:custGeom>
            <a:avLst/>
            <a:gdLst/>
            <a:ahLst/>
            <a:rect l="0" t="0" r="r" b="b"/>
            <a:pathLst>
              <a:path w="7409" h="1006">
                <a:moveTo>
                  <a:pt x="0" y="0"/>
                </a:moveTo>
                <a:lnTo>
                  <a:pt x="7409" y="0"/>
                </a:lnTo>
                <a:lnTo>
                  <a:pt x="7409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45" name=""/>
          <p:cNvSpPr/>
          <p:nvPr/>
        </p:nvSpPr>
        <p:spPr>
          <a:xfrm>
            <a:off x="1142640" y="5457600"/>
            <a:ext cx="3238920" cy="362520"/>
          </a:xfrm>
          <a:custGeom>
            <a:avLst/>
            <a:gdLst/>
            <a:ahLst/>
            <a:rect l="0" t="0" r="r" b="b"/>
            <a:pathLst>
              <a:path w="8997" h="1007">
                <a:moveTo>
                  <a:pt x="0" y="0"/>
                </a:moveTo>
                <a:lnTo>
                  <a:pt x="8997" y="0"/>
                </a:lnTo>
                <a:lnTo>
                  <a:pt x="8997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46" name=""/>
          <p:cNvSpPr/>
          <p:nvPr/>
        </p:nvSpPr>
        <p:spPr>
          <a:xfrm>
            <a:off x="4381200" y="5457600"/>
            <a:ext cx="4001040" cy="362520"/>
          </a:xfrm>
          <a:custGeom>
            <a:avLst/>
            <a:gdLst/>
            <a:ahLst/>
            <a:rect l="0" t="0" r="r" b="b"/>
            <a:pathLst>
              <a:path w="11114" h="1007">
                <a:moveTo>
                  <a:pt x="0" y="0"/>
                </a:moveTo>
                <a:lnTo>
                  <a:pt x="11114" y="0"/>
                </a:lnTo>
                <a:lnTo>
                  <a:pt x="11114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47" name=""/>
          <p:cNvSpPr/>
          <p:nvPr/>
        </p:nvSpPr>
        <p:spPr>
          <a:xfrm>
            <a:off x="8381880" y="5457600"/>
            <a:ext cx="2667240" cy="362520"/>
          </a:xfrm>
          <a:custGeom>
            <a:avLst/>
            <a:gdLst/>
            <a:ahLst/>
            <a:rect l="0" t="0" r="r" b="b"/>
            <a:pathLst>
              <a:path w="7409" h="1007">
                <a:moveTo>
                  <a:pt x="0" y="0"/>
                </a:moveTo>
                <a:lnTo>
                  <a:pt x="7409" y="0"/>
                </a:lnTo>
                <a:lnTo>
                  <a:pt x="7409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48" name=""/>
          <p:cNvSpPr/>
          <p:nvPr/>
        </p:nvSpPr>
        <p:spPr>
          <a:xfrm>
            <a:off x="1142640" y="2914560"/>
            <a:ext cx="3238920" cy="19440"/>
          </a:xfrm>
          <a:custGeom>
            <a:avLst/>
            <a:gdLst/>
            <a:ahLst/>
            <a:rect l="0" t="0" r="r" b="b"/>
            <a:pathLst>
              <a:path w="8997" h="54">
                <a:moveTo>
                  <a:pt x="0" y="0"/>
                </a:moveTo>
                <a:lnTo>
                  <a:pt x="8997" y="0"/>
                </a:lnTo>
                <a:lnTo>
                  <a:pt x="8997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549" name=""/>
          <p:cNvSpPr/>
          <p:nvPr/>
        </p:nvSpPr>
        <p:spPr>
          <a:xfrm>
            <a:off x="4381200" y="2914560"/>
            <a:ext cx="4001040" cy="19440"/>
          </a:xfrm>
          <a:custGeom>
            <a:avLst/>
            <a:gdLst/>
            <a:ahLst/>
            <a:rect l="0" t="0" r="r" b="b"/>
            <a:pathLst>
              <a:path w="11114" h="54">
                <a:moveTo>
                  <a:pt x="0" y="0"/>
                </a:moveTo>
                <a:lnTo>
                  <a:pt x="11114" y="0"/>
                </a:lnTo>
                <a:lnTo>
                  <a:pt x="11114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550" name=""/>
          <p:cNvSpPr/>
          <p:nvPr/>
        </p:nvSpPr>
        <p:spPr>
          <a:xfrm>
            <a:off x="8381880" y="2914560"/>
            <a:ext cx="2667240" cy="19440"/>
          </a:xfrm>
          <a:custGeom>
            <a:avLst/>
            <a:gdLst/>
            <a:ahLst/>
            <a:rect l="0" t="0" r="r" b="b"/>
            <a:pathLst>
              <a:path w="7409" h="54">
                <a:moveTo>
                  <a:pt x="0" y="0"/>
                </a:moveTo>
                <a:lnTo>
                  <a:pt x="7409" y="0"/>
                </a:lnTo>
                <a:lnTo>
                  <a:pt x="7409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551" name=""/>
          <p:cNvSpPr/>
          <p:nvPr/>
        </p:nvSpPr>
        <p:spPr>
          <a:xfrm>
            <a:off x="1142640" y="3286080"/>
            <a:ext cx="3238920" cy="9720"/>
          </a:xfrm>
          <a:custGeom>
            <a:avLst/>
            <a:gdLst/>
            <a:ahLst/>
            <a:rect l="0" t="0" r="r" b="b"/>
            <a:pathLst>
              <a:path w="8997" h="27">
                <a:moveTo>
                  <a:pt x="0" y="0"/>
                </a:moveTo>
                <a:lnTo>
                  <a:pt x="8997" y="0"/>
                </a:lnTo>
                <a:lnTo>
                  <a:pt x="899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52" name=""/>
          <p:cNvSpPr/>
          <p:nvPr/>
        </p:nvSpPr>
        <p:spPr>
          <a:xfrm>
            <a:off x="4381200" y="3286080"/>
            <a:ext cx="4001040" cy="9720"/>
          </a:xfrm>
          <a:custGeom>
            <a:avLst/>
            <a:gdLst/>
            <a:ahLst/>
            <a:rect l="0" t="0" r="r" b="b"/>
            <a:pathLst>
              <a:path w="11114" h="27">
                <a:moveTo>
                  <a:pt x="0" y="0"/>
                </a:moveTo>
                <a:lnTo>
                  <a:pt x="11114" y="0"/>
                </a:lnTo>
                <a:lnTo>
                  <a:pt x="1111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53" name=""/>
          <p:cNvSpPr/>
          <p:nvPr/>
        </p:nvSpPr>
        <p:spPr>
          <a:xfrm>
            <a:off x="8381880" y="3286080"/>
            <a:ext cx="2667240" cy="9720"/>
          </a:xfrm>
          <a:custGeom>
            <a:avLst/>
            <a:gdLst/>
            <a:ahLst/>
            <a:rect l="0" t="0" r="r" b="b"/>
            <a:pathLst>
              <a:path w="7409" h="27">
                <a:moveTo>
                  <a:pt x="0" y="0"/>
                </a:moveTo>
                <a:lnTo>
                  <a:pt x="7409" y="0"/>
                </a:lnTo>
                <a:lnTo>
                  <a:pt x="74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54" name=""/>
          <p:cNvSpPr/>
          <p:nvPr/>
        </p:nvSpPr>
        <p:spPr>
          <a:xfrm>
            <a:off x="1142640" y="3647880"/>
            <a:ext cx="3238920" cy="9720"/>
          </a:xfrm>
          <a:custGeom>
            <a:avLst/>
            <a:gdLst/>
            <a:ahLst/>
            <a:rect l="0" t="0" r="r" b="b"/>
            <a:pathLst>
              <a:path w="8997" h="27">
                <a:moveTo>
                  <a:pt x="0" y="0"/>
                </a:moveTo>
                <a:lnTo>
                  <a:pt x="8997" y="0"/>
                </a:lnTo>
                <a:lnTo>
                  <a:pt x="899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55" name=""/>
          <p:cNvSpPr/>
          <p:nvPr/>
        </p:nvSpPr>
        <p:spPr>
          <a:xfrm>
            <a:off x="4381200" y="3647880"/>
            <a:ext cx="4001040" cy="9720"/>
          </a:xfrm>
          <a:custGeom>
            <a:avLst/>
            <a:gdLst/>
            <a:ahLst/>
            <a:rect l="0" t="0" r="r" b="b"/>
            <a:pathLst>
              <a:path w="11114" h="27">
                <a:moveTo>
                  <a:pt x="0" y="0"/>
                </a:moveTo>
                <a:lnTo>
                  <a:pt x="11114" y="0"/>
                </a:lnTo>
                <a:lnTo>
                  <a:pt x="1111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56" name=""/>
          <p:cNvSpPr/>
          <p:nvPr/>
        </p:nvSpPr>
        <p:spPr>
          <a:xfrm>
            <a:off x="8381880" y="3647880"/>
            <a:ext cx="2667240" cy="9720"/>
          </a:xfrm>
          <a:custGeom>
            <a:avLst/>
            <a:gdLst/>
            <a:ahLst/>
            <a:rect l="0" t="0" r="r" b="b"/>
            <a:pathLst>
              <a:path w="7409" h="27">
                <a:moveTo>
                  <a:pt x="0" y="0"/>
                </a:moveTo>
                <a:lnTo>
                  <a:pt x="7409" y="0"/>
                </a:lnTo>
                <a:lnTo>
                  <a:pt x="74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57" name=""/>
          <p:cNvSpPr/>
          <p:nvPr/>
        </p:nvSpPr>
        <p:spPr>
          <a:xfrm>
            <a:off x="1142640" y="4009680"/>
            <a:ext cx="3238920" cy="10080"/>
          </a:xfrm>
          <a:custGeom>
            <a:avLst/>
            <a:gdLst/>
            <a:ahLst/>
            <a:rect l="0" t="0" r="r" b="b"/>
            <a:pathLst>
              <a:path w="8997" h="28">
                <a:moveTo>
                  <a:pt x="0" y="0"/>
                </a:moveTo>
                <a:lnTo>
                  <a:pt x="8997" y="0"/>
                </a:lnTo>
                <a:lnTo>
                  <a:pt x="899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58" name=""/>
          <p:cNvSpPr/>
          <p:nvPr/>
        </p:nvSpPr>
        <p:spPr>
          <a:xfrm>
            <a:off x="4381200" y="4009680"/>
            <a:ext cx="4001040" cy="10080"/>
          </a:xfrm>
          <a:custGeom>
            <a:avLst/>
            <a:gdLst/>
            <a:ahLst/>
            <a:rect l="0" t="0" r="r" b="b"/>
            <a:pathLst>
              <a:path w="11114" h="28">
                <a:moveTo>
                  <a:pt x="0" y="0"/>
                </a:moveTo>
                <a:lnTo>
                  <a:pt x="11114" y="0"/>
                </a:lnTo>
                <a:lnTo>
                  <a:pt x="1111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59" name=""/>
          <p:cNvSpPr/>
          <p:nvPr/>
        </p:nvSpPr>
        <p:spPr>
          <a:xfrm>
            <a:off x="8381880" y="4009680"/>
            <a:ext cx="2667240" cy="10080"/>
          </a:xfrm>
          <a:custGeom>
            <a:avLst/>
            <a:gdLst/>
            <a:ahLst/>
            <a:rect l="0" t="0" r="r" b="b"/>
            <a:pathLst>
              <a:path w="7409" h="28">
                <a:moveTo>
                  <a:pt x="0" y="0"/>
                </a:moveTo>
                <a:lnTo>
                  <a:pt x="7409" y="0"/>
                </a:lnTo>
                <a:lnTo>
                  <a:pt x="740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60" name=""/>
          <p:cNvSpPr/>
          <p:nvPr/>
        </p:nvSpPr>
        <p:spPr>
          <a:xfrm>
            <a:off x="1142640" y="4371840"/>
            <a:ext cx="3238920" cy="9720"/>
          </a:xfrm>
          <a:custGeom>
            <a:avLst/>
            <a:gdLst/>
            <a:ahLst/>
            <a:rect l="0" t="0" r="r" b="b"/>
            <a:pathLst>
              <a:path w="8997" h="27">
                <a:moveTo>
                  <a:pt x="0" y="0"/>
                </a:moveTo>
                <a:lnTo>
                  <a:pt x="8997" y="0"/>
                </a:lnTo>
                <a:lnTo>
                  <a:pt x="899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61" name=""/>
          <p:cNvSpPr/>
          <p:nvPr/>
        </p:nvSpPr>
        <p:spPr>
          <a:xfrm>
            <a:off x="4381200" y="4371840"/>
            <a:ext cx="4001040" cy="9720"/>
          </a:xfrm>
          <a:custGeom>
            <a:avLst/>
            <a:gdLst/>
            <a:ahLst/>
            <a:rect l="0" t="0" r="r" b="b"/>
            <a:pathLst>
              <a:path w="11114" h="27">
                <a:moveTo>
                  <a:pt x="0" y="0"/>
                </a:moveTo>
                <a:lnTo>
                  <a:pt x="11114" y="0"/>
                </a:lnTo>
                <a:lnTo>
                  <a:pt x="1111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62" name=""/>
          <p:cNvSpPr/>
          <p:nvPr/>
        </p:nvSpPr>
        <p:spPr>
          <a:xfrm>
            <a:off x="8381880" y="4371840"/>
            <a:ext cx="2667240" cy="9720"/>
          </a:xfrm>
          <a:custGeom>
            <a:avLst/>
            <a:gdLst/>
            <a:ahLst/>
            <a:rect l="0" t="0" r="r" b="b"/>
            <a:pathLst>
              <a:path w="7409" h="27">
                <a:moveTo>
                  <a:pt x="0" y="0"/>
                </a:moveTo>
                <a:lnTo>
                  <a:pt x="7409" y="0"/>
                </a:lnTo>
                <a:lnTo>
                  <a:pt x="74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63" name=""/>
          <p:cNvSpPr/>
          <p:nvPr/>
        </p:nvSpPr>
        <p:spPr>
          <a:xfrm>
            <a:off x="1142640" y="4733640"/>
            <a:ext cx="3238920" cy="10080"/>
          </a:xfrm>
          <a:custGeom>
            <a:avLst/>
            <a:gdLst/>
            <a:ahLst/>
            <a:rect l="0" t="0" r="r" b="b"/>
            <a:pathLst>
              <a:path w="8997" h="28">
                <a:moveTo>
                  <a:pt x="0" y="0"/>
                </a:moveTo>
                <a:lnTo>
                  <a:pt x="8997" y="0"/>
                </a:lnTo>
                <a:lnTo>
                  <a:pt x="899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64" name=""/>
          <p:cNvSpPr/>
          <p:nvPr/>
        </p:nvSpPr>
        <p:spPr>
          <a:xfrm>
            <a:off x="4381200" y="4733640"/>
            <a:ext cx="4001040" cy="10080"/>
          </a:xfrm>
          <a:custGeom>
            <a:avLst/>
            <a:gdLst/>
            <a:ahLst/>
            <a:rect l="0" t="0" r="r" b="b"/>
            <a:pathLst>
              <a:path w="11114" h="28">
                <a:moveTo>
                  <a:pt x="0" y="0"/>
                </a:moveTo>
                <a:lnTo>
                  <a:pt x="11114" y="0"/>
                </a:lnTo>
                <a:lnTo>
                  <a:pt x="1111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65" name=""/>
          <p:cNvSpPr/>
          <p:nvPr/>
        </p:nvSpPr>
        <p:spPr>
          <a:xfrm>
            <a:off x="8381880" y="4733640"/>
            <a:ext cx="2667240" cy="10080"/>
          </a:xfrm>
          <a:custGeom>
            <a:avLst/>
            <a:gdLst/>
            <a:ahLst/>
            <a:rect l="0" t="0" r="r" b="b"/>
            <a:pathLst>
              <a:path w="7409" h="28">
                <a:moveTo>
                  <a:pt x="0" y="0"/>
                </a:moveTo>
                <a:lnTo>
                  <a:pt x="7409" y="0"/>
                </a:lnTo>
                <a:lnTo>
                  <a:pt x="740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66" name=""/>
          <p:cNvSpPr/>
          <p:nvPr/>
        </p:nvSpPr>
        <p:spPr>
          <a:xfrm>
            <a:off x="1142640" y="5095800"/>
            <a:ext cx="3238920" cy="9720"/>
          </a:xfrm>
          <a:custGeom>
            <a:avLst/>
            <a:gdLst/>
            <a:ahLst/>
            <a:rect l="0" t="0" r="r" b="b"/>
            <a:pathLst>
              <a:path w="8997" h="27">
                <a:moveTo>
                  <a:pt x="0" y="0"/>
                </a:moveTo>
                <a:lnTo>
                  <a:pt x="8997" y="0"/>
                </a:lnTo>
                <a:lnTo>
                  <a:pt x="899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67" name=""/>
          <p:cNvSpPr/>
          <p:nvPr/>
        </p:nvSpPr>
        <p:spPr>
          <a:xfrm>
            <a:off x="4381200" y="5095800"/>
            <a:ext cx="4001040" cy="9720"/>
          </a:xfrm>
          <a:custGeom>
            <a:avLst/>
            <a:gdLst/>
            <a:ahLst/>
            <a:rect l="0" t="0" r="r" b="b"/>
            <a:pathLst>
              <a:path w="11114" h="27">
                <a:moveTo>
                  <a:pt x="0" y="0"/>
                </a:moveTo>
                <a:lnTo>
                  <a:pt x="11114" y="0"/>
                </a:lnTo>
                <a:lnTo>
                  <a:pt x="1111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68" name=""/>
          <p:cNvSpPr/>
          <p:nvPr/>
        </p:nvSpPr>
        <p:spPr>
          <a:xfrm>
            <a:off x="8381880" y="5095800"/>
            <a:ext cx="2667240" cy="9720"/>
          </a:xfrm>
          <a:custGeom>
            <a:avLst/>
            <a:gdLst/>
            <a:ahLst/>
            <a:rect l="0" t="0" r="r" b="b"/>
            <a:pathLst>
              <a:path w="7409" h="27">
                <a:moveTo>
                  <a:pt x="0" y="0"/>
                </a:moveTo>
                <a:lnTo>
                  <a:pt x="7409" y="0"/>
                </a:lnTo>
                <a:lnTo>
                  <a:pt x="74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69" name=""/>
          <p:cNvSpPr/>
          <p:nvPr/>
        </p:nvSpPr>
        <p:spPr>
          <a:xfrm>
            <a:off x="1142640" y="5457600"/>
            <a:ext cx="3238920" cy="10080"/>
          </a:xfrm>
          <a:custGeom>
            <a:avLst/>
            <a:gdLst/>
            <a:ahLst/>
            <a:rect l="0" t="0" r="r" b="b"/>
            <a:pathLst>
              <a:path w="8997" h="28">
                <a:moveTo>
                  <a:pt x="0" y="0"/>
                </a:moveTo>
                <a:lnTo>
                  <a:pt x="8997" y="0"/>
                </a:lnTo>
                <a:lnTo>
                  <a:pt x="899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70" name=""/>
          <p:cNvSpPr/>
          <p:nvPr/>
        </p:nvSpPr>
        <p:spPr>
          <a:xfrm>
            <a:off x="4381200" y="5457600"/>
            <a:ext cx="4001040" cy="10080"/>
          </a:xfrm>
          <a:custGeom>
            <a:avLst/>
            <a:gdLst/>
            <a:ahLst/>
            <a:rect l="0" t="0" r="r" b="b"/>
            <a:pathLst>
              <a:path w="11114" h="28">
                <a:moveTo>
                  <a:pt x="0" y="0"/>
                </a:moveTo>
                <a:lnTo>
                  <a:pt x="11114" y="0"/>
                </a:lnTo>
                <a:lnTo>
                  <a:pt x="1111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71" name=""/>
          <p:cNvSpPr/>
          <p:nvPr/>
        </p:nvSpPr>
        <p:spPr>
          <a:xfrm>
            <a:off x="8381880" y="5457600"/>
            <a:ext cx="2667240" cy="10080"/>
          </a:xfrm>
          <a:custGeom>
            <a:avLst/>
            <a:gdLst/>
            <a:ahLst/>
            <a:rect l="0" t="0" r="r" b="b"/>
            <a:pathLst>
              <a:path w="7409" h="28">
                <a:moveTo>
                  <a:pt x="0" y="0"/>
                </a:moveTo>
                <a:lnTo>
                  <a:pt x="7409" y="0"/>
                </a:lnTo>
                <a:lnTo>
                  <a:pt x="740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72" name=""/>
          <p:cNvSpPr/>
          <p:nvPr/>
        </p:nvSpPr>
        <p:spPr>
          <a:xfrm>
            <a:off x="1142640" y="5819760"/>
            <a:ext cx="3238920" cy="9720"/>
          </a:xfrm>
          <a:custGeom>
            <a:avLst/>
            <a:gdLst/>
            <a:ahLst/>
            <a:rect l="0" t="0" r="r" b="b"/>
            <a:pathLst>
              <a:path w="8997" h="27">
                <a:moveTo>
                  <a:pt x="0" y="0"/>
                </a:moveTo>
                <a:lnTo>
                  <a:pt x="8997" y="0"/>
                </a:lnTo>
                <a:lnTo>
                  <a:pt x="899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73" name=""/>
          <p:cNvSpPr/>
          <p:nvPr/>
        </p:nvSpPr>
        <p:spPr>
          <a:xfrm>
            <a:off x="4381200" y="5819760"/>
            <a:ext cx="4001040" cy="9720"/>
          </a:xfrm>
          <a:custGeom>
            <a:avLst/>
            <a:gdLst/>
            <a:ahLst/>
            <a:rect l="0" t="0" r="r" b="b"/>
            <a:pathLst>
              <a:path w="11114" h="27">
                <a:moveTo>
                  <a:pt x="0" y="0"/>
                </a:moveTo>
                <a:lnTo>
                  <a:pt x="11114" y="0"/>
                </a:lnTo>
                <a:lnTo>
                  <a:pt x="1111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74" name=""/>
          <p:cNvSpPr/>
          <p:nvPr/>
        </p:nvSpPr>
        <p:spPr>
          <a:xfrm>
            <a:off x="8381880" y="5819760"/>
            <a:ext cx="2667240" cy="9720"/>
          </a:xfrm>
          <a:custGeom>
            <a:avLst/>
            <a:gdLst/>
            <a:ahLst/>
            <a:rect l="0" t="0" r="r" b="b"/>
            <a:pathLst>
              <a:path w="7409" h="27">
                <a:moveTo>
                  <a:pt x="0" y="0"/>
                </a:moveTo>
                <a:lnTo>
                  <a:pt x="7409" y="0"/>
                </a:lnTo>
                <a:lnTo>
                  <a:pt x="74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76" name=""/>
          <p:cNvSpPr txBox="1"/>
          <p:nvPr/>
        </p:nvSpPr>
        <p:spPr>
          <a:xfrm>
            <a:off x="1257120" y="2611080"/>
            <a:ext cx="3420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対象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77" name=""/>
          <p:cNvSpPr txBox="1"/>
          <p:nvPr/>
        </p:nvSpPr>
        <p:spPr>
          <a:xfrm>
            <a:off x="4495680" y="2611080"/>
            <a:ext cx="204912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基盤の担当が強制する設定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78" name=""/>
          <p:cNvSpPr txBox="1"/>
          <p:nvPr/>
        </p:nvSpPr>
        <p:spPr>
          <a:xfrm>
            <a:off x="8496360" y="2611080"/>
            <a:ext cx="85428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設定の場所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79" name=""/>
          <p:cNvSpPr/>
          <p:nvPr/>
        </p:nvSpPr>
        <p:spPr>
          <a:xfrm>
            <a:off x="4530600" y="3036600"/>
            <a:ext cx="140040" cy="174960"/>
          </a:xfrm>
          <a:custGeom>
            <a:avLst/>
            <a:gdLst/>
            <a:ahLst/>
            <a:rect l="0" t="0" r="r" b="b"/>
            <a:pathLst>
              <a:path w="389" h="486">
                <a:moveTo>
                  <a:pt x="195" y="486"/>
                </a:moveTo>
                <a:cubicBezTo>
                  <a:pt x="138" y="472"/>
                  <a:pt x="92" y="439"/>
                  <a:pt x="55" y="387"/>
                </a:cubicBezTo>
                <a:cubicBezTo>
                  <a:pt x="18" y="336"/>
                  <a:pt x="0" y="279"/>
                  <a:pt x="0" y="218"/>
                </a:cubicBezTo>
                <a:lnTo>
                  <a:pt x="0" y="73"/>
                </a:lnTo>
                <a:lnTo>
                  <a:pt x="195" y="0"/>
                </a:lnTo>
                <a:lnTo>
                  <a:pt x="389" y="73"/>
                </a:lnTo>
                <a:lnTo>
                  <a:pt x="389" y="218"/>
                </a:lnTo>
                <a:cubicBezTo>
                  <a:pt x="389" y="279"/>
                  <a:pt x="371" y="336"/>
                  <a:pt x="334" y="387"/>
                </a:cubicBezTo>
                <a:cubicBezTo>
                  <a:pt x="298" y="439"/>
                  <a:pt x="251" y="472"/>
                  <a:pt x="195" y="486"/>
                </a:cubicBezTo>
                <a:moveTo>
                  <a:pt x="195" y="448"/>
                </a:moveTo>
                <a:cubicBezTo>
                  <a:pt x="241" y="433"/>
                  <a:pt x="279" y="404"/>
                  <a:pt x="309" y="361"/>
                </a:cubicBezTo>
                <a:cubicBezTo>
                  <a:pt x="338" y="319"/>
                  <a:pt x="353" y="271"/>
                  <a:pt x="353" y="218"/>
                </a:cubicBezTo>
                <a:lnTo>
                  <a:pt x="353" y="99"/>
                </a:lnTo>
                <a:lnTo>
                  <a:pt x="195" y="38"/>
                </a:lnTo>
                <a:lnTo>
                  <a:pt x="37" y="99"/>
                </a:lnTo>
                <a:lnTo>
                  <a:pt x="37" y="218"/>
                </a:lnTo>
                <a:cubicBezTo>
                  <a:pt x="37" y="271"/>
                  <a:pt x="52" y="319"/>
                  <a:pt x="81" y="361"/>
                </a:cubicBezTo>
                <a:cubicBezTo>
                  <a:pt x="110" y="404"/>
                  <a:pt x="148" y="433"/>
                  <a:pt x="195" y="448"/>
                </a:cubicBezTo>
                <a:moveTo>
                  <a:pt x="195" y="244"/>
                </a:moveTo>
                <a:lnTo>
                  <a:pt x="195" y="244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580" name=""/>
          <p:cNvSpPr txBox="1"/>
          <p:nvPr/>
        </p:nvSpPr>
        <p:spPr>
          <a:xfrm>
            <a:off x="1257120" y="2982600"/>
            <a:ext cx="15573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ASI02 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ツールの悪用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81" name=""/>
          <p:cNvSpPr txBox="1"/>
          <p:nvPr/>
        </p:nvSpPr>
        <p:spPr>
          <a:xfrm>
            <a:off x="4762440" y="2982600"/>
            <a:ext cx="15368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秘密は基盤から配る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82" name=""/>
          <p:cNvSpPr txBox="1"/>
          <p:nvPr/>
        </p:nvSpPr>
        <p:spPr>
          <a:xfrm>
            <a:off x="8496360" y="2982600"/>
            <a:ext cx="11955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コンテナの設定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83" name=""/>
          <p:cNvSpPr/>
          <p:nvPr/>
        </p:nvSpPr>
        <p:spPr>
          <a:xfrm>
            <a:off x="4530600" y="3398400"/>
            <a:ext cx="140040" cy="174960"/>
          </a:xfrm>
          <a:custGeom>
            <a:avLst/>
            <a:gdLst/>
            <a:ahLst/>
            <a:rect l="0" t="0" r="r" b="b"/>
            <a:pathLst>
              <a:path w="389" h="486">
                <a:moveTo>
                  <a:pt x="195" y="486"/>
                </a:moveTo>
                <a:cubicBezTo>
                  <a:pt x="138" y="472"/>
                  <a:pt x="92" y="439"/>
                  <a:pt x="55" y="388"/>
                </a:cubicBezTo>
                <a:cubicBezTo>
                  <a:pt x="18" y="336"/>
                  <a:pt x="0" y="280"/>
                  <a:pt x="0" y="218"/>
                </a:cubicBezTo>
                <a:lnTo>
                  <a:pt x="0" y="74"/>
                </a:lnTo>
                <a:lnTo>
                  <a:pt x="195" y="0"/>
                </a:lnTo>
                <a:lnTo>
                  <a:pt x="389" y="74"/>
                </a:lnTo>
                <a:lnTo>
                  <a:pt x="389" y="218"/>
                </a:lnTo>
                <a:cubicBezTo>
                  <a:pt x="389" y="280"/>
                  <a:pt x="371" y="336"/>
                  <a:pt x="334" y="388"/>
                </a:cubicBezTo>
                <a:cubicBezTo>
                  <a:pt x="298" y="439"/>
                  <a:pt x="251" y="472"/>
                  <a:pt x="195" y="486"/>
                </a:cubicBezTo>
                <a:moveTo>
                  <a:pt x="195" y="449"/>
                </a:moveTo>
                <a:cubicBezTo>
                  <a:pt x="241" y="433"/>
                  <a:pt x="279" y="404"/>
                  <a:pt x="309" y="362"/>
                </a:cubicBezTo>
                <a:cubicBezTo>
                  <a:pt x="338" y="319"/>
                  <a:pt x="353" y="271"/>
                  <a:pt x="353" y="218"/>
                </a:cubicBezTo>
                <a:lnTo>
                  <a:pt x="353" y="99"/>
                </a:lnTo>
                <a:lnTo>
                  <a:pt x="195" y="40"/>
                </a:lnTo>
                <a:lnTo>
                  <a:pt x="37" y="99"/>
                </a:lnTo>
                <a:lnTo>
                  <a:pt x="37" y="218"/>
                </a:lnTo>
                <a:cubicBezTo>
                  <a:pt x="37" y="271"/>
                  <a:pt x="52" y="319"/>
                  <a:pt x="81" y="362"/>
                </a:cubicBezTo>
                <a:cubicBezTo>
                  <a:pt x="110" y="404"/>
                  <a:pt x="148" y="433"/>
                  <a:pt x="195" y="449"/>
                </a:cubicBezTo>
                <a:moveTo>
                  <a:pt x="195" y="244"/>
                </a:moveTo>
                <a:lnTo>
                  <a:pt x="195" y="244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584" name=""/>
          <p:cNvSpPr txBox="1"/>
          <p:nvPr/>
        </p:nvSpPr>
        <p:spPr>
          <a:xfrm>
            <a:off x="1257120" y="3344400"/>
            <a:ext cx="18986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ASI03 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身元と権限の悪用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85" name=""/>
          <p:cNvSpPr txBox="1"/>
          <p:nvPr/>
        </p:nvSpPr>
        <p:spPr>
          <a:xfrm>
            <a:off x="4762440" y="3344400"/>
            <a:ext cx="164412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Git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の認証を配らない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86" name=""/>
          <p:cNvSpPr txBox="1"/>
          <p:nvPr/>
        </p:nvSpPr>
        <p:spPr>
          <a:xfrm>
            <a:off x="8496360" y="3344400"/>
            <a:ext cx="11955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コンテナの設定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87" name=""/>
          <p:cNvSpPr/>
          <p:nvPr/>
        </p:nvSpPr>
        <p:spPr>
          <a:xfrm>
            <a:off x="4530600" y="3760560"/>
            <a:ext cx="140040" cy="174960"/>
          </a:xfrm>
          <a:custGeom>
            <a:avLst/>
            <a:gdLst/>
            <a:ahLst/>
            <a:rect l="0" t="0" r="r" b="b"/>
            <a:pathLst>
              <a:path w="389" h="486">
                <a:moveTo>
                  <a:pt x="195" y="486"/>
                </a:moveTo>
                <a:cubicBezTo>
                  <a:pt x="138" y="471"/>
                  <a:pt x="92" y="438"/>
                  <a:pt x="55" y="386"/>
                </a:cubicBezTo>
                <a:cubicBezTo>
                  <a:pt x="18" y="335"/>
                  <a:pt x="0" y="278"/>
                  <a:pt x="0" y="217"/>
                </a:cubicBezTo>
                <a:lnTo>
                  <a:pt x="0" y="72"/>
                </a:lnTo>
                <a:lnTo>
                  <a:pt x="195" y="0"/>
                </a:lnTo>
                <a:lnTo>
                  <a:pt x="389" y="72"/>
                </a:lnTo>
                <a:lnTo>
                  <a:pt x="389" y="217"/>
                </a:lnTo>
                <a:cubicBezTo>
                  <a:pt x="389" y="278"/>
                  <a:pt x="371" y="335"/>
                  <a:pt x="334" y="386"/>
                </a:cubicBezTo>
                <a:cubicBezTo>
                  <a:pt x="298" y="438"/>
                  <a:pt x="251" y="471"/>
                  <a:pt x="195" y="486"/>
                </a:cubicBezTo>
                <a:moveTo>
                  <a:pt x="195" y="447"/>
                </a:moveTo>
                <a:cubicBezTo>
                  <a:pt x="241" y="432"/>
                  <a:pt x="279" y="403"/>
                  <a:pt x="309" y="360"/>
                </a:cubicBezTo>
                <a:cubicBezTo>
                  <a:pt x="338" y="317"/>
                  <a:pt x="353" y="270"/>
                  <a:pt x="353" y="217"/>
                </a:cubicBezTo>
                <a:lnTo>
                  <a:pt x="353" y="98"/>
                </a:lnTo>
                <a:lnTo>
                  <a:pt x="195" y="38"/>
                </a:lnTo>
                <a:lnTo>
                  <a:pt x="37" y="98"/>
                </a:lnTo>
                <a:lnTo>
                  <a:pt x="37" y="217"/>
                </a:lnTo>
                <a:cubicBezTo>
                  <a:pt x="37" y="270"/>
                  <a:pt x="52" y="317"/>
                  <a:pt x="81" y="360"/>
                </a:cubicBezTo>
                <a:cubicBezTo>
                  <a:pt x="110" y="403"/>
                  <a:pt x="148" y="432"/>
                  <a:pt x="195" y="447"/>
                </a:cubicBezTo>
                <a:moveTo>
                  <a:pt x="195" y="243"/>
                </a:moveTo>
                <a:lnTo>
                  <a:pt x="195" y="243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588" name=""/>
          <p:cNvSpPr txBox="1"/>
          <p:nvPr/>
        </p:nvSpPr>
        <p:spPr>
          <a:xfrm>
            <a:off x="1257120" y="3706200"/>
            <a:ext cx="18986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ASI04 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供給網のぜい弱性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89" name=""/>
          <p:cNvSpPr txBox="1"/>
          <p:nvPr/>
        </p:nvSpPr>
        <p:spPr>
          <a:xfrm>
            <a:off x="4762440" y="3706200"/>
            <a:ext cx="30729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通信の許可先を社内の部品置き場にする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90" name=""/>
          <p:cNvSpPr txBox="1"/>
          <p:nvPr/>
        </p:nvSpPr>
        <p:spPr>
          <a:xfrm>
            <a:off x="8496360" y="3706200"/>
            <a:ext cx="11955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コンテナの設定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91" name=""/>
          <p:cNvSpPr/>
          <p:nvPr/>
        </p:nvSpPr>
        <p:spPr>
          <a:xfrm>
            <a:off x="4530600" y="4122360"/>
            <a:ext cx="140040" cy="174960"/>
          </a:xfrm>
          <a:custGeom>
            <a:avLst/>
            <a:gdLst/>
            <a:ahLst/>
            <a:rect l="0" t="0" r="r" b="b"/>
            <a:pathLst>
              <a:path w="389" h="486">
                <a:moveTo>
                  <a:pt x="195" y="486"/>
                </a:moveTo>
                <a:cubicBezTo>
                  <a:pt x="138" y="472"/>
                  <a:pt x="92" y="439"/>
                  <a:pt x="55" y="386"/>
                </a:cubicBezTo>
                <a:cubicBezTo>
                  <a:pt x="18" y="335"/>
                  <a:pt x="0" y="278"/>
                  <a:pt x="0" y="217"/>
                </a:cubicBezTo>
                <a:lnTo>
                  <a:pt x="0" y="73"/>
                </a:lnTo>
                <a:lnTo>
                  <a:pt x="195" y="0"/>
                </a:lnTo>
                <a:lnTo>
                  <a:pt x="389" y="73"/>
                </a:lnTo>
                <a:lnTo>
                  <a:pt x="389" y="217"/>
                </a:lnTo>
                <a:cubicBezTo>
                  <a:pt x="389" y="278"/>
                  <a:pt x="371" y="335"/>
                  <a:pt x="334" y="386"/>
                </a:cubicBezTo>
                <a:cubicBezTo>
                  <a:pt x="298" y="439"/>
                  <a:pt x="251" y="472"/>
                  <a:pt x="195" y="486"/>
                </a:cubicBezTo>
                <a:moveTo>
                  <a:pt x="195" y="448"/>
                </a:moveTo>
                <a:cubicBezTo>
                  <a:pt x="241" y="433"/>
                  <a:pt x="279" y="403"/>
                  <a:pt x="309" y="360"/>
                </a:cubicBezTo>
                <a:cubicBezTo>
                  <a:pt x="338" y="318"/>
                  <a:pt x="353" y="270"/>
                  <a:pt x="353" y="217"/>
                </a:cubicBezTo>
                <a:lnTo>
                  <a:pt x="353" y="98"/>
                </a:lnTo>
                <a:lnTo>
                  <a:pt x="195" y="39"/>
                </a:lnTo>
                <a:lnTo>
                  <a:pt x="37" y="98"/>
                </a:lnTo>
                <a:lnTo>
                  <a:pt x="37" y="217"/>
                </a:lnTo>
                <a:cubicBezTo>
                  <a:pt x="37" y="270"/>
                  <a:pt x="52" y="318"/>
                  <a:pt x="81" y="360"/>
                </a:cubicBezTo>
                <a:cubicBezTo>
                  <a:pt x="110" y="403"/>
                  <a:pt x="148" y="433"/>
                  <a:pt x="195" y="448"/>
                </a:cubicBezTo>
                <a:moveTo>
                  <a:pt x="195" y="243"/>
                </a:moveTo>
                <a:lnTo>
                  <a:pt x="195" y="243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592" name=""/>
          <p:cNvSpPr txBox="1"/>
          <p:nvPr/>
        </p:nvSpPr>
        <p:spPr>
          <a:xfrm>
            <a:off x="1257120" y="4068360"/>
            <a:ext cx="29228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ASI07 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安全でないエージェント間通信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93" name=""/>
          <p:cNvSpPr txBox="1"/>
          <p:nvPr/>
        </p:nvSpPr>
        <p:spPr>
          <a:xfrm>
            <a:off x="4762440" y="4068360"/>
            <a:ext cx="22197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連携先を許可したものに限る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94" name=""/>
          <p:cNvSpPr txBox="1"/>
          <p:nvPr/>
        </p:nvSpPr>
        <p:spPr>
          <a:xfrm>
            <a:off x="8496360" y="4068360"/>
            <a:ext cx="191088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Claude Code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の管理設定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95" name=""/>
          <p:cNvSpPr/>
          <p:nvPr/>
        </p:nvSpPr>
        <p:spPr>
          <a:xfrm>
            <a:off x="4530600" y="4484160"/>
            <a:ext cx="140040" cy="174960"/>
          </a:xfrm>
          <a:custGeom>
            <a:avLst/>
            <a:gdLst/>
            <a:ahLst/>
            <a:rect l="0" t="0" r="r" b="b"/>
            <a:pathLst>
              <a:path w="389" h="486">
                <a:moveTo>
                  <a:pt x="195" y="486"/>
                </a:moveTo>
                <a:cubicBezTo>
                  <a:pt x="138" y="472"/>
                  <a:pt x="92" y="439"/>
                  <a:pt x="55" y="387"/>
                </a:cubicBezTo>
                <a:cubicBezTo>
                  <a:pt x="18" y="335"/>
                  <a:pt x="0" y="279"/>
                  <a:pt x="0" y="217"/>
                </a:cubicBezTo>
                <a:lnTo>
                  <a:pt x="0" y="73"/>
                </a:lnTo>
                <a:lnTo>
                  <a:pt x="195" y="0"/>
                </a:lnTo>
                <a:lnTo>
                  <a:pt x="389" y="73"/>
                </a:lnTo>
                <a:lnTo>
                  <a:pt x="389" y="217"/>
                </a:lnTo>
                <a:cubicBezTo>
                  <a:pt x="389" y="279"/>
                  <a:pt x="371" y="335"/>
                  <a:pt x="334" y="387"/>
                </a:cubicBezTo>
                <a:cubicBezTo>
                  <a:pt x="298" y="439"/>
                  <a:pt x="251" y="472"/>
                  <a:pt x="195" y="486"/>
                </a:cubicBezTo>
                <a:moveTo>
                  <a:pt x="195" y="449"/>
                </a:moveTo>
                <a:cubicBezTo>
                  <a:pt x="241" y="433"/>
                  <a:pt x="279" y="404"/>
                  <a:pt x="309" y="361"/>
                </a:cubicBezTo>
                <a:cubicBezTo>
                  <a:pt x="338" y="318"/>
                  <a:pt x="353" y="270"/>
                  <a:pt x="353" y="217"/>
                </a:cubicBezTo>
                <a:lnTo>
                  <a:pt x="353" y="99"/>
                </a:lnTo>
                <a:lnTo>
                  <a:pt x="195" y="39"/>
                </a:lnTo>
                <a:lnTo>
                  <a:pt x="37" y="99"/>
                </a:lnTo>
                <a:lnTo>
                  <a:pt x="37" y="217"/>
                </a:lnTo>
                <a:cubicBezTo>
                  <a:pt x="37" y="270"/>
                  <a:pt x="52" y="318"/>
                  <a:pt x="81" y="361"/>
                </a:cubicBezTo>
                <a:cubicBezTo>
                  <a:pt x="110" y="404"/>
                  <a:pt x="148" y="433"/>
                  <a:pt x="195" y="449"/>
                </a:cubicBezTo>
                <a:moveTo>
                  <a:pt x="195" y="243"/>
                </a:moveTo>
                <a:lnTo>
                  <a:pt x="195" y="243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596" name=""/>
          <p:cNvSpPr txBox="1"/>
          <p:nvPr/>
        </p:nvSpPr>
        <p:spPr>
          <a:xfrm>
            <a:off x="1257120" y="4430160"/>
            <a:ext cx="18986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ASI10 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暴走エージェント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97" name=""/>
          <p:cNvSpPr txBox="1"/>
          <p:nvPr/>
        </p:nvSpPr>
        <p:spPr>
          <a:xfrm>
            <a:off x="4762440" y="4430160"/>
            <a:ext cx="25610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許可確認を省く動かし方を禁じる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98" name=""/>
          <p:cNvSpPr txBox="1"/>
          <p:nvPr/>
        </p:nvSpPr>
        <p:spPr>
          <a:xfrm>
            <a:off x="8496360" y="4430160"/>
            <a:ext cx="191088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Claude Code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の管理設定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599" name=""/>
          <p:cNvSpPr/>
          <p:nvPr/>
        </p:nvSpPr>
        <p:spPr>
          <a:xfrm>
            <a:off x="4530600" y="4846320"/>
            <a:ext cx="140040" cy="174960"/>
          </a:xfrm>
          <a:custGeom>
            <a:avLst/>
            <a:gdLst/>
            <a:ahLst/>
            <a:rect l="0" t="0" r="r" b="b"/>
            <a:pathLst>
              <a:path w="389" h="486">
                <a:moveTo>
                  <a:pt x="195" y="486"/>
                </a:moveTo>
                <a:cubicBezTo>
                  <a:pt x="138" y="472"/>
                  <a:pt x="92" y="439"/>
                  <a:pt x="55" y="387"/>
                </a:cubicBezTo>
                <a:cubicBezTo>
                  <a:pt x="18" y="335"/>
                  <a:pt x="0" y="278"/>
                  <a:pt x="0" y="217"/>
                </a:cubicBezTo>
                <a:lnTo>
                  <a:pt x="0" y="73"/>
                </a:lnTo>
                <a:lnTo>
                  <a:pt x="195" y="0"/>
                </a:lnTo>
                <a:lnTo>
                  <a:pt x="389" y="73"/>
                </a:lnTo>
                <a:lnTo>
                  <a:pt x="389" y="217"/>
                </a:lnTo>
                <a:cubicBezTo>
                  <a:pt x="389" y="278"/>
                  <a:pt x="371" y="335"/>
                  <a:pt x="334" y="387"/>
                </a:cubicBezTo>
                <a:cubicBezTo>
                  <a:pt x="298" y="439"/>
                  <a:pt x="251" y="472"/>
                  <a:pt x="195" y="486"/>
                </a:cubicBezTo>
                <a:moveTo>
                  <a:pt x="195" y="448"/>
                </a:moveTo>
                <a:cubicBezTo>
                  <a:pt x="241" y="433"/>
                  <a:pt x="279" y="404"/>
                  <a:pt x="309" y="360"/>
                </a:cubicBezTo>
                <a:cubicBezTo>
                  <a:pt x="338" y="318"/>
                  <a:pt x="353" y="270"/>
                  <a:pt x="353" y="217"/>
                </a:cubicBezTo>
                <a:lnTo>
                  <a:pt x="353" y="98"/>
                </a:lnTo>
                <a:lnTo>
                  <a:pt x="195" y="39"/>
                </a:lnTo>
                <a:lnTo>
                  <a:pt x="37" y="98"/>
                </a:lnTo>
                <a:lnTo>
                  <a:pt x="37" y="217"/>
                </a:lnTo>
                <a:cubicBezTo>
                  <a:pt x="37" y="270"/>
                  <a:pt x="52" y="318"/>
                  <a:pt x="81" y="360"/>
                </a:cubicBezTo>
                <a:cubicBezTo>
                  <a:pt x="110" y="404"/>
                  <a:pt x="148" y="433"/>
                  <a:pt x="195" y="448"/>
                </a:cubicBezTo>
                <a:moveTo>
                  <a:pt x="195" y="243"/>
                </a:moveTo>
                <a:lnTo>
                  <a:pt x="195" y="243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600" name=""/>
          <p:cNvSpPr txBox="1"/>
          <p:nvPr/>
        </p:nvSpPr>
        <p:spPr>
          <a:xfrm>
            <a:off x="1257120" y="4792320"/>
            <a:ext cx="315792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持ち出しの経路（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SSH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の宛先が無制限）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01" name=""/>
          <p:cNvSpPr txBox="1"/>
          <p:nvPr/>
        </p:nvSpPr>
        <p:spPr>
          <a:xfrm>
            <a:off x="4762440" y="4792320"/>
            <a:ext cx="24260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SSH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の宛先を許可先だけにする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02" name=""/>
          <p:cNvSpPr txBox="1"/>
          <p:nvPr/>
        </p:nvSpPr>
        <p:spPr>
          <a:xfrm>
            <a:off x="8496360" y="4792320"/>
            <a:ext cx="11955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コンテナの設定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03" name=""/>
          <p:cNvSpPr/>
          <p:nvPr/>
        </p:nvSpPr>
        <p:spPr>
          <a:xfrm>
            <a:off x="4530600" y="5208120"/>
            <a:ext cx="140040" cy="174960"/>
          </a:xfrm>
          <a:custGeom>
            <a:avLst/>
            <a:gdLst/>
            <a:ahLst/>
            <a:rect l="0" t="0" r="r" b="b"/>
            <a:pathLst>
              <a:path w="389" h="486">
                <a:moveTo>
                  <a:pt x="195" y="486"/>
                </a:moveTo>
                <a:cubicBezTo>
                  <a:pt x="138" y="472"/>
                  <a:pt x="92" y="439"/>
                  <a:pt x="55" y="388"/>
                </a:cubicBezTo>
                <a:cubicBezTo>
                  <a:pt x="18" y="336"/>
                  <a:pt x="0" y="279"/>
                  <a:pt x="0" y="217"/>
                </a:cubicBezTo>
                <a:lnTo>
                  <a:pt x="0" y="73"/>
                </a:lnTo>
                <a:lnTo>
                  <a:pt x="195" y="0"/>
                </a:lnTo>
                <a:lnTo>
                  <a:pt x="389" y="73"/>
                </a:lnTo>
                <a:lnTo>
                  <a:pt x="389" y="217"/>
                </a:lnTo>
                <a:cubicBezTo>
                  <a:pt x="389" y="279"/>
                  <a:pt x="371" y="336"/>
                  <a:pt x="334" y="388"/>
                </a:cubicBezTo>
                <a:cubicBezTo>
                  <a:pt x="298" y="439"/>
                  <a:pt x="251" y="472"/>
                  <a:pt x="195" y="486"/>
                </a:cubicBezTo>
                <a:moveTo>
                  <a:pt x="195" y="449"/>
                </a:moveTo>
                <a:cubicBezTo>
                  <a:pt x="241" y="433"/>
                  <a:pt x="279" y="404"/>
                  <a:pt x="309" y="362"/>
                </a:cubicBezTo>
                <a:cubicBezTo>
                  <a:pt x="338" y="318"/>
                  <a:pt x="353" y="270"/>
                  <a:pt x="353" y="217"/>
                </a:cubicBezTo>
                <a:lnTo>
                  <a:pt x="353" y="98"/>
                </a:lnTo>
                <a:lnTo>
                  <a:pt x="195" y="39"/>
                </a:lnTo>
                <a:lnTo>
                  <a:pt x="37" y="98"/>
                </a:lnTo>
                <a:lnTo>
                  <a:pt x="37" y="217"/>
                </a:lnTo>
                <a:cubicBezTo>
                  <a:pt x="37" y="270"/>
                  <a:pt x="52" y="318"/>
                  <a:pt x="81" y="362"/>
                </a:cubicBezTo>
                <a:cubicBezTo>
                  <a:pt x="110" y="404"/>
                  <a:pt x="148" y="433"/>
                  <a:pt x="195" y="449"/>
                </a:cubicBezTo>
                <a:moveTo>
                  <a:pt x="195" y="243"/>
                </a:moveTo>
                <a:lnTo>
                  <a:pt x="195" y="243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604" name=""/>
          <p:cNvSpPr txBox="1"/>
          <p:nvPr/>
        </p:nvSpPr>
        <p:spPr>
          <a:xfrm>
            <a:off x="1257120" y="5154120"/>
            <a:ext cx="23904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設定のぜい弱性（版が未固定）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05" name=""/>
          <p:cNvSpPr txBox="1"/>
          <p:nvPr/>
        </p:nvSpPr>
        <p:spPr>
          <a:xfrm>
            <a:off x="4762440" y="5154120"/>
            <a:ext cx="23904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版を固定し、自動更新を止める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06" name=""/>
          <p:cNvSpPr txBox="1"/>
          <p:nvPr/>
        </p:nvSpPr>
        <p:spPr>
          <a:xfrm>
            <a:off x="8496360" y="5154120"/>
            <a:ext cx="11955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コンテナの設定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07" name=""/>
          <p:cNvSpPr/>
          <p:nvPr/>
        </p:nvSpPr>
        <p:spPr>
          <a:xfrm>
            <a:off x="4530600" y="5570280"/>
            <a:ext cx="140040" cy="174960"/>
          </a:xfrm>
          <a:custGeom>
            <a:avLst/>
            <a:gdLst/>
            <a:ahLst/>
            <a:rect l="0" t="0" r="r" b="b"/>
            <a:pathLst>
              <a:path w="389" h="486">
                <a:moveTo>
                  <a:pt x="195" y="486"/>
                </a:moveTo>
                <a:cubicBezTo>
                  <a:pt x="138" y="472"/>
                  <a:pt x="92" y="439"/>
                  <a:pt x="55" y="387"/>
                </a:cubicBezTo>
                <a:cubicBezTo>
                  <a:pt x="18" y="336"/>
                  <a:pt x="0" y="278"/>
                  <a:pt x="0" y="217"/>
                </a:cubicBezTo>
                <a:lnTo>
                  <a:pt x="0" y="72"/>
                </a:lnTo>
                <a:lnTo>
                  <a:pt x="195" y="0"/>
                </a:lnTo>
                <a:lnTo>
                  <a:pt x="389" y="72"/>
                </a:lnTo>
                <a:lnTo>
                  <a:pt x="389" y="217"/>
                </a:lnTo>
                <a:cubicBezTo>
                  <a:pt x="389" y="278"/>
                  <a:pt x="371" y="336"/>
                  <a:pt x="334" y="387"/>
                </a:cubicBezTo>
                <a:cubicBezTo>
                  <a:pt x="298" y="439"/>
                  <a:pt x="251" y="472"/>
                  <a:pt x="195" y="486"/>
                </a:cubicBezTo>
                <a:moveTo>
                  <a:pt x="195" y="448"/>
                </a:moveTo>
                <a:cubicBezTo>
                  <a:pt x="241" y="433"/>
                  <a:pt x="279" y="404"/>
                  <a:pt x="309" y="361"/>
                </a:cubicBezTo>
                <a:cubicBezTo>
                  <a:pt x="338" y="318"/>
                  <a:pt x="353" y="270"/>
                  <a:pt x="353" y="217"/>
                </a:cubicBezTo>
                <a:lnTo>
                  <a:pt x="353" y="98"/>
                </a:lnTo>
                <a:lnTo>
                  <a:pt x="195" y="38"/>
                </a:lnTo>
                <a:lnTo>
                  <a:pt x="37" y="98"/>
                </a:lnTo>
                <a:lnTo>
                  <a:pt x="37" y="217"/>
                </a:lnTo>
                <a:cubicBezTo>
                  <a:pt x="37" y="270"/>
                  <a:pt x="52" y="318"/>
                  <a:pt x="81" y="361"/>
                </a:cubicBezTo>
                <a:cubicBezTo>
                  <a:pt x="110" y="404"/>
                  <a:pt x="148" y="433"/>
                  <a:pt x="195" y="448"/>
                </a:cubicBezTo>
                <a:moveTo>
                  <a:pt x="195" y="243"/>
                </a:moveTo>
                <a:lnTo>
                  <a:pt x="195" y="243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608" name=""/>
          <p:cNvSpPr txBox="1"/>
          <p:nvPr/>
        </p:nvSpPr>
        <p:spPr>
          <a:xfrm>
            <a:off x="1257120" y="5516280"/>
            <a:ext cx="23904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監視のぜい弱性（記録がない）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09" name=""/>
          <p:cNvSpPr txBox="1"/>
          <p:nvPr/>
        </p:nvSpPr>
        <p:spPr>
          <a:xfrm>
            <a:off x="4762440" y="5516280"/>
            <a:ext cx="187812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履歴の保存日数を決める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10" name=""/>
          <p:cNvSpPr txBox="1"/>
          <p:nvPr/>
        </p:nvSpPr>
        <p:spPr>
          <a:xfrm>
            <a:off x="8496360" y="5516280"/>
            <a:ext cx="191088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Claude Code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の管理設定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11" name=""/>
          <p:cNvSpPr txBox="1"/>
          <p:nvPr/>
        </p:nvSpPr>
        <p:spPr>
          <a:xfrm>
            <a:off x="8497440" y="556560"/>
            <a:ext cx="293148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全体 ∕ </a:t>
            </a:r>
            <a:r>
              <a:rPr b="1" lang="ja-JP" sz="1200" spc="-1" strike="noStrike">
                <a:solidFill>
                  <a:srgbClr val="0017c1"/>
                </a:solidFill>
                <a:latin typeface="Noto Sans JP"/>
                <a:ea typeface="Noto Sans JP"/>
              </a:rPr>
              <a:t>計画</a:t>
            </a:r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 ∕ 運用 ∕ 評価 ∕ 改善 ∕ 承認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12" name=""/>
          <p:cNvSpPr txBox="1"/>
          <p:nvPr/>
        </p:nvSpPr>
        <p:spPr>
          <a:xfrm>
            <a:off x="11497680" y="6442920"/>
            <a:ext cx="1519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7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1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1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16" name=""/>
          <p:cNvSpPr/>
          <p:nvPr/>
        </p:nvSpPr>
        <p:spPr>
          <a:xfrm>
            <a:off x="609480" y="971280"/>
            <a:ext cx="10973160" cy="38520"/>
          </a:xfrm>
          <a:custGeom>
            <a:avLst/>
            <a:gdLst/>
            <a:ahLst/>
            <a:rect l="0" t="0" r="r" b="b"/>
            <a:pathLst>
              <a:path w="30481" h="107">
                <a:moveTo>
                  <a:pt x="0" y="0"/>
                </a:moveTo>
                <a:lnTo>
                  <a:pt x="30481" y="0"/>
                </a:lnTo>
                <a:lnTo>
                  <a:pt x="3048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617" name=""/>
          <p:cNvSpPr txBox="1"/>
          <p:nvPr/>
        </p:nvSpPr>
        <p:spPr>
          <a:xfrm>
            <a:off x="609480" y="392760"/>
            <a:ext cx="2819520" cy="497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2700" spc="-1" strike="noStrike">
                <a:solidFill>
                  <a:srgbClr val="1a1a1a"/>
                </a:solidFill>
                <a:latin typeface="Noto Sans JP"/>
                <a:ea typeface="Noto Sans JP"/>
              </a:rPr>
              <a:t>附属書</a:t>
            </a:r>
            <a:r>
              <a:rPr b="1" lang="ja-JP" sz="2700" spc="-1" strike="noStrike">
                <a:solidFill>
                  <a:srgbClr val="1a1a1a"/>
                </a:solidFill>
                <a:latin typeface="Noto Sans JP"/>
                <a:ea typeface="Noto Sans JP"/>
              </a:rPr>
              <a:t>A</a:t>
            </a:r>
            <a:r>
              <a:rPr b="1" lang="ja-JP" sz="27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との比較</a:t>
            </a:r>
            <a:endParaRPr b="0" lang="ja-JP" sz="27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18" name=""/>
          <p:cNvSpPr/>
          <p:nvPr/>
        </p:nvSpPr>
        <p:spPr>
          <a:xfrm>
            <a:off x="609480" y="1599840"/>
            <a:ext cx="10973160" cy="4800960"/>
          </a:xfrm>
          <a:custGeom>
            <a:avLst/>
            <a:gdLst/>
            <a:ahLst/>
            <a:rect l="0" t="0" r="r" b="b"/>
            <a:pathLst>
              <a:path w="30481" h="13336">
                <a:moveTo>
                  <a:pt x="0" y="13125"/>
                </a:moveTo>
                <a:lnTo>
                  <a:pt x="0" y="212"/>
                </a:lnTo>
                <a:cubicBezTo>
                  <a:pt x="0" y="198"/>
                  <a:pt x="1" y="185"/>
                  <a:pt x="4" y="171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1" y="118"/>
                  <a:pt x="28" y="106"/>
                  <a:pt x="36" y="95"/>
                </a:cubicBezTo>
                <a:cubicBezTo>
                  <a:pt x="43" y="83"/>
                  <a:pt x="52" y="72"/>
                  <a:pt x="62" y="62"/>
                </a:cubicBezTo>
                <a:cubicBezTo>
                  <a:pt x="72" y="53"/>
                  <a:pt x="82" y="44"/>
                  <a:pt x="94" y="36"/>
                </a:cubicBezTo>
                <a:cubicBezTo>
                  <a:pt x="105" y="28"/>
                  <a:pt x="118" y="22"/>
                  <a:pt x="130" y="17"/>
                </a:cubicBezTo>
                <a:cubicBezTo>
                  <a:pt x="143" y="11"/>
                  <a:pt x="157" y="7"/>
                  <a:pt x="170" y="5"/>
                </a:cubicBezTo>
                <a:cubicBezTo>
                  <a:pt x="184" y="2"/>
                  <a:pt x="198" y="0"/>
                  <a:pt x="211" y="0"/>
                </a:cubicBezTo>
                <a:lnTo>
                  <a:pt x="30269" y="0"/>
                </a:lnTo>
                <a:cubicBezTo>
                  <a:pt x="30283" y="0"/>
                  <a:pt x="30297" y="2"/>
                  <a:pt x="30310" y="5"/>
                </a:cubicBezTo>
                <a:cubicBezTo>
                  <a:pt x="30324" y="7"/>
                  <a:pt x="30337" y="11"/>
                  <a:pt x="30350" y="17"/>
                </a:cubicBezTo>
                <a:cubicBezTo>
                  <a:pt x="30363" y="22"/>
                  <a:pt x="30375" y="28"/>
                  <a:pt x="30387" y="36"/>
                </a:cubicBezTo>
                <a:cubicBezTo>
                  <a:pt x="30398" y="44"/>
                  <a:pt x="30409" y="53"/>
                  <a:pt x="30419" y="62"/>
                </a:cubicBezTo>
                <a:cubicBezTo>
                  <a:pt x="30429" y="72"/>
                  <a:pt x="30437" y="83"/>
                  <a:pt x="30445" y="95"/>
                </a:cubicBezTo>
                <a:cubicBezTo>
                  <a:pt x="30453" y="106"/>
                  <a:pt x="30459" y="118"/>
                  <a:pt x="30465" y="131"/>
                </a:cubicBezTo>
                <a:cubicBezTo>
                  <a:pt x="30470" y="144"/>
                  <a:pt x="30474" y="157"/>
                  <a:pt x="30477" y="171"/>
                </a:cubicBezTo>
                <a:cubicBezTo>
                  <a:pt x="30479" y="185"/>
                  <a:pt x="30481" y="198"/>
                  <a:pt x="30481" y="212"/>
                </a:cubicBezTo>
                <a:lnTo>
                  <a:pt x="30481" y="13125"/>
                </a:lnTo>
                <a:cubicBezTo>
                  <a:pt x="30481" y="13139"/>
                  <a:pt x="30479" y="13152"/>
                  <a:pt x="30477" y="13166"/>
                </a:cubicBezTo>
                <a:cubicBezTo>
                  <a:pt x="30474" y="13180"/>
                  <a:pt x="30470" y="13193"/>
                  <a:pt x="30465" y="13206"/>
                </a:cubicBezTo>
                <a:cubicBezTo>
                  <a:pt x="30459" y="13219"/>
                  <a:pt x="30453" y="13231"/>
                  <a:pt x="30445" y="13242"/>
                </a:cubicBezTo>
                <a:cubicBezTo>
                  <a:pt x="30437" y="13254"/>
                  <a:pt x="30429" y="13265"/>
                  <a:pt x="30419" y="13275"/>
                </a:cubicBezTo>
                <a:cubicBezTo>
                  <a:pt x="30409" y="13284"/>
                  <a:pt x="30398" y="13293"/>
                  <a:pt x="30387" y="13301"/>
                </a:cubicBezTo>
                <a:cubicBezTo>
                  <a:pt x="30375" y="13309"/>
                  <a:pt x="30363" y="13315"/>
                  <a:pt x="30350" y="13320"/>
                </a:cubicBezTo>
                <a:cubicBezTo>
                  <a:pt x="30337" y="13326"/>
                  <a:pt x="30324" y="13330"/>
                  <a:pt x="30310" y="13332"/>
                </a:cubicBezTo>
                <a:cubicBezTo>
                  <a:pt x="30297" y="13335"/>
                  <a:pt x="30283" y="13336"/>
                  <a:pt x="30269" y="13336"/>
                </a:cubicBezTo>
                <a:lnTo>
                  <a:pt x="211" y="13336"/>
                </a:lnTo>
                <a:cubicBezTo>
                  <a:pt x="198" y="13336"/>
                  <a:pt x="184" y="13335"/>
                  <a:pt x="170" y="13332"/>
                </a:cubicBezTo>
                <a:cubicBezTo>
                  <a:pt x="157" y="13330"/>
                  <a:pt x="143" y="13326"/>
                  <a:pt x="130" y="13320"/>
                </a:cubicBezTo>
                <a:cubicBezTo>
                  <a:pt x="118" y="13315"/>
                  <a:pt x="105" y="13309"/>
                  <a:pt x="94" y="13301"/>
                </a:cubicBezTo>
                <a:cubicBezTo>
                  <a:pt x="82" y="13293"/>
                  <a:pt x="72" y="13284"/>
                  <a:pt x="62" y="13275"/>
                </a:cubicBezTo>
                <a:cubicBezTo>
                  <a:pt x="52" y="13265"/>
                  <a:pt x="43" y="13254"/>
                  <a:pt x="36" y="13242"/>
                </a:cubicBezTo>
                <a:cubicBezTo>
                  <a:pt x="28" y="13231"/>
                  <a:pt x="21" y="13219"/>
                  <a:pt x="16" y="13206"/>
                </a:cubicBezTo>
                <a:cubicBezTo>
                  <a:pt x="11" y="13193"/>
                  <a:pt x="7" y="13180"/>
                  <a:pt x="4" y="13166"/>
                </a:cubicBezTo>
                <a:cubicBezTo>
                  <a:pt x="1" y="13152"/>
                  <a:pt x="0" y="13139"/>
                  <a:pt x="0" y="13125"/>
                </a:cubicBezTo>
                <a:close/>
              </a:path>
            </a:pathLst>
          </a:custGeom>
          <a:solidFill>
            <a:srgbClr val="e8f1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19" name=""/>
          <p:cNvSpPr txBox="1"/>
          <p:nvPr/>
        </p:nvSpPr>
        <p:spPr>
          <a:xfrm>
            <a:off x="609480" y="1090800"/>
            <a:ext cx="832644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リスク対応に要る管理策は、附属書</a:t>
            </a:r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A</a:t>
            </a:r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と見比べて見落としを確かめる</a:t>
            </a:r>
            <a:endParaRPr b="0" lang="ja-JP" sz="21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20" name=""/>
          <p:cNvSpPr txBox="1"/>
          <p:nvPr/>
        </p:nvSpPr>
        <p:spPr>
          <a:xfrm>
            <a:off x="799920" y="1716120"/>
            <a:ext cx="64480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附属書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A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の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93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のうち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14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と見比べ、見落としが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1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つあった</a:t>
            </a:r>
            <a:r>
              <a:rPr b="0" lang="ja-JP" sz="2100" baseline="30000" spc="-1" strike="noStrike">
                <a:solidFill>
                  <a:srgbClr val="0017c1"/>
                </a:solidFill>
                <a:latin typeface="Noto Sans JP"/>
                <a:ea typeface="Noto Sans JP"/>
              </a:rPr>
              <a:t>5</a:t>
            </a:r>
            <a:endParaRPr b="0" lang="ja-JP" sz="18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21" name=""/>
          <p:cNvSpPr/>
          <p:nvPr/>
        </p:nvSpPr>
        <p:spPr>
          <a:xfrm>
            <a:off x="1047600" y="2190600"/>
            <a:ext cx="2381400" cy="333720"/>
          </a:xfrm>
          <a:custGeom>
            <a:avLst/>
            <a:gdLst/>
            <a:ahLst/>
            <a:rect l="0" t="0" r="r" b="b"/>
            <a:pathLst>
              <a:path w="6615" h="927">
                <a:moveTo>
                  <a:pt x="0" y="0"/>
                </a:moveTo>
                <a:lnTo>
                  <a:pt x="6615" y="0"/>
                </a:lnTo>
                <a:lnTo>
                  <a:pt x="6615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22" name=""/>
          <p:cNvSpPr/>
          <p:nvPr/>
        </p:nvSpPr>
        <p:spPr>
          <a:xfrm>
            <a:off x="3428640" y="2190600"/>
            <a:ext cx="6477480" cy="333720"/>
          </a:xfrm>
          <a:custGeom>
            <a:avLst/>
            <a:gdLst/>
            <a:ahLst/>
            <a:rect l="0" t="0" r="r" b="b"/>
            <a:pathLst>
              <a:path w="17993" h="927">
                <a:moveTo>
                  <a:pt x="0" y="0"/>
                </a:moveTo>
                <a:lnTo>
                  <a:pt x="17993" y="0"/>
                </a:lnTo>
                <a:lnTo>
                  <a:pt x="17993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23" name=""/>
          <p:cNvSpPr/>
          <p:nvPr/>
        </p:nvSpPr>
        <p:spPr>
          <a:xfrm>
            <a:off x="9905760" y="2190600"/>
            <a:ext cx="1238760" cy="333720"/>
          </a:xfrm>
          <a:custGeom>
            <a:avLst/>
            <a:gdLst/>
            <a:ahLst/>
            <a:rect l="0" t="0" r="r" b="b"/>
            <a:pathLst>
              <a:path w="3441" h="927">
                <a:moveTo>
                  <a:pt x="0" y="0"/>
                </a:moveTo>
                <a:lnTo>
                  <a:pt x="3441" y="0"/>
                </a:lnTo>
                <a:lnTo>
                  <a:pt x="3441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24" name=""/>
          <p:cNvSpPr/>
          <p:nvPr/>
        </p:nvSpPr>
        <p:spPr>
          <a:xfrm>
            <a:off x="1047600" y="2523960"/>
            <a:ext cx="2381400" cy="333720"/>
          </a:xfrm>
          <a:custGeom>
            <a:avLst/>
            <a:gdLst/>
            <a:ahLst/>
            <a:rect l="0" t="0" r="r" b="b"/>
            <a:pathLst>
              <a:path w="6615" h="927">
                <a:moveTo>
                  <a:pt x="0" y="0"/>
                </a:moveTo>
                <a:lnTo>
                  <a:pt x="6615" y="0"/>
                </a:lnTo>
                <a:lnTo>
                  <a:pt x="6615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25" name=""/>
          <p:cNvSpPr/>
          <p:nvPr/>
        </p:nvSpPr>
        <p:spPr>
          <a:xfrm>
            <a:off x="3428640" y="2523960"/>
            <a:ext cx="6477480" cy="333720"/>
          </a:xfrm>
          <a:custGeom>
            <a:avLst/>
            <a:gdLst/>
            <a:ahLst/>
            <a:rect l="0" t="0" r="r" b="b"/>
            <a:pathLst>
              <a:path w="17993" h="927">
                <a:moveTo>
                  <a:pt x="0" y="0"/>
                </a:moveTo>
                <a:lnTo>
                  <a:pt x="17993" y="0"/>
                </a:lnTo>
                <a:lnTo>
                  <a:pt x="17993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26" name=""/>
          <p:cNvSpPr/>
          <p:nvPr/>
        </p:nvSpPr>
        <p:spPr>
          <a:xfrm>
            <a:off x="9905760" y="2523960"/>
            <a:ext cx="1238760" cy="333720"/>
          </a:xfrm>
          <a:custGeom>
            <a:avLst/>
            <a:gdLst/>
            <a:ahLst/>
            <a:rect l="0" t="0" r="r" b="b"/>
            <a:pathLst>
              <a:path w="3441" h="927">
                <a:moveTo>
                  <a:pt x="0" y="0"/>
                </a:moveTo>
                <a:lnTo>
                  <a:pt x="3441" y="0"/>
                </a:lnTo>
                <a:lnTo>
                  <a:pt x="3441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27" name=""/>
          <p:cNvSpPr/>
          <p:nvPr/>
        </p:nvSpPr>
        <p:spPr>
          <a:xfrm>
            <a:off x="1047600" y="2857320"/>
            <a:ext cx="2381400" cy="333720"/>
          </a:xfrm>
          <a:custGeom>
            <a:avLst/>
            <a:gdLst/>
            <a:ahLst/>
            <a:rect l="0" t="0" r="r" b="b"/>
            <a:pathLst>
              <a:path w="6615" h="927">
                <a:moveTo>
                  <a:pt x="0" y="0"/>
                </a:moveTo>
                <a:lnTo>
                  <a:pt x="6615" y="0"/>
                </a:lnTo>
                <a:lnTo>
                  <a:pt x="6615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28" name=""/>
          <p:cNvSpPr/>
          <p:nvPr/>
        </p:nvSpPr>
        <p:spPr>
          <a:xfrm>
            <a:off x="3428640" y="2857320"/>
            <a:ext cx="6477480" cy="333720"/>
          </a:xfrm>
          <a:custGeom>
            <a:avLst/>
            <a:gdLst/>
            <a:ahLst/>
            <a:rect l="0" t="0" r="r" b="b"/>
            <a:pathLst>
              <a:path w="17993" h="927">
                <a:moveTo>
                  <a:pt x="0" y="0"/>
                </a:moveTo>
                <a:lnTo>
                  <a:pt x="17993" y="0"/>
                </a:lnTo>
                <a:lnTo>
                  <a:pt x="17993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29" name=""/>
          <p:cNvSpPr/>
          <p:nvPr/>
        </p:nvSpPr>
        <p:spPr>
          <a:xfrm>
            <a:off x="9905760" y="2857320"/>
            <a:ext cx="1238760" cy="333720"/>
          </a:xfrm>
          <a:custGeom>
            <a:avLst/>
            <a:gdLst/>
            <a:ahLst/>
            <a:rect l="0" t="0" r="r" b="b"/>
            <a:pathLst>
              <a:path w="3441" h="927">
                <a:moveTo>
                  <a:pt x="0" y="0"/>
                </a:moveTo>
                <a:lnTo>
                  <a:pt x="3441" y="0"/>
                </a:lnTo>
                <a:lnTo>
                  <a:pt x="3441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30" name=""/>
          <p:cNvSpPr/>
          <p:nvPr/>
        </p:nvSpPr>
        <p:spPr>
          <a:xfrm>
            <a:off x="1047600" y="3190680"/>
            <a:ext cx="2381400" cy="333720"/>
          </a:xfrm>
          <a:custGeom>
            <a:avLst/>
            <a:gdLst/>
            <a:ahLst/>
            <a:rect l="0" t="0" r="r" b="b"/>
            <a:pathLst>
              <a:path w="6615" h="927">
                <a:moveTo>
                  <a:pt x="0" y="0"/>
                </a:moveTo>
                <a:lnTo>
                  <a:pt x="6615" y="0"/>
                </a:lnTo>
                <a:lnTo>
                  <a:pt x="6615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31" name=""/>
          <p:cNvSpPr/>
          <p:nvPr/>
        </p:nvSpPr>
        <p:spPr>
          <a:xfrm>
            <a:off x="3428640" y="3190680"/>
            <a:ext cx="6477480" cy="333720"/>
          </a:xfrm>
          <a:custGeom>
            <a:avLst/>
            <a:gdLst/>
            <a:ahLst/>
            <a:rect l="0" t="0" r="r" b="b"/>
            <a:pathLst>
              <a:path w="17993" h="927">
                <a:moveTo>
                  <a:pt x="0" y="0"/>
                </a:moveTo>
                <a:lnTo>
                  <a:pt x="17993" y="0"/>
                </a:lnTo>
                <a:lnTo>
                  <a:pt x="17993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32" name=""/>
          <p:cNvSpPr/>
          <p:nvPr/>
        </p:nvSpPr>
        <p:spPr>
          <a:xfrm>
            <a:off x="9905760" y="3190680"/>
            <a:ext cx="1238760" cy="333720"/>
          </a:xfrm>
          <a:custGeom>
            <a:avLst/>
            <a:gdLst/>
            <a:ahLst/>
            <a:rect l="0" t="0" r="r" b="b"/>
            <a:pathLst>
              <a:path w="3441" h="927">
                <a:moveTo>
                  <a:pt x="0" y="0"/>
                </a:moveTo>
                <a:lnTo>
                  <a:pt x="3441" y="0"/>
                </a:lnTo>
                <a:lnTo>
                  <a:pt x="3441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33" name=""/>
          <p:cNvSpPr/>
          <p:nvPr/>
        </p:nvSpPr>
        <p:spPr>
          <a:xfrm>
            <a:off x="1047600" y="3524040"/>
            <a:ext cx="2381400" cy="333720"/>
          </a:xfrm>
          <a:custGeom>
            <a:avLst/>
            <a:gdLst/>
            <a:ahLst/>
            <a:rect l="0" t="0" r="r" b="b"/>
            <a:pathLst>
              <a:path w="6615" h="927">
                <a:moveTo>
                  <a:pt x="0" y="0"/>
                </a:moveTo>
                <a:lnTo>
                  <a:pt x="6615" y="0"/>
                </a:lnTo>
                <a:lnTo>
                  <a:pt x="6615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34" name=""/>
          <p:cNvSpPr/>
          <p:nvPr/>
        </p:nvSpPr>
        <p:spPr>
          <a:xfrm>
            <a:off x="3428640" y="3524040"/>
            <a:ext cx="6477480" cy="333720"/>
          </a:xfrm>
          <a:custGeom>
            <a:avLst/>
            <a:gdLst/>
            <a:ahLst/>
            <a:rect l="0" t="0" r="r" b="b"/>
            <a:pathLst>
              <a:path w="17993" h="927">
                <a:moveTo>
                  <a:pt x="0" y="0"/>
                </a:moveTo>
                <a:lnTo>
                  <a:pt x="17993" y="0"/>
                </a:lnTo>
                <a:lnTo>
                  <a:pt x="17993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35" name=""/>
          <p:cNvSpPr/>
          <p:nvPr/>
        </p:nvSpPr>
        <p:spPr>
          <a:xfrm>
            <a:off x="9905760" y="3524040"/>
            <a:ext cx="1238760" cy="333720"/>
          </a:xfrm>
          <a:custGeom>
            <a:avLst/>
            <a:gdLst/>
            <a:ahLst/>
            <a:rect l="0" t="0" r="r" b="b"/>
            <a:pathLst>
              <a:path w="3441" h="927">
                <a:moveTo>
                  <a:pt x="0" y="0"/>
                </a:moveTo>
                <a:lnTo>
                  <a:pt x="3441" y="0"/>
                </a:lnTo>
                <a:lnTo>
                  <a:pt x="3441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36" name=""/>
          <p:cNvSpPr/>
          <p:nvPr/>
        </p:nvSpPr>
        <p:spPr>
          <a:xfrm>
            <a:off x="1047600" y="3857400"/>
            <a:ext cx="2381400" cy="333720"/>
          </a:xfrm>
          <a:custGeom>
            <a:avLst/>
            <a:gdLst/>
            <a:ahLst/>
            <a:rect l="0" t="0" r="r" b="b"/>
            <a:pathLst>
              <a:path w="6615" h="927">
                <a:moveTo>
                  <a:pt x="0" y="0"/>
                </a:moveTo>
                <a:lnTo>
                  <a:pt x="6615" y="0"/>
                </a:lnTo>
                <a:lnTo>
                  <a:pt x="6615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37" name=""/>
          <p:cNvSpPr/>
          <p:nvPr/>
        </p:nvSpPr>
        <p:spPr>
          <a:xfrm>
            <a:off x="3428640" y="3857400"/>
            <a:ext cx="6477480" cy="333720"/>
          </a:xfrm>
          <a:custGeom>
            <a:avLst/>
            <a:gdLst/>
            <a:ahLst/>
            <a:rect l="0" t="0" r="r" b="b"/>
            <a:pathLst>
              <a:path w="17993" h="927">
                <a:moveTo>
                  <a:pt x="0" y="0"/>
                </a:moveTo>
                <a:lnTo>
                  <a:pt x="17993" y="0"/>
                </a:lnTo>
                <a:lnTo>
                  <a:pt x="17993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38" name=""/>
          <p:cNvSpPr/>
          <p:nvPr/>
        </p:nvSpPr>
        <p:spPr>
          <a:xfrm>
            <a:off x="9905760" y="3857400"/>
            <a:ext cx="1238760" cy="333720"/>
          </a:xfrm>
          <a:custGeom>
            <a:avLst/>
            <a:gdLst/>
            <a:ahLst/>
            <a:rect l="0" t="0" r="r" b="b"/>
            <a:pathLst>
              <a:path w="3441" h="927">
                <a:moveTo>
                  <a:pt x="0" y="0"/>
                </a:moveTo>
                <a:lnTo>
                  <a:pt x="3441" y="0"/>
                </a:lnTo>
                <a:lnTo>
                  <a:pt x="3441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39" name=""/>
          <p:cNvSpPr/>
          <p:nvPr/>
        </p:nvSpPr>
        <p:spPr>
          <a:xfrm>
            <a:off x="1047600" y="4190760"/>
            <a:ext cx="2381400" cy="333720"/>
          </a:xfrm>
          <a:custGeom>
            <a:avLst/>
            <a:gdLst/>
            <a:ahLst/>
            <a:rect l="0" t="0" r="r" b="b"/>
            <a:pathLst>
              <a:path w="6615" h="927">
                <a:moveTo>
                  <a:pt x="0" y="0"/>
                </a:moveTo>
                <a:lnTo>
                  <a:pt x="6615" y="0"/>
                </a:lnTo>
                <a:lnTo>
                  <a:pt x="6615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40" name=""/>
          <p:cNvSpPr/>
          <p:nvPr/>
        </p:nvSpPr>
        <p:spPr>
          <a:xfrm>
            <a:off x="3428640" y="4190760"/>
            <a:ext cx="6477480" cy="333720"/>
          </a:xfrm>
          <a:custGeom>
            <a:avLst/>
            <a:gdLst/>
            <a:ahLst/>
            <a:rect l="0" t="0" r="r" b="b"/>
            <a:pathLst>
              <a:path w="17993" h="927">
                <a:moveTo>
                  <a:pt x="0" y="0"/>
                </a:moveTo>
                <a:lnTo>
                  <a:pt x="17993" y="0"/>
                </a:lnTo>
                <a:lnTo>
                  <a:pt x="17993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41" name=""/>
          <p:cNvSpPr/>
          <p:nvPr/>
        </p:nvSpPr>
        <p:spPr>
          <a:xfrm>
            <a:off x="9905760" y="4190760"/>
            <a:ext cx="1238760" cy="333720"/>
          </a:xfrm>
          <a:custGeom>
            <a:avLst/>
            <a:gdLst/>
            <a:ahLst/>
            <a:rect l="0" t="0" r="r" b="b"/>
            <a:pathLst>
              <a:path w="3441" h="927">
                <a:moveTo>
                  <a:pt x="0" y="0"/>
                </a:moveTo>
                <a:lnTo>
                  <a:pt x="3441" y="0"/>
                </a:lnTo>
                <a:lnTo>
                  <a:pt x="3441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42" name=""/>
          <p:cNvSpPr/>
          <p:nvPr/>
        </p:nvSpPr>
        <p:spPr>
          <a:xfrm>
            <a:off x="1047600" y="4524120"/>
            <a:ext cx="2381400" cy="333720"/>
          </a:xfrm>
          <a:custGeom>
            <a:avLst/>
            <a:gdLst/>
            <a:ahLst/>
            <a:rect l="0" t="0" r="r" b="b"/>
            <a:pathLst>
              <a:path w="6615" h="927">
                <a:moveTo>
                  <a:pt x="0" y="0"/>
                </a:moveTo>
                <a:lnTo>
                  <a:pt x="6615" y="0"/>
                </a:lnTo>
                <a:lnTo>
                  <a:pt x="6615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43" name=""/>
          <p:cNvSpPr/>
          <p:nvPr/>
        </p:nvSpPr>
        <p:spPr>
          <a:xfrm>
            <a:off x="3428640" y="4524120"/>
            <a:ext cx="6477480" cy="333720"/>
          </a:xfrm>
          <a:custGeom>
            <a:avLst/>
            <a:gdLst/>
            <a:ahLst/>
            <a:rect l="0" t="0" r="r" b="b"/>
            <a:pathLst>
              <a:path w="17993" h="927">
                <a:moveTo>
                  <a:pt x="0" y="0"/>
                </a:moveTo>
                <a:lnTo>
                  <a:pt x="17993" y="0"/>
                </a:lnTo>
                <a:lnTo>
                  <a:pt x="17993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44" name=""/>
          <p:cNvSpPr/>
          <p:nvPr/>
        </p:nvSpPr>
        <p:spPr>
          <a:xfrm>
            <a:off x="9905760" y="4524120"/>
            <a:ext cx="1238760" cy="333720"/>
          </a:xfrm>
          <a:custGeom>
            <a:avLst/>
            <a:gdLst/>
            <a:ahLst/>
            <a:rect l="0" t="0" r="r" b="b"/>
            <a:pathLst>
              <a:path w="3441" h="927">
                <a:moveTo>
                  <a:pt x="0" y="0"/>
                </a:moveTo>
                <a:lnTo>
                  <a:pt x="3441" y="0"/>
                </a:lnTo>
                <a:lnTo>
                  <a:pt x="3441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45" name=""/>
          <p:cNvSpPr/>
          <p:nvPr/>
        </p:nvSpPr>
        <p:spPr>
          <a:xfrm>
            <a:off x="1047600" y="4857480"/>
            <a:ext cx="2381400" cy="333720"/>
          </a:xfrm>
          <a:custGeom>
            <a:avLst/>
            <a:gdLst/>
            <a:ahLst/>
            <a:rect l="0" t="0" r="r" b="b"/>
            <a:pathLst>
              <a:path w="6615" h="927">
                <a:moveTo>
                  <a:pt x="0" y="0"/>
                </a:moveTo>
                <a:lnTo>
                  <a:pt x="6615" y="0"/>
                </a:lnTo>
                <a:lnTo>
                  <a:pt x="6615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46" name=""/>
          <p:cNvSpPr/>
          <p:nvPr/>
        </p:nvSpPr>
        <p:spPr>
          <a:xfrm>
            <a:off x="3428640" y="4857480"/>
            <a:ext cx="6477480" cy="333720"/>
          </a:xfrm>
          <a:custGeom>
            <a:avLst/>
            <a:gdLst/>
            <a:ahLst/>
            <a:rect l="0" t="0" r="r" b="b"/>
            <a:pathLst>
              <a:path w="17993" h="927">
                <a:moveTo>
                  <a:pt x="0" y="0"/>
                </a:moveTo>
                <a:lnTo>
                  <a:pt x="17993" y="0"/>
                </a:lnTo>
                <a:lnTo>
                  <a:pt x="17993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47" name=""/>
          <p:cNvSpPr/>
          <p:nvPr/>
        </p:nvSpPr>
        <p:spPr>
          <a:xfrm>
            <a:off x="9905760" y="4857480"/>
            <a:ext cx="1238760" cy="333720"/>
          </a:xfrm>
          <a:custGeom>
            <a:avLst/>
            <a:gdLst/>
            <a:ahLst/>
            <a:rect l="0" t="0" r="r" b="b"/>
            <a:pathLst>
              <a:path w="3441" h="927">
                <a:moveTo>
                  <a:pt x="0" y="0"/>
                </a:moveTo>
                <a:lnTo>
                  <a:pt x="3441" y="0"/>
                </a:lnTo>
                <a:lnTo>
                  <a:pt x="3441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48" name=""/>
          <p:cNvSpPr/>
          <p:nvPr/>
        </p:nvSpPr>
        <p:spPr>
          <a:xfrm>
            <a:off x="1047600" y="5190840"/>
            <a:ext cx="2381400" cy="333720"/>
          </a:xfrm>
          <a:custGeom>
            <a:avLst/>
            <a:gdLst/>
            <a:ahLst/>
            <a:rect l="0" t="0" r="r" b="b"/>
            <a:pathLst>
              <a:path w="6615" h="927">
                <a:moveTo>
                  <a:pt x="0" y="0"/>
                </a:moveTo>
                <a:lnTo>
                  <a:pt x="6615" y="0"/>
                </a:lnTo>
                <a:lnTo>
                  <a:pt x="6615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49" name=""/>
          <p:cNvSpPr/>
          <p:nvPr/>
        </p:nvSpPr>
        <p:spPr>
          <a:xfrm>
            <a:off x="3428640" y="5190840"/>
            <a:ext cx="6477480" cy="333720"/>
          </a:xfrm>
          <a:custGeom>
            <a:avLst/>
            <a:gdLst/>
            <a:ahLst/>
            <a:rect l="0" t="0" r="r" b="b"/>
            <a:pathLst>
              <a:path w="17993" h="927">
                <a:moveTo>
                  <a:pt x="0" y="0"/>
                </a:moveTo>
                <a:lnTo>
                  <a:pt x="17993" y="0"/>
                </a:lnTo>
                <a:lnTo>
                  <a:pt x="17993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50" name=""/>
          <p:cNvSpPr/>
          <p:nvPr/>
        </p:nvSpPr>
        <p:spPr>
          <a:xfrm>
            <a:off x="9905760" y="5190840"/>
            <a:ext cx="1238760" cy="333720"/>
          </a:xfrm>
          <a:custGeom>
            <a:avLst/>
            <a:gdLst/>
            <a:ahLst/>
            <a:rect l="0" t="0" r="r" b="b"/>
            <a:pathLst>
              <a:path w="3441" h="927">
                <a:moveTo>
                  <a:pt x="0" y="0"/>
                </a:moveTo>
                <a:lnTo>
                  <a:pt x="3441" y="0"/>
                </a:lnTo>
                <a:lnTo>
                  <a:pt x="3441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51" name=""/>
          <p:cNvSpPr/>
          <p:nvPr/>
        </p:nvSpPr>
        <p:spPr>
          <a:xfrm>
            <a:off x="1047600" y="5524200"/>
            <a:ext cx="2381400" cy="333720"/>
          </a:xfrm>
          <a:custGeom>
            <a:avLst/>
            <a:gdLst/>
            <a:ahLst/>
            <a:rect l="0" t="0" r="r" b="b"/>
            <a:pathLst>
              <a:path w="6615" h="927">
                <a:moveTo>
                  <a:pt x="0" y="0"/>
                </a:moveTo>
                <a:lnTo>
                  <a:pt x="6615" y="0"/>
                </a:lnTo>
                <a:lnTo>
                  <a:pt x="6615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52" name=""/>
          <p:cNvSpPr/>
          <p:nvPr/>
        </p:nvSpPr>
        <p:spPr>
          <a:xfrm>
            <a:off x="3428640" y="5524200"/>
            <a:ext cx="6477480" cy="333720"/>
          </a:xfrm>
          <a:custGeom>
            <a:avLst/>
            <a:gdLst/>
            <a:ahLst/>
            <a:rect l="0" t="0" r="r" b="b"/>
            <a:pathLst>
              <a:path w="17993" h="927">
                <a:moveTo>
                  <a:pt x="0" y="0"/>
                </a:moveTo>
                <a:lnTo>
                  <a:pt x="17993" y="0"/>
                </a:lnTo>
                <a:lnTo>
                  <a:pt x="17993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53" name=""/>
          <p:cNvSpPr/>
          <p:nvPr/>
        </p:nvSpPr>
        <p:spPr>
          <a:xfrm>
            <a:off x="9905760" y="5524200"/>
            <a:ext cx="1238760" cy="333720"/>
          </a:xfrm>
          <a:custGeom>
            <a:avLst/>
            <a:gdLst/>
            <a:ahLst/>
            <a:rect l="0" t="0" r="r" b="b"/>
            <a:pathLst>
              <a:path w="3441" h="927">
                <a:moveTo>
                  <a:pt x="0" y="0"/>
                </a:moveTo>
                <a:lnTo>
                  <a:pt x="3441" y="0"/>
                </a:lnTo>
                <a:lnTo>
                  <a:pt x="3441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54" name=""/>
          <p:cNvSpPr/>
          <p:nvPr/>
        </p:nvSpPr>
        <p:spPr>
          <a:xfrm>
            <a:off x="1047600" y="5857560"/>
            <a:ext cx="2381400" cy="333720"/>
          </a:xfrm>
          <a:custGeom>
            <a:avLst/>
            <a:gdLst/>
            <a:ahLst/>
            <a:rect l="0" t="0" r="r" b="b"/>
            <a:pathLst>
              <a:path w="6615" h="927">
                <a:moveTo>
                  <a:pt x="0" y="0"/>
                </a:moveTo>
                <a:lnTo>
                  <a:pt x="6615" y="0"/>
                </a:lnTo>
                <a:lnTo>
                  <a:pt x="6615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55" name=""/>
          <p:cNvSpPr/>
          <p:nvPr/>
        </p:nvSpPr>
        <p:spPr>
          <a:xfrm>
            <a:off x="3428640" y="5857560"/>
            <a:ext cx="6477480" cy="333720"/>
          </a:xfrm>
          <a:custGeom>
            <a:avLst/>
            <a:gdLst/>
            <a:ahLst/>
            <a:rect l="0" t="0" r="r" b="b"/>
            <a:pathLst>
              <a:path w="17993" h="927">
                <a:moveTo>
                  <a:pt x="0" y="0"/>
                </a:moveTo>
                <a:lnTo>
                  <a:pt x="17993" y="0"/>
                </a:lnTo>
                <a:lnTo>
                  <a:pt x="17993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56" name=""/>
          <p:cNvSpPr/>
          <p:nvPr/>
        </p:nvSpPr>
        <p:spPr>
          <a:xfrm>
            <a:off x="9905760" y="5857560"/>
            <a:ext cx="1238760" cy="333720"/>
          </a:xfrm>
          <a:custGeom>
            <a:avLst/>
            <a:gdLst/>
            <a:ahLst/>
            <a:rect l="0" t="0" r="r" b="b"/>
            <a:pathLst>
              <a:path w="3441" h="927">
                <a:moveTo>
                  <a:pt x="0" y="0"/>
                </a:moveTo>
                <a:lnTo>
                  <a:pt x="3441" y="0"/>
                </a:lnTo>
                <a:lnTo>
                  <a:pt x="3441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57" name=""/>
          <p:cNvSpPr/>
          <p:nvPr/>
        </p:nvSpPr>
        <p:spPr>
          <a:xfrm>
            <a:off x="1047600" y="2514240"/>
            <a:ext cx="2381400" cy="19440"/>
          </a:xfrm>
          <a:custGeom>
            <a:avLst/>
            <a:gdLst/>
            <a:ahLst/>
            <a:rect l="0" t="0" r="r" b="b"/>
            <a:pathLst>
              <a:path w="6615" h="54">
                <a:moveTo>
                  <a:pt x="0" y="0"/>
                </a:moveTo>
                <a:lnTo>
                  <a:pt x="6615" y="0"/>
                </a:lnTo>
                <a:lnTo>
                  <a:pt x="6615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658" name=""/>
          <p:cNvSpPr/>
          <p:nvPr/>
        </p:nvSpPr>
        <p:spPr>
          <a:xfrm>
            <a:off x="3428640" y="2514240"/>
            <a:ext cx="6477480" cy="19440"/>
          </a:xfrm>
          <a:custGeom>
            <a:avLst/>
            <a:gdLst/>
            <a:ahLst/>
            <a:rect l="0" t="0" r="r" b="b"/>
            <a:pathLst>
              <a:path w="17993" h="54">
                <a:moveTo>
                  <a:pt x="0" y="0"/>
                </a:moveTo>
                <a:lnTo>
                  <a:pt x="17993" y="0"/>
                </a:lnTo>
                <a:lnTo>
                  <a:pt x="17993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659" name=""/>
          <p:cNvSpPr/>
          <p:nvPr/>
        </p:nvSpPr>
        <p:spPr>
          <a:xfrm>
            <a:off x="9905760" y="2514240"/>
            <a:ext cx="1238760" cy="19440"/>
          </a:xfrm>
          <a:custGeom>
            <a:avLst/>
            <a:gdLst/>
            <a:ahLst/>
            <a:rect l="0" t="0" r="r" b="b"/>
            <a:pathLst>
              <a:path w="3441" h="54">
                <a:moveTo>
                  <a:pt x="0" y="0"/>
                </a:moveTo>
                <a:lnTo>
                  <a:pt x="3441" y="0"/>
                </a:lnTo>
                <a:lnTo>
                  <a:pt x="3441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660" name=""/>
          <p:cNvSpPr/>
          <p:nvPr/>
        </p:nvSpPr>
        <p:spPr>
          <a:xfrm>
            <a:off x="1047600" y="2857320"/>
            <a:ext cx="2381400" cy="9720"/>
          </a:xfrm>
          <a:custGeom>
            <a:avLst/>
            <a:gdLst/>
            <a:ahLst/>
            <a:rect l="0" t="0" r="r" b="b"/>
            <a:pathLst>
              <a:path w="6615" h="27">
                <a:moveTo>
                  <a:pt x="0" y="0"/>
                </a:moveTo>
                <a:lnTo>
                  <a:pt x="6615" y="0"/>
                </a:lnTo>
                <a:lnTo>
                  <a:pt x="661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61" name=""/>
          <p:cNvSpPr/>
          <p:nvPr/>
        </p:nvSpPr>
        <p:spPr>
          <a:xfrm>
            <a:off x="3428640" y="2857320"/>
            <a:ext cx="6477480" cy="9720"/>
          </a:xfrm>
          <a:custGeom>
            <a:avLst/>
            <a:gdLst/>
            <a:ahLst/>
            <a:rect l="0" t="0" r="r" b="b"/>
            <a:pathLst>
              <a:path w="17993" h="27">
                <a:moveTo>
                  <a:pt x="0" y="0"/>
                </a:moveTo>
                <a:lnTo>
                  <a:pt x="17993" y="0"/>
                </a:lnTo>
                <a:lnTo>
                  <a:pt x="1799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62" name=""/>
          <p:cNvSpPr/>
          <p:nvPr/>
        </p:nvSpPr>
        <p:spPr>
          <a:xfrm>
            <a:off x="9905760" y="2857320"/>
            <a:ext cx="1238760" cy="9720"/>
          </a:xfrm>
          <a:custGeom>
            <a:avLst/>
            <a:gdLst/>
            <a:ahLst/>
            <a:rect l="0" t="0" r="r" b="b"/>
            <a:pathLst>
              <a:path w="3441" h="27">
                <a:moveTo>
                  <a:pt x="0" y="0"/>
                </a:moveTo>
                <a:lnTo>
                  <a:pt x="3441" y="0"/>
                </a:lnTo>
                <a:lnTo>
                  <a:pt x="344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63" name=""/>
          <p:cNvSpPr/>
          <p:nvPr/>
        </p:nvSpPr>
        <p:spPr>
          <a:xfrm>
            <a:off x="1047600" y="3190680"/>
            <a:ext cx="2381400" cy="9720"/>
          </a:xfrm>
          <a:custGeom>
            <a:avLst/>
            <a:gdLst/>
            <a:ahLst/>
            <a:rect l="0" t="0" r="r" b="b"/>
            <a:pathLst>
              <a:path w="6615" h="27">
                <a:moveTo>
                  <a:pt x="0" y="0"/>
                </a:moveTo>
                <a:lnTo>
                  <a:pt x="6615" y="0"/>
                </a:lnTo>
                <a:lnTo>
                  <a:pt x="661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64" name=""/>
          <p:cNvSpPr/>
          <p:nvPr/>
        </p:nvSpPr>
        <p:spPr>
          <a:xfrm>
            <a:off x="3428640" y="3190680"/>
            <a:ext cx="6477480" cy="9720"/>
          </a:xfrm>
          <a:custGeom>
            <a:avLst/>
            <a:gdLst/>
            <a:ahLst/>
            <a:rect l="0" t="0" r="r" b="b"/>
            <a:pathLst>
              <a:path w="17993" h="27">
                <a:moveTo>
                  <a:pt x="0" y="0"/>
                </a:moveTo>
                <a:lnTo>
                  <a:pt x="17993" y="0"/>
                </a:lnTo>
                <a:lnTo>
                  <a:pt x="1799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65" name=""/>
          <p:cNvSpPr/>
          <p:nvPr/>
        </p:nvSpPr>
        <p:spPr>
          <a:xfrm>
            <a:off x="9905760" y="3190680"/>
            <a:ext cx="1238760" cy="9720"/>
          </a:xfrm>
          <a:custGeom>
            <a:avLst/>
            <a:gdLst/>
            <a:ahLst/>
            <a:rect l="0" t="0" r="r" b="b"/>
            <a:pathLst>
              <a:path w="3441" h="27">
                <a:moveTo>
                  <a:pt x="0" y="0"/>
                </a:moveTo>
                <a:lnTo>
                  <a:pt x="3441" y="0"/>
                </a:lnTo>
                <a:lnTo>
                  <a:pt x="344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66" name=""/>
          <p:cNvSpPr/>
          <p:nvPr/>
        </p:nvSpPr>
        <p:spPr>
          <a:xfrm>
            <a:off x="1047600" y="3524040"/>
            <a:ext cx="2381400" cy="10080"/>
          </a:xfrm>
          <a:custGeom>
            <a:avLst/>
            <a:gdLst/>
            <a:ahLst/>
            <a:rect l="0" t="0" r="r" b="b"/>
            <a:pathLst>
              <a:path w="6615" h="28">
                <a:moveTo>
                  <a:pt x="0" y="0"/>
                </a:moveTo>
                <a:lnTo>
                  <a:pt x="6615" y="0"/>
                </a:lnTo>
                <a:lnTo>
                  <a:pt x="661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67" name=""/>
          <p:cNvSpPr/>
          <p:nvPr/>
        </p:nvSpPr>
        <p:spPr>
          <a:xfrm>
            <a:off x="3428640" y="3524040"/>
            <a:ext cx="6477480" cy="10080"/>
          </a:xfrm>
          <a:custGeom>
            <a:avLst/>
            <a:gdLst/>
            <a:ahLst/>
            <a:rect l="0" t="0" r="r" b="b"/>
            <a:pathLst>
              <a:path w="17993" h="28">
                <a:moveTo>
                  <a:pt x="0" y="0"/>
                </a:moveTo>
                <a:lnTo>
                  <a:pt x="17993" y="0"/>
                </a:lnTo>
                <a:lnTo>
                  <a:pt x="1799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68" name=""/>
          <p:cNvSpPr/>
          <p:nvPr/>
        </p:nvSpPr>
        <p:spPr>
          <a:xfrm>
            <a:off x="9905760" y="3524040"/>
            <a:ext cx="1238760" cy="10080"/>
          </a:xfrm>
          <a:custGeom>
            <a:avLst/>
            <a:gdLst/>
            <a:ahLst/>
            <a:rect l="0" t="0" r="r" b="b"/>
            <a:pathLst>
              <a:path w="3441" h="28">
                <a:moveTo>
                  <a:pt x="0" y="0"/>
                </a:moveTo>
                <a:lnTo>
                  <a:pt x="3441" y="0"/>
                </a:lnTo>
                <a:lnTo>
                  <a:pt x="344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69" name=""/>
          <p:cNvSpPr/>
          <p:nvPr/>
        </p:nvSpPr>
        <p:spPr>
          <a:xfrm>
            <a:off x="1047600" y="3857400"/>
            <a:ext cx="2381400" cy="10080"/>
          </a:xfrm>
          <a:custGeom>
            <a:avLst/>
            <a:gdLst/>
            <a:ahLst/>
            <a:rect l="0" t="0" r="r" b="b"/>
            <a:pathLst>
              <a:path w="6615" h="28">
                <a:moveTo>
                  <a:pt x="0" y="0"/>
                </a:moveTo>
                <a:lnTo>
                  <a:pt x="6615" y="0"/>
                </a:lnTo>
                <a:lnTo>
                  <a:pt x="661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70" name=""/>
          <p:cNvSpPr/>
          <p:nvPr/>
        </p:nvSpPr>
        <p:spPr>
          <a:xfrm>
            <a:off x="3428640" y="3857400"/>
            <a:ext cx="6477480" cy="10080"/>
          </a:xfrm>
          <a:custGeom>
            <a:avLst/>
            <a:gdLst/>
            <a:ahLst/>
            <a:rect l="0" t="0" r="r" b="b"/>
            <a:pathLst>
              <a:path w="17993" h="28">
                <a:moveTo>
                  <a:pt x="0" y="0"/>
                </a:moveTo>
                <a:lnTo>
                  <a:pt x="17993" y="0"/>
                </a:lnTo>
                <a:lnTo>
                  <a:pt x="1799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71" name=""/>
          <p:cNvSpPr/>
          <p:nvPr/>
        </p:nvSpPr>
        <p:spPr>
          <a:xfrm>
            <a:off x="9905760" y="3857400"/>
            <a:ext cx="1238760" cy="10080"/>
          </a:xfrm>
          <a:custGeom>
            <a:avLst/>
            <a:gdLst/>
            <a:ahLst/>
            <a:rect l="0" t="0" r="r" b="b"/>
            <a:pathLst>
              <a:path w="3441" h="28">
                <a:moveTo>
                  <a:pt x="0" y="0"/>
                </a:moveTo>
                <a:lnTo>
                  <a:pt x="3441" y="0"/>
                </a:lnTo>
                <a:lnTo>
                  <a:pt x="344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72" name=""/>
          <p:cNvSpPr/>
          <p:nvPr/>
        </p:nvSpPr>
        <p:spPr>
          <a:xfrm>
            <a:off x="1047600" y="4190760"/>
            <a:ext cx="2381400" cy="10080"/>
          </a:xfrm>
          <a:custGeom>
            <a:avLst/>
            <a:gdLst/>
            <a:ahLst/>
            <a:rect l="0" t="0" r="r" b="b"/>
            <a:pathLst>
              <a:path w="6615" h="28">
                <a:moveTo>
                  <a:pt x="0" y="0"/>
                </a:moveTo>
                <a:lnTo>
                  <a:pt x="6615" y="0"/>
                </a:lnTo>
                <a:lnTo>
                  <a:pt x="661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73" name=""/>
          <p:cNvSpPr/>
          <p:nvPr/>
        </p:nvSpPr>
        <p:spPr>
          <a:xfrm>
            <a:off x="3428640" y="4190760"/>
            <a:ext cx="6477480" cy="10080"/>
          </a:xfrm>
          <a:custGeom>
            <a:avLst/>
            <a:gdLst/>
            <a:ahLst/>
            <a:rect l="0" t="0" r="r" b="b"/>
            <a:pathLst>
              <a:path w="17993" h="28">
                <a:moveTo>
                  <a:pt x="0" y="0"/>
                </a:moveTo>
                <a:lnTo>
                  <a:pt x="17993" y="0"/>
                </a:lnTo>
                <a:lnTo>
                  <a:pt x="1799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74" name=""/>
          <p:cNvSpPr/>
          <p:nvPr/>
        </p:nvSpPr>
        <p:spPr>
          <a:xfrm>
            <a:off x="9905760" y="4190760"/>
            <a:ext cx="1238760" cy="10080"/>
          </a:xfrm>
          <a:custGeom>
            <a:avLst/>
            <a:gdLst/>
            <a:ahLst/>
            <a:rect l="0" t="0" r="r" b="b"/>
            <a:pathLst>
              <a:path w="3441" h="28">
                <a:moveTo>
                  <a:pt x="0" y="0"/>
                </a:moveTo>
                <a:lnTo>
                  <a:pt x="3441" y="0"/>
                </a:lnTo>
                <a:lnTo>
                  <a:pt x="344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75" name=""/>
          <p:cNvSpPr/>
          <p:nvPr/>
        </p:nvSpPr>
        <p:spPr>
          <a:xfrm>
            <a:off x="1047600" y="4524120"/>
            <a:ext cx="2381400" cy="10080"/>
          </a:xfrm>
          <a:custGeom>
            <a:avLst/>
            <a:gdLst/>
            <a:ahLst/>
            <a:rect l="0" t="0" r="r" b="b"/>
            <a:pathLst>
              <a:path w="6615" h="28">
                <a:moveTo>
                  <a:pt x="0" y="0"/>
                </a:moveTo>
                <a:lnTo>
                  <a:pt x="6615" y="0"/>
                </a:lnTo>
                <a:lnTo>
                  <a:pt x="661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76" name=""/>
          <p:cNvSpPr/>
          <p:nvPr/>
        </p:nvSpPr>
        <p:spPr>
          <a:xfrm>
            <a:off x="3428640" y="4524120"/>
            <a:ext cx="6477480" cy="10080"/>
          </a:xfrm>
          <a:custGeom>
            <a:avLst/>
            <a:gdLst/>
            <a:ahLst/>
            <a:rect l="0" t="0" r="r" b="b"/>
            <a:pathLst>
              <a:path w="17993" h="28">
                <a:moveTo>
                  <a:pt x="0" y="0"/>
                </a:moveTo>
                <a:lnTo>
                  <a:pt x="17993" y="0"/>
                </a:lnTo>
                <a:lnTo>
                  <a:pt x="1799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77" name=""/>
          <p:cNvSpPr/>
          <p:nvPr/>
        </p:nvSpPr>
        <p:spPr>
          <a:xfrm>
            <a:off x="9905760" y="4524120"/>
            <a:ext cx="1238760" cy="10080"/>
          </a:xfrm>
          <a:custGeom>
            <a:avLst/>
            <a:gdLst/>
            <a:ahLst/>
            <a:rect l="0" t="0" r="r" b="b"/>
            <a:pathLst>
              <a:path w="3441" h="28">
                <a:moveTo>
                  <a:pt x="0" y="0"/>
                </a:moveTo>
                <a:lnTo>
                  <a:pt x="3441" y="0"/>
                </a:lnTo>
                <a:lnTo>
                  <a:pt x="344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78" name=""/>
          <p:cNvSpPr/>
          <p:nvPr/>
        </p:nvSpPr>
        <p:spPr>
          <a:xfrm>
            <a:off x="1047600" y="4857480"/>
            <a:ext cx="2381400" cy="10080"/>
          </a:xfrm>
          <a:custGeom>
            <a:avLst/>
            <a:gdLst/>
            <a:ahLst/>
            <a:rect l="0" t="0" r="r" b="b"/>
            <a:pathLst>
              <a:path w="6615" h="28">
                <a:moveTo>
                  <a:pt x="0" y="0"/>
                </a:moveTo>
                <a:lnTo>
                  <a:pt x="6615" y="0"/>
                </a:lnTo>
                <a:lnTo>
                  <a:pt x="661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79" name=""/>
          <p:cNvSpPr/>
          <p:nvPr/>
        </p:nvSpPr>
        <p:spPr>
          <a:xfrm>
            <a:off x="3428640" y="4857480"/>
            <a:ext cx="6477480" cy="10080"/>
          </a:xfrm>
          <a:custGeom>
            <a:avLst/>
            <a:gdLst/>
            <a:ahLst/>
            <a:rect l="0" t="0" r="r" b="b"/>
            <a:pathLst>
              <a:path w="17993" h="28">
                <a:moveTo>
                  <a:pt x="0" y="0"/>
                </a:moveTo>
                <a:lnTo>
                  <a:pt x="17993" y="0"/>
                </a:lnTo>
                <a:lnTo>
                  <a:pt x="1799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80" name=""/>
          <p:cNvSpPr/>
          <p:nvPr/>
        </p:nvSpPr>
        <p:spPr>
          <a:xfrm>
            <a:off x="9905760" y="4857480"/>
            <a:ext cx="1238760" cy="10080"/>
          </a:xfrm>
          <a:custGeom>
            <a:avLst/>
            <a:gdLst/>
            <a:ahLst/>
            <a:rect l="0" t="0" r="r" b="b"/>
            <a:pathLst>
              <a:path w="3441" h="28">
                <a:moveTo>
                  <a:pt x="0" y="0"/>
                </a:moveTo>
                <a:lnTo>
                  <a:pt x="3441" y="0"/>
                </a:lnTo>
                <a:lnTo>
                  <a:pt x="344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81" name=""/>
          <p:cNvSpPr/>
          <p:nvPr/>
        </p:nvSpPr>
        <p:spPr>
          <a:xfrm>
            <a:off x="1047600" y="5190840"/>
            <a:ext cx="2381400" cy="10080"/>
          </a:xfrm>
          <a:custGeom>
            <a:avLst/>
            <a:gdLst/>
            <a:ahLst/>
            <a:rect l="0" t="0" r="r" b="b"/>
            <a:pathLst>
              <a:path w="6615" h="28">
                <a:moveTo>
                  <a:pt x="0" y="0"/>
                </a:moveTo>
                <a:lnTo>
                  <a:pt x="6615" y="0"/>
                </a:lnTo>
                <a:lnTo>
                  <a:pt x="661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82" name=""/>
          <p:cNvSpPr/>
          <p:nvPr/>
        </p:nvSpPr>
        <p:spPr>
          <a:xfrm>
            <a:off x="3428640" y="5190840"/>
            <a:ext cx="6477480" cy="10080"/>
          </a:xfrm>
          <a:custGeom>
            <a:avLst/>
            <a:gdLst/>
            <a:ahLst/>
            <a:rect l="0" t="0" r="r" b="b"/>
            <a:pathLst>
              <a:path w="17993" h="28">
                <a:moveTo>
                  <a:pt x="0" y="0"/>
                </a:moveTo>
                <a:lnTo>
                  <a:pt x="17993" y="0"/>
                </a:lnTo>
                <a:lnTo>
                  <a:pt x="1799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83" name=""/>
          <p:cNvSpPr/>
          <p:nvPr/>
        </p:nvSpPr>
        <p:spPr>
          <a:xfrm>
            <a:off x="9905760" y="5190840"/>
            <a:ext cx="1238760" cy="10080"/>
          </a:xfrm>
          <a:custGeom>
            <a:avLst/>
            <a:gdLst/>
            <a:ahLst/>
            <a:rect l="0" t="0" r="r" b="b"/>
            <a:pathLst>
              <a:path w="3441" h="28">
                <a:moveTo>
                  <a:pt x="0" y="0"/>
                </a:moveTo>
                <a:lnTo>
                  <a:pt x="3441" y="0"/>
                </a:lnTo>
                <a:lnTo>
                  <a:pt x="344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84" name=""/>
          <p:cNvSpPr/>
          <p:nvPr/>
        </p:nvSpPr>
        <p:spPr>
          <a:xfrm>
            <a:off x="1047600" y="5524200"/>
            <a:ext cx="2381400" cy="10080"/>
          </a:xfrm>
          <a:custGeom>
            <a:avLst/>
            <a:gdLst/>
            <a:ahLst/>
            <a:rect l="0" t="0" r="r" b="b"/>
            <a:pathLst>
              <a:path w="6615" h="28">
                <a:moveTo>
                  <a:pt x="0" y="0"/>
                </a:moveTo>
                <a:lnTo>
                  <a:pt x="6615" y="0"/>
                </a:lnTo>
                <a:lnTo>
                  <a:pt x="661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85" name=""/>
          <p:cNvSpPr/>
          <p:nvPr/>
        </p:nvSpPr>
        <p:spPr>
          <a:xfrm>
            <a:off x="3428640" y="5524200"/>
            <a:ext cx="6477480" cy="10080"/>
          </a:xfrm>
          <a:custGeom>
            <a:avLst/>
            <a:gdLst/>
            <a:ahLst/>
            <a:rect l="0" t="0" r="r" b="b"/>
            <a:pathLst>
              <a:path w="17993" h="28">
                <a:moveTo>
                  <a:pt x="0" y="0"/>
                </a:moveTo>
                <a:lnTo>
                  <a:pt x="17993" y="0"/>
                </a:lnTo>
                <a:lnTo>
                  <a:pt x="1799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86" name=""/>
          <p:cNvSpPr/>
          <p:nvPr/>
        </p:nvSpPr>
        <p:spPr>
          <a:xfrm>
            <a:off x="9905760" y="5524200"/>
            <a:ext cx="1238760" cy="10080"/>
          </a:xfrm>
          <a:custGeom>
            <a:avLst/>
            <a:gdLst/>
            <a:ahLst/>
            <a:rect l="0" t="0" r="r" b="b"/>
            <a:pathLst>
              <a:path w="3441" h="28">
                <a:moveTo>
                  <a:pt x="0" y="0"/>
                </a:moveTo>
                <a:lnTo>
                  <a:pt x="3441" y="0"/>
                </a:lnTo>
                <a:lnTo>
                  <a:pt x="344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87" name=""/>
          <p:cNvSpPr/>
          <p:nvPr/>
        </p:nvSpPr>
        <p:spPr>
          <a:xfrm>
            <a:off x="1047600" y="5857560"/>
            <a:ext cx="2381400" cy="10080"/>
          </a:xfrm>
          <a:custGeom>
            <a:avLst/>
            <a:gdLst/>
            <a:ahLst/>
            <a:rect l="0" t="0" r="r" b="b"/>
            <a:pathLst>
              <a:path w="6615" h="28">
                <a:moveTo>
                  <a:pt x="0" y="0"/>
                </a:moveTo>
                <a:lnTo>
                  <a:pt x="6615" y="0"/>
                </a:lnTo>
                <a:lnTo>
                  <a:pt x="661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88" name=""/>
          <p:cNvSpPr/>
          <p:nvPr/>
        </p:nvSpPr>
        <p:spPr>
          <a:xfrm>
            <a:off x="3428640" y="5857560"/>
            <a:ext cx="6477480" cy="10080"/>
          </a:xfrm>
          <a:custGeom>
            <a:avLst/>
            <a:gdLst/>
            <a:ahLst/>
            <a:rect l="0" t="0" r="r" b="b"/>
            <a:pathLst>
              <a:path w="17993" h="28">
                <a:moveTo>
                  <a:pt x="0" y="0"/>
                </a:moveTo>
                <a:lnTo>
                  <a:pt x="17993" y="0"/>
                </a:lnTo>
                <a:lnTo>
                  <a:pt x="1799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89" name=""/>
          <p:cNvSpPr/>
          <p:nvPr/>
        </p:nvSpPr>
        <p:spPr>
          <a:xfrm>
            <a:off x="9905760" y="5857560"/>
            <a:ext cx="1238760" cy="10080"/>
          </a:xfrm>
          <a:custGeom>
            <a:avLst/>
            <a:gdLst/>
            <a:ahLst/>
            <a:rect l="0" t="0" r="r" b="b"/>
            <a:pathLst>
              <a:path w="3441" h="28">
                <a:moveTo>
                  <a:pt x="0" y="0"/>
                </a:moveTo>
                <a:lnTo>
                  <a:pt x="3441" y="0"/>
                </a:lnTo>
                <a:lnTo>
                  <a:pt x="344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90" name=""/>
          <p:cNvSpPr/>
          <p:nvPr/>
        </p:nvSpPr>
        <p:spPr>
          <a:xfrm>
            <a:off x="1047600" y="6190920"/>
            <a:ext cx="2381400" cy="10080"/>
          </a:xfrm>
          <a:custGeom>
            <a:avLst/>
            <a:gdLst/>
            <a:ahLst/>
            <a:rect l="0" t="0" r="r" b="b"/>
            <a:pathLst>
              <a:path w="6615" h="28">
                <a:moveTo>
                  <a:pt x="0" y="0"/>
                </a:moveTo>
                <a:lnTo>
                  <a:pt x="6615" y="0"/>
                </a:lnTo>
                <a:lnTo>
                  <a:pt x="661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91" name=""/>
          <p:cNvSpPr/>
          <p:nvPr/>
        </p:nvSpPr>
        <p:spPr>
          <a:xfrm>
            <a:off x="3428640" y="6190920"/>
            <a:ext cx="6477480" cy="10080"/>
          </a:xfrm>
          <a:custGeom>
            <a:avLst/>
            <a:gdLst/>
            <a:ahLst/>
            <a:rect l="0" t="0" r="r" b="b"/>
            <a:pathLst>
              <a:path w="17993" h="28">
                <a:moveTo>
                  <a:pt x="0" y="0"/>
                </a:moveTo>
                <a:lnTo>
                  <a:pt x="17993" y="0"/>
                </a:lnTo>
                <a:lnTo>
                  <a:pt x="1799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92" name=""/>
          <p:cNvSpPr/>
          <p:nvPr/>
        </p:nvSpPr>
        <p:spPr>
          <a:xfrm>
            <a:off x="9905760" y="6190920"/>
            <a:ext cx="1238760" cy="10080"/>
          </a:xfrm>
          <a:custGeom>
            <a:avLst/>
            <a:gdLst/>
            <a:ahLst/>
            <a:rect l="0" t="0" r="r" b="b"/>
            <a:pathLst>
              <a:path w="3441" h="28">
                <a:moveTo>
                  <a:pt x="0" y="0"/>
                </a:moveTo>
                <a:lnTo>
                  <a:pt x="3441" y="0"/>
                </a:lnTo>
                <a:lnTo>
                  <a:pt x="344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94" name=""/>
          <p:cNvSpPr txBox="1"/>
          <p:nvPr/>
        </p:nvSpPr>
        <p:spPr>
          <a:xfrm>
            <a:off x="1162080" y="2242440"/>
            <a:ext cx="9151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決めた管理策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95" name=""/>
          <p:cNvSpPr txBox="1"/>
          <p:nvPr/>
        </p:nvSpPr>
        <p:spPr>
          <a:xfrm>
            <a:off x="3543120" y="2242440"/>
            <a:ext cx="186228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見比べた附属書</a:t>
            </a:r>
            <a:r>
              <a:rPr b="1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A</a:t>
            </a:r>
            <a:r>
              <a:rPr b="1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の管理策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96" name=""/>
          <p:cNvSpPr txBox="1"/>
          <p:nvPr/>
        </p:nvSpPr>
        <p:spPr>
          <a:xfrm>
            <a:off x="10020240" y="2242440"/>
            <a:ext cx="3056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結果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97" name=""/>
          <p:cNvSpPr txBox="1"/>
          <p:nvPr/>
        </p:nvSpPr>
        <p:spPr>
          <a:xfrm>
            <a:off x="1162080" y="2585520"/>
            <a:ext cx="12200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通信の許可リスト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698" name=""/>
          <p:cNvSpPr/>
          <p:nvPr/>
        </p:nvSpPr>
        <p:spPr>
          <a:xfrm>
            <a:off x="10037520" y="2617560"/>
            <a:ext cx="174960" cy="174960"/>
          </a:xfrm>
          <a:custGeom>
            <a:avLst/>
            <a:gdLst/>
            <a:ahLst/>
            <a:rect l="0" t="0" r="r" b="b"/>
            <a:pathLst>
              <a:path w="486" h="486">
                <a:moveTo>
                  <a:pt x="208" y="354"/>
                </a:moveTo>
                <a:lnTo>
                  <a:pt x="380" y="181"/>
                </a:lnTo>
                <a:lnTo>
                  <a:pt x="352" y="154"/>
                </a:lnTo>
                <a:lnTo>
                  <a:pt x="208" y="299"/>
                </a:lnTo>
                <a:lnTo>
                  <a:pt x="135" y="225"/>
                </a:lnTo>
                <a:lnTo>
                  <a:pt x="108" y="253"/>
                </a:lnTo>
                <a:lnTo>
                  <a:pt x="208" y="354"/>
                </a:lnTo>
                <a:moveTo>
                  <a:pt x="244" y="486"/>
                </a:moveTo>
                <a:cubicBezTo>
                  <a:pt x="211" y="486"/>
                  <a:pt x="179" y="480"/>
                  <a:pt x="150" y="467"/>
                </a:cubicBezTo>
                <a:cubicBezTo>
                  <a:pt x="120" y="454"/>
                  <a:pt x="94" y="437"/>
                  <a:pt x="72" y="415"/>
                </a:cubicBezTo>
                <a:cubicBezTo>
                  <a:pt x="50" y="393"/>
                  <a:pt x="33" y="367"/>
                  <a:pt x="20" y="338"/>
                </a:cubicBezTo>
                <a:cubicBezTo>
                  <a:pt x="8" y="308"/>
                  <a:pt x="0" y="277"/>
                  <a:pt x="0" y="243"/>
                </a:cubicBezTo>
                <a:cubicBezTo>
                  <a:pt x="0" y="209"/>
                  <a:pt x="8" y="178"/>
                  <a:pt x="20" y="148"/>
                </a:cubicBezTo>
                <a:cubicBezTo>
                  <a:pt x="33" y="119"/>
                  <a:pt x="50" y="93"/>
                  <a:pt x="72" y="71"/>
                </a:cubicBezTo>
                <a:cubicBezTo>
                  <a:pt x="94" y="49"/>
                  <a:pt x="120" y="32"/>
                  <a:pt x="150" y="19"/>
                </a:cubicBezTo>
                <a:cubicBezTo>
                  <a:pt x="179" y="6"/>
                  <a:pt x="211" y="0"/>
                  <a:pt x="244" y="0"/>
                </a:cubicBezTo>
                <a:cubicBezTo>
                  <a:pt x="277" y="0"/>
                  <a:pt x="309" y="6"/>
                  <a:pt x="338" y="19"/>
                </a:cubicBezTo>
                <a:cubicBezTo>
                  <a:pt x="368" y="32"/>
                  <a:pt x="393" y="49"/>
                  <a:pt x="415" y="71"/>
                </a:cubicBezTo>
                <a:cubicBezTo>
                  <a:pt x="437" y="93"/>
                  <a:pt x="454" y="119"/>
                  <a:pt x="467" y="148"/>
                </a:cubicBezTo>
                <a:cubicBezTo>
                  <a:pt x="480" y="178"/>
                  <a:pt x="486" y="209"/>
                  <a:pt x="486" y="243"/>
                </a:cubicBezTo>
                <a:cubicBezTo>
                  <a:pt x="486" y="277"/>
                  <a:pt x="480" y="308"/>
                  <a:pt x="467" y="338"/>
                </a:cubicBezTo>
                <a:cubicBezTo>
                  <a:pt x="454" y="367"/>
                  <a:pt x="437" y="393"/>
                  <a:pt x="415" y="415"/>
                </a:cubicBezTo>
                <a:cubicBezTo>
                  <a:pt x="393" y="437"/>
                  <a:pt x="368" y="454"/>
                  <a:pt x="338" y="467"/>
                </a:cubicBezTo>
                <a:cubicBezTo>
                  <a:pt x="309" y="480"/>
                  <a:pt x="277" y="486"/>
                  <a:pt x="244" y="486"/>
                </a:cubicBezTo>
                <a:moveTo>
                  <a:pt x="244" y="450"/>
                </a:moveTo>
                <a:cubicBezTo>
                  <a:pt x="301" y="450"/>
                  <a:pt x="350" y="430"/>
                  <a:pt x="390" y="389"/>
                </a:cubicBezTo>
                <a:cubicBezTo>
                  <a:pt x="430" y="349"/>
                  <a:pt x="450" y="301"/>
                  <a:pt x="450" y="243"/>
                </a:cubicBezTo>
                <a:cubicBezTo>
                  <a:pt x="450" y="185"/>
                  <a:pt x="430" y="137"/>
                  <a:pt x="390" y="97"/>
                </a:cubicBezTo>
                <a:cubicBezTo>
                  <a:pt x="350" y="57"/>
                  <a:pt x="301" y="37"/>
                  <a:pt x="244" y="37"/>
                </a:cubicBezTo>
                <a:cubicBezTo>
                  <a:pt x="187" y="37"/>
                  <a:pt x="138" y="57"/>
                  <a:pt x="98" y="97"/>
                </a:cubicBezTo>
                <a:cubicBezTo>
                  <a:pt x="58" y="137"/>
                  <a:pt x="38" y="185"/>
                  <a:pt x="38" y="243"/>
                </a:cubicBezTo>
                <a:cubicBezTo>
                  <a:pt x="38" y="301"/>
                  <a:pt x="58" y="349"/>
                  <a:pt x="98" y="389"/>
                </a:cubicBezTo>
                <a:cubicBezTo>
                  <a:pt x="138" y="430"/>
                  <a:pt x="187" y="450"/>
                  <a:pt x="244" y="450"/>
                </a:cubicBezTo>
                <a:moveTo>
                  <a:pt x="244" y="243"/>
                </a:moveTo>
                <a:lnTo>
                  <a:pt x="244" y="243"/>
                </a:lnTo>
                <a:close/>
              </a:path>
            </a:pathLst>
          </a:custGeom>
          <a:solidFill>
            <a:srgbClr val="197a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699" name=""/>
          <p:cNvSpPr txBox="1"/>
          <p:nvPr/>
        </p:nvSpPr>
        <p:spPr>
          <a:xfrm>
            <a:off x="3543120" y="2585520"/>
            <a:ext cx="623628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8.20 </a:t>
            </a:r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ネットワークセキュリティ、</a:t>
            </a:r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8.22 </a:t>
            </a:r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ネットワークの分離、</a:t>
            </a:r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8.23 </a:t>
            </a:r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ウェブフィルタリング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00" name=""/>
          <p:cNvSpPr txBox="1"/>
          <p:nvPr/>
        </p:nvSpPr>
        <p:spPr>
          <a:xfrm>
            <a:off x="10287000" y="2585520"/>
            <a:ext cx="4579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200" spc="-1" strike="noStrike">
                <a:solidFill>
                  <a:srgbClr val="197a4b"/>
                </a:solidFill>
                <a:latin typeface="Noto Sans JP"/>
                <a:ea typeface="Noto Sans JP"/>
              </a:rPr>
              <a:t>重なる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01" name=""/>
          <p:cNvSpPr txBox="1"/>
          <p:nvPr/>
        </p:nvSpPr>
        <p:spPr>
          <a:xfrm>
            <a:off x="1162080" y="2918880"/>
            <a:ext cx="8460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非</a:t>
            </a:r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root</a:t>
            </a:r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実行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02" name=""/>
          <p:cNvSpPr/>
          <p:nvPr/>
        </p:nvSpPr>
        <p:spPr>
          <a:xfrm>
            <a:off x="10037520" y="2950920"/>
            <a:ext cx="174960" cy="174960"/>
          </a:xfrm>
          <a:custGeom>
            <a:avLst/>
            <a:gdLst/>
            <a:ahLst/>
            <a:rect l="0" t="0" r="r" b="b"/>
            <a:pathLst>
              <a:path w="486" h="486">
                <a:moveTo>
                  <a:pt x="208" y="354"/>
                </a:moveTo>
                <a:lnTo>
                  <a:pt x="380" y="181"/>
                </a:lnTo>
                <a:lnTo>
                  <a:pt x="352" y="154"/>
                </a:lnTo>
                <a:lnTo>
                  <a:pt x="208" y="299"/>
                </a:lnTo>
                <a:lnTo>
                  <a:pt x="135" y="225"/>
                </a:lnTo>
                <a:lnTo>
                  <a:pt x="108" y="252"/>
                </a:lnTo>
                <a:lnTo>
                  <a:pt x="208" y="354"/>
                </a:lnTo>
                <a:moveTo>
                  <a:pt x="244" y="486"/>
                </a:moveTo>
                <a:cubicBezTo>
                  <a:pt x="211" y="486"/>
                  <a:pt x="179" y="480"/>
                  <a:pt x="150" y="467"/>
                </a:cubicBezTo>
                <a:cubicBezTo>
                  <a:pt x="120" y="454"/>
                  <a:pt x="94" y="437"/>
                  <a:pt x="72" y="415"/>
                </a:cubicBezTo>
                <a:cubicBezTo>
                  <a:pt x="50" y="393"/>
                  <a:pt x="33" y="367"/>
                  <a:pt x="20" y="338"/>
                </a:cubicBezTo>
                <a:cubicBezTo>
                  <a:pt x="8" y="308"/>
                  <a:pt x="0" y="276"/>
                  <a:pt x="0" y="243"/>
                </a:cubicBezTo>
                <a:cubicBezTo>
                  <a:pt x="0" y="209"/>
                  <a:pt x="8" y="178"/>
                  <a:pt x="20" y="148"/>
                </a:cubicBezTo>
                <a:cubicBezTo>
                  <a:pt x="33" y="119"/>
                  <a:pt x="50" y="93"/>
                  <a:pt x="72" y="71"/>
                </a:cubicBezTo>
                <a:cubicBezTo>
                  <a:pt x="94" y="49"/>
                  <a:pt x="120" y="32"/>
                  <a:pt x="150" y="19"/>
                </a:cubicBezTo>
                <a:cubicBezTo>
                  <a:pt x="179" y="7"/>
                  <a:pt x="211" y="0"/>
                  <a:pt x="244" y="0"/>
                </a:cubicBezTo>
                <a:cubicBezTo>
                  <a:pt x="277" y="0"/>
                  <a:pt x="309" y="7"/>
                  <a:pt x="338" y="19"/>
                </a:cubicBezTo>
                <a:cubicBezTo>
                  <a:pt x="368" y="32"/>
                  <a:pt x="393" y="49"/>
                  <a:pt x="415" y="71"/>
                </a:cubicBezTo>
                <a:cubicBezTo>
                  <a:pt x="437" y="93"/>
                  <a:pt x="454" y="119"/>
                  <a:pt x="467" y="148"/>
                </a:cubicBezTo>
                <a:cubicBezTo>
                  <a:pt x="480" y="178"/>
                  <a:pt x="486" y="209"/>
                  <a:pt x="486" y="243"/>
                </a:cubicBezTo>
                <a:cubicBezTo>
                  <a:pt x="486" y="276"/>
                  <a:pt x="480" y="308"/>
                  <a:pt x="467" y="338"/>
                </a:cubicBezTo>
                <a:cubicBezTo>
                  <a:pt x="454" y="367"/>
                  <a:pt x="437" y="393"/>
                  <a:pt x="415" y="415"/>
                </a:cubicBezTo>
                <a:cubicBezTo>
                  <a:pt x="393" y="437"/>
                  <a:pt x="368" y="454"/>
                  <a:pt x="338" y="467"/>
                </a:cubicBezTo>
                <a:cubicBezTo>
                  <a:pt x="309" y="480"/>
                  <a:pt x="277" y="486"/>
                  <a:pt x="244" y="486"/>
                </a:cubicBezTo>
                <a:moveTo>
                  <a:pt x="244" y="450"/>
                </a:moveTo>
                <a:cubicBezTo>
                  <a:pt x="301" y="450"/>
                  <a:pt x="350" y="430"/>
                  <a:pt x="390" y="390"/>
                </a:cubicBezTo>
                <a:cubicBezTo>
                  <a:pt x="430" y="349"/>
                  <a:pt x="450" y="301"/>
                  <a:pt x="450" y="243"/>
                </a:cubicBezTo>
                <a:cubicBezTo>
                  <a:pt x="450" y="185"/>
                  <a:pt x="430" y="137"/>
                  <a:pt x="390" y="97"/>
                </a:cubicBezTo>
                <a:cubicBezTo>
                  <a:pt x="350" y="57"/>
                  <a:pt x="301" y="37"/>
                  <a:pt x="244" y="37"/>
                </a:cubicBezTo>
                <a:cubicBezTo>
                  <a:pt x="187" y="37"/>
                  <a:pt x="138" y="57"/>
                  <a:pt x="98" y="97"/>
                </a:cubicBezTo>
                <a:cubicBezTo>
                  <a:pt x="58" y="137"/>
                  <a:pt x="38" y="185"/>
                  <a:pt x="38" y="243"/>
                </a:cubicBezTo>
                <a:cubicBezTo>
                  <a:pt x="38" y="301"/>
                  <a:pt x="58" y="349"/>
                  <a:pt x="98" y="390"/>
                </a:cubicBezTo>
                <a:cubicBezTo>
                  <a:pt x="138" y="430"/>
                  <a:pt x="187" y="450"/>
                  <a:pt x="244" y="450"/>
                </a:cubicBezTo>
                <a:moveTo>
                  <a:pt x="244" y="243"/>
                </a:moveTo>
                <a:lnTo>
                  <a:pt x="244" y="243"/>
                </a:lnTo>
                <a:close/>
              </a:path>
            </a:pathLst>
          </a:custGeom>
          <a:solidFill>
            <a:srgbClr val="197a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703" name=""/>
          <p:cNvSpPr txBox="1"/>
          <p:nvPr/>
        </p:nvSpPr>
        <p:spPr>
          <a:xfrm>
            <a:off x="3543120" y="2918880"/>
            <a:ext cx="13568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8.2 </a:t>
            </a:r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特権アクセス権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04" name=""/>
          <p:cNvSpPr txBox="1"/>
          <p:nvPr/>
        </p:nvSpPr>
        <p:spPr>
          <a:xfrm>
            <a:off x="10287000" y="2918880"/>
            <a:ext cx="4579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200" spc="-1" strike="noStrike">
                <a:solidFill>
                  <a:srgbClr val="197a4b"/>
                </a:solidFill>
                <a:latin typeface="Noto Sans JP"/>
                <a:ea typeface="Noto Sans JP"/>
              </a:rPr>
              <a:t>重なる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05" name=""/>
          <p:cNvSpPr txBox="1"/>
          <p:nvPr/>
        </p:nvSpPr>
        <p:spPr>
          <a:xfrm>
            <a:off x="1162080" y="3252240"/>
            <a:ext cx="10674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ファイルの隔離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06" name=""/>
          <p:cNvSpPr/>
          <p:nvPr/>
        </p:nvSpPr>
        <p:spPr>
          <a:xfrm>
            <a:off x="10037520" y="3284280"/>
            <a:ext cx="174960" cy="174960"/>
          </a:xfrm>
          <a:custGeom>
            <a:avLst/>
            <a:gdLst/>
            <a:ahLst/>
            <a:rect l="0" t="0" r="r" b="b"/>
            <a:pathLst>
              <a:path w="486" h="486">
                <a:moveTo>
                  <a:pt x="208" y="354"/>
                </a:moveTo>
                <a:lnTo>
                  <a:pt x="380" y="182"/>
                </a:lnTo>
                <a:lnTo>
                  <a:pt x="352" y="154"/>
                </a:lnTo>
                <a:lnTo>
                  <a:pt x="208" y="298"/>
                </a:lnTo>
                <a:lnTo>
                  <a:pt x="135" y="225"/>
                </a:lnTo>
                <a:lnTo>
                  <a:pt x="108" y="252"/>
                </a:lnTo>
                <a:lnTo>
                  <a:pt x="208" y="354"/>
                </a:lnTo>
                <a:moveTo>
                  <a:pt x="244" y="486"/>
                </a:moveTo>
                <a:cubicBezTo>
                  <a:pt x="211" y="486"/>
                  <a:pt x="179" y="480"/>
                  <a:pt x="150" y="467"/>
                </a:cubicBezTo>
                <a:cubicBezTo>
                  <a:pt x="120" y="454"/>
                  <a:pt x="94" y="437"/>
                  <a:pt x="72" y="415"/>
                </a:cubicBezTo>
                <a:cubicBezTo>
                  <a:pt x="50" y="393"/>
                  <a:pt x="33" y="367"/>
                  <a:pt x="20" y="338"/>
                </a:cubicBezTo>
                <a:cubicBezTo>
                  <a:pt x="8" y="307"/>
                  <a:pt x="0" y="276"/>
                  <a:pt x="0" y="243"/>
                </a:cubicBezTo>
                <a:cubicBezTo>
                  <a:pt x="0" y="209"/>
                  <a:pt x="8" y="178"/>
                  <a:pt x="20" y="148"/>
                </a:cubicBezTo>
                <a:cubicBezTo>
                  <a:pt x="33" y="119"/>
                  <a:pt x="50" y="93"/>
                  <a:pt x="72" y="71"/>
                </a:cubicBezTo>
                <a:cubicBezTo>
                  <a:pt x="94" y="49"/>
                  <a:pt x="120" y="32"/>
                  <a:pt x="150" y="19"/>
                </a:cubicBezTo>
                <a:cubicBezTo>
                  <a:pt x="179" y="7"/>
                  <a:pt x="211" y="0"/>
                  <a:pt x="244" y="0"/>
                </a:cubicBezTo>
                <a:cubicBezTo>
                  <a:pt x="277" y="0"/>
                  <a:pt x="309" y="7"/>
                  <a:pt x="338" y="19"/>
                </a:cubicBezTo>
                <a:cubicBezTo>
                  <a:pt x="368" y="32"/>
                  <a:pt x="393" y="49"/>
                  <a:pt x="415" y="71"/>
                </a:cubicBezTo>
                <a:cubicBezTo>
                  <a:pt x="437" y="93"/>
                  <a:pt x="454" y="119"/>
                  <a:pt x="467" y="148"/>
                </a:cubicBezTo>
                <a:cubicBezTo>
                  <a:pt x="480" y="178"/>
                  <a:pt x="486" y="209"/>
                  <a:pt x="486" y="243"/>
                </a:cubicBezTo>
                <a:cubicBezTo>
                  <a:pt x="486" y="276"/>
                  <a:pt x="480" y="307"/>
                  <a:pt x="467" y="338"/>
                </a:cubicBezTo>
                <a:cubicBezTo>
                  <a:pt x="454" y="367"/>
                  <a:pt x="437" y="393"/>
                  <a:pt x="415" y="415"/>
                </a:cubicBezTo>
                <a:cubicBezTo>
                  <a:pt x="393" y="437"/>
                  <a:pt x="368" y="454"/>
                  <a:pt x="338" y="467"/>
                </a:cubicBezTo>
                <a:cubicBezTo>
                  <a:pt x="309" y="480"/>
                  <a:pt x="277" y="486"/>
                  <a:pt x="244" y="486"/>
                </a:cubicBezTo>
                <a:moveTo>
                  <a:pt x="244" y="450"/>
                </a:moveTo>
                <a:cubicBezTo>
                  <a:pt x="301" y="450"/>
                  <a:pt x="350" y="430"/>
                  <a:pt x="390" y="390"/>
                </a:cubicBezTo>
                <a:cubicBezTo>
                  <a:pt x="430" y="349"/>
                  <a:pt x="450" y="300"/>
                  <a:pt x="450" y="243"/>
                </a:cubicBezTo>
                <a:cubicBezTo>
                  <a:pt x="450" y="185"/>
                  <a:pt x="430" y="137"/>
                  <a:pt x="390" y="97"/>
                </a:cubicBezTo>
                <a:cubicBezTo>
                  <a:pt x="350" y="57"/>
                  <a:pt x="301" y="37"/>
                  <a:pt x="244" y="37"/>
                </a:cubicBezTo>
                <a:cubicBezTo>
                  <a:pt x="187" y="37"/>
                  <a:pt x="138" y="57"/>
                  <a:pt x="98" y="97"/>
                </a:cubicBezTo>
                <a:cubicBezTo>
                  <a:pt x="58" y="137"/>
                  <a:pt x="38" y="185"/>
                  <a:pt x="38" y="243"/>
                </a:cubicBezTo>
                <a:cubicBezTo>
                  <a:pt x="38" y="300"/>
                  <a:pt x="58" y="349"/>
                  <a:pt x="98" y="390"/>
                </a:cubicBezTo>
                <a:cubicBezTo>
                  <a:pt x="138" y="430"/>
                  <a:pt x="187" y="450"/>
                  <a:pt x="244" y="450"/>
                </a:cubicBezTo>
                <a:moveTo>
                  <a:pt x="244" y="243"/>
                </a:moveTo>
                <a:lnTo>
                  <a:pt x="244" y="243"/>
                </a:lnTo>
                <a:close/>
              </a:path>
            </a:pathLst>
          </a:custGeom>
          <a:solidFill>
            <a:srgbClr val="197a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707" name=""/>
          <p:cNvSpPr txBox="1"/>
          <p:nvPr/>
        </p:nvSpPr>
        <p:spPr>
          <a:xfrm>
            <a:off x="3543120" y="3252240"/>
            <a:ext cx="18140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8.3 </a:t>
            </a:r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情報へのアクセス制限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08" name=""/>
          <p:cNvSpPr txBox="1"/>
          <p:nvPr/>
        </p:nvSpPr>
        <p:spPr>
          <a:xfrm>
            <a:off x="10287000" y="3252240"/>
            <a:ext cx="4579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200" spc="-1" strike="noStrike">
                <a:solidFill>
                  <a:srgbClr val="197a4b"/>
                </a:solidFill>
                <a:latin typeface="Noto Sans JP"/>
                <a:ea typeface="Noto Sans JP"/>
              </a:rPr>
              <a:t>重なる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09" name=""/>
          <p:cNvSpPr txBox="1"/>
          <p:nvPr/>
        </p:nvSpPr>
        <p:spPr>
          <a:xfrm>
            <a:off x="1162080" y="3585600"/>
            <a:ext cx="9151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起動時の検証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10" name=""/>
          <p:cNvSpPr/>
          <p:nvPr/>
        </p:nvSpPr>
        <p:spPr>
          <a:xfrm>
            <a:off x="10037520" y="3617640"/>
            <a:ext cx="174960" cy="174960"/>
          </a:xfrm>
          <a:custGeom>
            <a:avLst/>
            <a:gdLst/>
            <a:ahLst/>
            <a:rect l="0" t="0" r="r" b="b"/>
            <a:pathLst>
              <a:path w="486" h="486">
                <a:moveTo>
                  <a:pt x="208" y="353"/>
                </a:moveTo>
                <a:lnTo>
                  <a:pt x="380" y="182"/>
                </a:lnTo>
                <a:lnTo>
                  <a:pt x="352" y="154"/>
                </a:lnTo>
                <a:lnTo>
                  <a:pt x="208" y="298"/>
                </a:lnTo>
                <a:lnTo>
                  <a:pt x="135" y="225"/>
                </a:lnTo>
                <a:lnTo>
                  <a:pt x="108" y="252"/>
                </a:lnTo>
                <a:lnTo>
                  <a:pt x="208" y="353"/>
                </a:lnTo>
                <a:moveTo>
                  <a:pt x="244" y="486"/>
                </a:moveTo>
                <a:cubicBezTo>
                  <a:pt x="211" y="486"/>
                  <a:pt x="179" y="480"/>
                  <a:pt x="150" y="467"/>
                </a:cubicBezTo>
                <a:cubicBezTo>
                  <a:pt x="120" y="454"/>
                  <a:pt x="94" y="437"/>
                  <a:pt x="72" y="415"/>
                </a:cubicBezTo>
                <a:cubicBezTo>
                  <a:pt x="50" y="393"/>
                  <a:pt x="33" y="366"/>
                  <a:pt x="20" y="337"/>
                </a:cubicBezTo>
                <a:cubicBezTo>
                  <a:pt x="8" y="307"/>
                  <a:pt x="0" y="276"/>
                  <a:pt x="0" y="243"/>
                </a:cubicBezTo>
                <a:cubicBezTo>
                  <a:pt x="0" y="209"/>
                  <a:pt x="8" y="178"/>
                  <a:pt x="20" y="148"/>
                </a:cubicBezTo>
                <a:cubicBezTo>
                  <a:pt x="33" y="119"/>
                  <a:pt x="50" y="93"/>
                  <a:pt x="72" y="71"/>
                </a:cubicBezTo>
                <a:cubicBezTo>
                  <a:pt x="94" y="49"/>
                  <a:pt x="120" y="32"/>
                  <a:pt x="150" y="19"/>
                </a:cubicBezTo>
                <a:cubicBezTo>
                  <a:pt x="179" y="7"/>
                  <a:pt x="211" y="0"/>
                  <a:pt x="244" y="0"/>
                </a:cubicBezTo>
                <a:cubicBezTo>
                  <a:pt x="277" y="0"/>
                  <a:pt x="309" y="7"/>
                  <a:pt x="338" y="19"/>
                </a:cubicBezTo>
                <a:cubicBezTo>
                  <a:pt x="368" y="32"/>
                  <a:pt x="393" y="49"/>
                  <a:pt x="415" y="71"/>
                </a:cubicBezTo>
                <a:cubicBezTo>
                  <a:pt x="437" y="93"/>
                  <a:pt x="454" y="119"/>
                  <a:pt x="467" y="148"/>
                </a:cubicBezTo>
                <a:cubicBezTo>
                  <a:pt x="480" y="178"/>
                  <a:pt x="486" y="209"/>
                  <a:pt x="486" y="243"/>
                </a:cubicBezTo>
                <a:cubicBezTo>
                  <a:pt x="486" y="276"/>
                  <a:pt x="480" y="307"/>
                  <a:pt x="467" y="337"/>
                </a:cubicBezTo>
                <a:cubicBezTo>
                  <a:pt x="454" y="366"/>
                  <a:pt x="437" y="393"/>
                  <a:pt x="415" y="415"/>
                </a:cubicBezTo>
                <a:cubicBezTo>
                  <a:pt x="393" y="437"/>
                  <a:pt x="368" y="454"/>
                  <a:pt x="338" y="467"/>
                </a:cubicBezTo>
                <a:cubicBezTo>
                  <a:pt x="309" y="480"/>
                  <a:pt x="277" y="486"/>
                  <a:pt x="244" y="486"/>
                </a:cubicBezTo>
                <a:moveTo>
                  <a:pt x="244" y="450"/>
                </a:moveTo>
                <a:cubicBezTo>
                  <a:pt x="301" y="450"/>
                  <a:pt x="350" y="430"/>
                  <a:pt x="390" y="390"/>
                </a:cubicBezTo>
                <a:cubicBezTo>
                  <a:pt x="430" y="348"/>
                  <a:pt x="450" y="300"/>
                  <a:pt x="450" y="243"/>
                </a:cubicBezTo>
                <a:cubicBezTo>
                  <a:pt x="450" y="185"/>
                  <a:pt x="430" y="137"/>
                  <a:pt x="390" y="97"/>
                </a:cubicBezTo>
                <a:cubicBezTo>
                  <a:pt x="350" y="57"/>
                  <a:pt x="301" y="37"/>
                  <a:pt x="244" y="37"/>
                </a:cubicBezTo>
                <a:cubicBezTo>
                  <a:pt x="187" y="37"/>
                  <a:pt x="138" y="57"/>
                  <a:pt x="98" y="97"/>
                </a:cubicBezTo>
                <a:cubicBezTo>
                  <a:pt x="58" y="137"/>
                  <a:pt x="38" y="185"/>
                  <a:pt x="38" y="243"/>
                </a:cubicBezTo>
                <a:cubicBezTo>
                  <a:pt x="38" y="300"/>
                  <a:pt x="58" y="348"/>
                  <a:pt x="98" y="390"/>
                </a:cubicBezTo>
                <a:cubicBezTo>
                  <a:pt x="138" y="430"/>
                  <a:pt x="187" y="450"/>
                  <a:pt x="244" y="450"/>
                </a:cubicBezTo>
                <a:moveTo>
                  <a:pt x="244" y="243"/>
                </a:moveTo>
                <a:lnTo>
                  <a:pt x="244" y="243"/>
                </a:lnTo>
                <a:close/>
              </a:path>
            </a:pathLst>
          </a:custGeom>
          <a:solidFill>
            <a:srgbClr val="197a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711" name=""/>
          <p:cNvSpPr txBox="1"/>
          <p:nvPr/>
        </p:nvSpPr>
        <p:spPr>
          <a:xfrm>
            <a:off x="3543120" y="3585600"/>
            <a:ext cx="8996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8.9 </a:t>
            </a:r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構成管理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12" name=""/>
          <p:cNvSpPr txBox="1"/>
          <p:nvPr/>
        </p:nvSpPr>
        <p:spPr>
          <a:xfrm>
            <a:off x="10287000" y="3585600"/>
            <a:ext cx="4579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200" spc="-1" strike="noStrike">
                <a:solidFill>
                  <a:srgbClr val="197a4b"/>
                </a:solidFill>
                <a:latin typeface="Noto Sans JP"/>
                <a:ea typeface="Noto Sans JP"/>
              </a:rPr>
              <a:t>重なる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13" name=""/>
          <p:cNvSpPr txBox="1"/>
          <p:nvPr/>
        </p:nvSpPr>
        <p:spPr>
          <a:xfrm>
            <a:off x="1162080" y="3918960"/>
            <a:ext cx="15246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認証を渡さない決まり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14" name=""/>
          <p:cNvSpPr/>
          <p:nvPr/>
        </p:nvSpPr>
        <p:spPr>
          <a:xfrm>
            <a:off x="10037520" y="3951000"/>
            <a:ext cx="174960" cy="174960"/>
          </a:xfrm>
          <a:custGeom>
            <a:avLst/>
            <a:gdLst/>
            <a:ahLst/>
            <a:rect l="0" t="0" r="r" b="b"/>
            <a:pathLst>
              <a:path w="486" h="486">
                <a:moveTo>
                  <a:pt x="208" y="353"/>
                </a:moveTo>
                <a:lnTo>
                  <a:pt x="380" y="182"/>
                </a:lnTo>
                <a:lnTo>
                  <a:pt x="352" y="154"/>
                </a:lnTo>
                <a:lnTo>
                  <a:pt x="208" y="298"/>
                </a:lnTo>
                <a:lnTo>
                  <a:pt x="135" y="225"/>
                </a:lnTo>
                <a:lnTo>
                  <a:pt x="108" y="253"/>
                </a:lnTo>
                <a:lnTo>
                  <a:pt x="208" y="353"/>
                </a:lnTo>
                <a:moveTo>
                  <a:pt x="244" y="486"/>
                </a:moveTo>
                <a:cubicBezTo>
                  <a:pt x="211" y="486"/>
                  <a:pt x="179" y="480"/>
                  <a:pt x="150" y="467"/>
                </a:cubicBezTo>
                <a:cubicBezTo>
                  <a:pt x="120" y="455"/>
                  <a:pt x="94" y="437"/>
                  <a:pt x="72" y="414"/>
                </a:cubicBezTo>
                <a:cubicBezTo>
                  <a:pt x="50" y="392"/>
                  <a:pt x="33" y="366"/>
                  <a:pt x="20" y="337"/>
                </a:cubicBezTo>
                <a:cubicBezTo>
                  <a:pt x="8" y="307"/>
                  <a:pt x="0" y="276"/>
                  <a:pt x="0" y="243"/>
                </a:cubicBezTo>
                <a:cubicBezTo>
                  <a:pt x="0" y="209"/>
                  <a:pt x="8" y="178"/>
                  <a:pt x="20" y="148"/>
                </a:cubicBezTo>
                <a:cubicBezTo>
                  <a:pt x="33" y="119"/>
                  <a:pt x="50" y="93"/>
                  <a:pt x="72" y="71"/>
                </a:cubicBezTo>
                <a:cubicBezTo>
                  <a:pt x="94" y="49"/>
                  <a:pt x="120" y="32"/>
                  <a:pt x="150" y="19"/>
                </a:cubicBezTo>
                <a:cubicBezTo>
                  <a:pt x="179" y="7"/>
                  <a:pt x="211" y="0"/>
                  <a:pt x="244" y="0"/>
                </a:cubicBezTo>
                <a:cubicBezTo>
                  <a:pt x="277" y="0"/>
                  <a:pt x="309" y="7"/>
                  <a:pt x="338" y="19"/>
                </a:cubicBezTo>
                <a:cubicBezTo>
                  <a:pt x="368" y="32"/>
                  <a:pt x="393" y="49"/>
                  <a:pt x="415" y="71"/>
                </a:cubicBezTo>
                <a:cubicBezTo>
                  <a:pt x="437" y="93"/>
                  <a:pt x="454" y="119"/>
                  <a:pt x="467" y="148"/>
                </a:cubicBezTo>
                <a:cubicBezTo>
                  <a:pt x="480" y="178"/>
                  <a:pt x="486" y="209"/>
                  <a:pt x="486" y="243"/>
                </a:cubicBezTo>
                <a:cubicBezTo>
                  <a:pt x="486" y="276"/>
                  <a:pt x="480" y="307"/>
                  <a:pt x="467" y="337"/>
                </a:cubicBezTo>
                <a:cubicBezTo>
                  <a:pt x="454" y="366"/>
                  <a:pt x="437" y="392"/>
                  <a:pt x="415" y="414"/>
                </a:cubicBezTo>
                <a:cubicBezTo>
                  <a:pt x="393" y="437"/>
                  <a:pt x="368" y="455"/>
                  <a:pt x="338" y="467"/>
                </a:cubicBezTo>
                <a:cubicBezTo>
                  <a:pt x="309" y="480"/>
                  <a:pt x="277" y="486"/>
                  <a:pt x="244" y="486"/>
                </a:cubicBezTo>
                <a:moveTo>
                  <a:pt x="244" y="450"/>
                </a:moveTo>
                <a:cubicBezTo>
                  <a:pt x="301" y="450"/>
                  <a:pt x="350" y="430"/>
                  <a:pt x="390" y="389"/>
                </a:cubicBezTo>
                <a:cubicBezTo>
                  <a:pt x="430" y="348"/>
                  <a:pt x="450" y="300"/>
                  <a:pt x="450" y="243"/>
                </a:cubicBezTo>
                <a:cubicBezTo>
                  <a:pt x="450" y="185"/>
                  <a:pt x="430" y="137"/>
                  <a:pt x="390" y="97"/>
                </a:cubicBezTo>
                <a:cubicBezTo>
                  <a:pt x="350" y="57"/>
                  <a:pt x="301" y="37"/>
                  <a:pt x="244" y="37"/>
                </a:cubicBezTo>
                <a:cubicBezTo>
                  <a:pt x="187" y="37"/>
                  <a:pt x="138" y="57"/>
                  <a:pt x="98" y="97"/>
                </a:cubicBezTo>
                <a:cubicBezTo>
                  <a:pt x="58" y="137"/>
                  <a:pt x="38" y="185"/>
                  <a:pt x="38" y="243"/>
                </a:cubicBezTo>
                <a:cubicBezTo>
                  <a:pt x="38" y="300"/>
                  <a:pt x="58" y="348"/>
                  <a:pt x="98" y="389"/>
                </a:cubicBezTo>
                <a:cubicBezTo>
                  <a:pt x="138" y="430"/>
                  <a:pt x="187" y="450"/>
                  <a:pt x="244" y="450"/>
                </a:cubicBezTo>
                <a:moveTo>
                  <a:pt x="244" y="243"/>
                </a:moveTo>
                <a:lnTo>
                  <a:pt x="244" y="243"/>
                </a:lnTo>
                <a:close/>
              </a:path>
            </a:pathLst>
          </a:custGeom>
          <a:solidFill>
            <a:srgbClr val="197a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715" name=""/>
          <p:cNvSpPr txBox="1"/>
          <p:nvPr/>
        </p:nvSpPr>
        <p:spPr>
          <a:xfrm>
            <a:off x="3543120" y="3918960"/>
            <a:ext cx="98316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5.17 </a:t>
            </a:r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認証情報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16" name=""/>
          <p:cNvSpPr txBox="1"/>
          <p:nvPr/>
        </p:nvSpPr>
        <p:spPr>
          <a:xfrm>
            <a:off x="10287000" y="3918960"/>
            <a:ext cx="4579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200" spc="-1" strike="noStrike">
                <a:solidFill>
                  <a:srgbClr val="197a4b"/>
                </a:solidFill>
                <a:latin typeface="Noto Sans JP"/>
                <a:ea typeface="Noto Sans JP"/>
              </a:rPr>
              <a:t>重なる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17" name=""/>
          <p:cNvSpPr txBox="1"/>
          <p:nvPr/>
        </p:nvSpPr>
        <p:spPr>
          <a:xfrm>
            <a:off x="1162080" y="4252320"/>
            <a:ext cx="15246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部品を確かめる決まり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18" name=""/>
          <p:cNvSpPr/>
          <p:nvPr/>
        </p:nvSpPr>
        <p:spPr>
          <a:xfrm>
            <a:off x="10037520" y="4284360"/>
            <a:ext cx="174960" cy="174960"/>
          </a:xfrm>
          <a:custGeom>
            <a:avLst/>
            <a:gdLst/>
            <a:ahLst/>
            <a:rect l="0" t="0" r="r" b="b"/>
            <a:pathLst>
              <a:path w="486" h="486">
                <a:moveTo>
                  <a:pt x="208" y="353"/>
                </a:moveTo>
                <a:lnTo>
                  <a:pt x="380" y="182"/>
                </a:lnTo>
                <a:lnTo>
                  <a:pt x="352" y="154"/>
                </a:lnTo>
                <a:lnTo>
                  <a:pt x="208" y="298"/>
                </a:lnTo>
                <a:lnTo>
                  <a:pt x="135" y="225"/>
                </a:lnTo>
                <a:lnTo>
                  <a:pt x="108" y="253"/>
                </a:lnTo>
                <a:lnTo>
                  <a:pt x="208" y="353"/>
                </a:lnTo>
                <a:moveTo>
                  <a:pt x="244" y="486"/>
                </a:moveTo>
                <a:cubicBezTo>
                  <a:pt x="211" y="486"/>
                  <a:pt x="179" y="480"/>
                  <a:pt x="150" y="466"/>
                </a:cubicBezTo>
                <a:cubicBezTo>
                  <a:pt x="120" y="454"/>
                  <a:pt x="94" y="436"/>
                  <a:pt x="72" y="414"/>
                </a:cubicBezTo>
                <a:cubicBezTo>
                  <a:pt x="50" y="392"/>
                  <a:pt x="33" y="366"/>
                  <a:pt x="20" y="337"/>
                </a:cubicBezTo>
                <a:cubicBezTo>
                  <a:pt x="8" y="307"/>
                  <a:pt x="0" y="276"/>
                  <a:pt x="0" y="243"/>
                </a:cubicBezTo>
                <a:cubicBezTo>
                  <a:pt x="0" y="209"/>
                  <a:pt x="8" y="178"/>
                  <a:pt x="20" y="148"/>
                </a:cubicBezTo>
                <a:cubicBezTo>
                  <a:pt x="33" y="119"/>
                  <a:pt x="50" y="93"/>
                  <a:pt x="72" y="71"/>
                </a:cubicBezTo>
                <a:cubicBezTo>
                  <a:pt x="94" y="49"/>
                  <a:pt x="120" y="32"/>
                  <a:pt x="150" y="19"/>
                </a:cubicBezTo>
                <a:cubicBezTo>
                  <a:pt x="179" y="7"/>
                  <a:pt x="211" y="0"/>
                  <a:pt x="244" y="0"/>
                </a:cubicBezTo>
                <a:cubicBezTo>
                  <a:pt x="277" y="0"/>
                  <a:pt x="309" y="7"/>
                  <a:pt x="338" y="19"/>
                </a:cubicBezTo>
                <a:cubicBezTo>
                  <a:pt x="368" y="32"/>
                  <a:pt x="393" y="49"/>
                  <a:pt x="415" y="71"/>
                </a:cubicBezTo>
                <a:cubicBezTo>
                  <a:pt x="437" y="93"/>
                  <a:pt x="454" y="119"/>
                  <a:pt x="467" y="148"/>
                </a:cubicBezTo>
                <a:cubicBezTo>
                  <a:pt x="480" y="178"/>
                  <a:pt x="486" y="209"/>
                  <a:pt x="486" y="243"/>
                </a:cubicBezTo>
                <a:cubicBezTo>
                  <a:pt x="486" y="276"/>
                  <a:pt x="480" y="307"/>
                  <a:pt x="467" y="337"/>
                </a:cubicBezTo>
                <a:cubicBezTo>
                  <a:pt x="454" y="366"/>
                  <a:pt x="437" y="392"/>
                  <a:pt x="415" y="414"/>
                </a:cubicBezTo>
                <a:cubicBezTo>
                  <a:pt x="393" y="436"/>
                  <a:pt x="368" y="454"/>
                  <a:pt x="338" y="466"/>
                </a:cubicBezTo>
                <a:cubicBezTo>
                  <a:pt x="309" y="480"/>
                  <a:pt x="277" y="486"/>
                  <a:pt x="244" y="486"/>
                </a:cubicBezTo>
                <a:moveTo>
                  <a:pt x="244" y="449"/>
                </a:moveTo>
                <a:cubicBezTo>
                  <a:pt x="301" y="449"/>
                  <a:pt x="350" y="429"/>
                  <a:pt x="390" y="389"/>
                </a:cubicBezTo>
                <a:cubicBezTo>
                  <a:pt x="430" y="348"/>
                  <a:pt x="450" y="300"/>
                  <a:pt x="450" y="243"/>
                </a:cubicBezTo>
                <a:cubicBezTo>
                  <a:pt x="450" y="185"/>
                  <a:pt x="430" y="137"/>
                  <a:pt x="390" y="97"/>
                </a:cubicBezTo>
                <a:cubicBezTo>
                  <a:pt x="350" y="57"/>
                  <a:pt x="301" y="37"/>
                  <a:pt x="244" y="37"/>
                </a:cubicBezTo>
                <a:cubicBezTo>
                  <a:pt x="187" y="37"/>
                  <a:pt x="138" y="57"/>
                  <a:pt x="98" y="97"/>
                </a:cubicBezTo>
                <a:cubicBezTo>
                  <a:pt x="58" y="137"/>
                  <a:pt x="38" y="185"/>
                  <a:pt x="38" y="243"/>
                </a:cubicBezTo>
                <a:cubicBezTo>
                  <a:pt x="38" y="300"/>
                  <a:pt x="58" y="348"/>
                  <a:pt x="98" y="389"/>
                </a:cubicBezTo>
                <a:cubicBezTo>
                  <a:pt x="138" y="429"/>
                  <a:pt x="187" y="449"/>
                  <a:pt x="244" y="449"/>
                </a:cubicBezTo>
                <a:moveTo>
                  <a:pt x="244" y="243"/>
                </a:moveTo>
                <a:lnTo>
                  <a:pt x="244" y="243"/>
                </a:lnTo>
                <a:close/>
              </a:path>
            </a:pathLst>
          </a:custGeom>
          <a:solidFill>
            <a:srgbClr val="197a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719" name=""/>
          <p:cNvSpPr txBox="1"/>
          <p:nvPr/>
        </p:nvSpPr>
        <p:spPr>
          <a:xfrm>
            <a:off x="3543120" y="4252320"/>
            <a:ext cx="411228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5.21 ICT</a:t>
            </a:r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サプライチェーンにおける情報セキュリティの管理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20" name=""/>
          <p:cNvSpPr txBox="1"/>
          <p:nvPr/>
        </p:nvSpPr>
        <p:spPr>
          <a:xfrm>
            <a:off x="10287000" y="4252320"/>
            <a:ext cx="4579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200" spc="-1" strike="noStrike">
                <a:solidFill>
                  <a:srgbClr val="197a4b"/>
                </a:solidFill>
                <a:latin typeface="Noto Sans JP"/>
                <a:ea typeface="Noto Sans JP"/>
              </a:rPr>
              <a:t>重なる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21" name=""/>
          <p:cNvSpPr txBox="1"/>
          <p:nvPr/>
        </p:nvSpPr>
        <p:spPr>
          <a:xfrm>
            <a:off x="1162080" y="4585680"/>
            <a:ext cx="17377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10</a:t>
            </a:r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の決まりを定めること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22" name=""/>
          <p:cNvSpPr/>
          <p:nvPr/>
        </p:nvSpPr>
        <p:spPr>
          <a:xfrm>
            <a:off x="10037520" y="4617720"/>
            <a:ext cx="174960" cy="174960"/>
          </a:xfrm>
          <a:custGeom>
            <a:avLst/>
            <a:gdLst/>
            <a:ahLst/>
            <a:rect l="0" t="0" r="r" b="b"/>
            <a:pathLst>
              <a:path w="486" h="486">
                <a:moveTo>
                  <a:pt x="208" y="354"/>
                </a:moveTo>
                <a:lnTo>
                  <a:pt x="380" y="183"/>
                </a:lnTo>
                <a:lnTo>
                  <a:pt x="352" y="155"/>
                </a:lnTo>
                <a:lnTo>
                  <a:pt x="208" y="299"/>
                </a:lnTo>
                <a:lnTo>
                  <a:pt x="135" y="226"/>
                </a:lnTo>
                <a:lnTo>
                  <a:pt x="108" y="254"/>
                </a:lnTo>
                <a:lnTo>
                  <a:pt x="208" y="354"/>
                </a:lnTo>
                <a:moveTo>
                  <a:pt x="244" y="486"/>
                </a:moveTo>
                <a:cubicBezTo>
                  <a:pt x="211" y="486"/>
                  <a:pt x="179" y="480"/>
                  <a:pt x="150" y="467"/>
                </a:cubicBezTo>
                <a:cubicBezTo>
                  <a:pt x="120" y="455"/>
                  <a:pt x="94" y="437"/>
                  <a:pt x="72" y="415"/>
                </a:cubicBezTo>
                <a:cubicBezTo>
                  <a:pt x="50" y="393"/>
                  <a:pt x="33" y="367"/>
                  <a:pt x="20" y="338"/>
                </a:cubicBezTo>
                <a:cubicBezTo>
                  <a:pt x="8" y="308"/>
                  <a:pt x="0" y="277"/>
                  <a:pt x="0" y="244"/>
                </a:cubicBezTo>
                <a:cubicBezTo>
                  <a:pt x="0" y="210"/>
                  <a:pt x="8" y="179"/>
                  <a:pt x="20" y="149"/>
                </a:cubicBezTo>
                <a:cubicBezTo>
                  <a:pt x="33" y="120"/>
                  <a:pt x="50" y="94"/>
                  <a:pt x="72" y="72"/>
                </a:cubicBezTo>
                <a:cubicBezTo>
                  <a:pt x="94" y="50"/>
                  <a:pt x="120" y="33"/>
                  <a:pt x="150" y="19"/>
                </a:cubicBezTo>
                <a:cubicBezTo>
                  <a:pt x="179" y="7"/>
                  <a:pt x="211" y="0"/>
                  <a:pt x="244" y="0"/>
                </a:cubicBezTo>
                <a:cubicBezTo>
                  <a:pt x="277" y="0"/>
                  <a:pt x="309" y="7"/>
                  <a:pt x="338" y="19"/>
                </a:cubicBezTo>
                <a:cubicBezTo>
                  <a:pt x="368" y="33"/>
                  <a:pt x="393" y="50"/>
                  <a:pt x="415" y="72"/>
                </a:cubicBezTo>
                <a:cubicBezTo>
                  <a:pt x="437" y="94"/>
                  <a:pt x="454" y="120"/>
                  <a:pt x="467" y="149"/>
                </a:cubicBezTo>
                <a:cubicBezTo>
                  <a:pt x="480" y="179"/>
                  <a:pt x="486" y="210"/>
                  <a:pt x="486" y="244"/>
                </a:cubicBezTo>
                <a:cubicBezTo>
                  <a:pt x="486" y="277"/>
                  <a:pt x="480" y="308"/>
                  <a:pt x="467" y="338"/>
                </a:cubicBezTo>
                <a:cubicBezTo>
                  <a:pt x="454" y="367"/>
                  <a:pt x="437" y="393"/>
                  <a:pt x="415" y="415"/>
                </a:cubicBezTo>
                <a:cubicBezTo>
                  <a:pt x="393" y="437"/>
                  <a:pt x="368" y="455"/>
                  <a:pt x="338" y="467"/>
                </a:cubicBezTo>
                <a:cubicBezTo>
                  <a:pt x="309" y="480"/>
                  <a:pt x="277" y="486"/>
                  <a:pt x="244" y="486"/>
                </a:cubicBezTo>
                <a:moveTo>
                  <a:pt x="244" y="450"/>
                </a:moveTo>
                <a:cubicBezTo>
                  <a:pt x="301" y="450"/>
                  <a:pt x="350" y="430"/>
                  <a:pt x="390" y="390"/>
                </a:cubicBezTo>
                <a:cubicBezTo>
                  <a:pt x="430" y="350"/>
                  <a:pt x="450" y="301"/>
                  <a:pt x="450" y="244"/>
                </a:cubicBezTo>
                <a:cubicBezTo>
                  <a:pt x="450" y="187"/>
                  <a:pt x="430" y="138"/>
                  <a:pt x="390" y="98"/>
                </a:cubicBezTo>
                <a:cubicBezTo>
                  <a:pt x="350" y="58"/>
                  <a:pt x="301" y="38"/>
                  <a:pt x="244" y="38"/>
                </a:cubicBezTo>
                <a:cubicBezTo>
                  <a:pt x="187" y="38"/>
                  <a:pt x="138" y="58"/>
                  <a:pt x="98" y="98"/>
                </a:cubicBezTo>
                <a:cubicBezTo>
                  <a:pt x="58" y="138"/>
                  <a:pt x="38" y="187"/>
                  <a:pt x="38" y="244"/>
                </a:cubicBezTo>
                <a:cubicBezTo>
                  <a:pt x="38" y="301"/>
                  <a:pt x="58" y="350"/>
                  <a:pt x="98" y="390"/>
                </a:cubicBezTo>
                <a:cubicBezTo>
                  <a:pt x="138" y="430"/>
                  <a:pt x="187" y="450"/>
                  <a:pt x="244" y="450"/>
                </a:cubicBezTo>
                <a:moveTo>
                  <a:pt x="244" y="244"/>
                </a:moveTo>
                <a:lnTo>
                  <a:pt x="244" y="244"/>
                </a:lnTo>
                <a:close/>
              </a:path>
            </a:pathLst>
          </a:custGeom>
          <a:solidFill>
            <a:srgbClr val="197a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723" name=""/>
          <p:cNvSpPr txBox="1"/>
          <p:nvPr/>
        </p:nvSpPr>
        <p:spPr>
          <a:xfrm>
            <a:off x="3543120" y="4585680"/>
            <a:ext cx="357408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5.10 </a:t>
            </a:r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情報およびその他の関連資産の利用の許容範囲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24" name=""/>
          <p:cNvSpPr txBox="1"/>
          <p:nvPr/>
        </p:nvSpPr>
        <p:spPr>
          <a:xfrm>
            <a:off x="10287000" y="4585680"/>
            <a:ext cx="4579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200" spc="-1" strike="noStrike">
                <a:solidFill>
                  <a:srgbClr val="197a4b"/>
                </a:solidFill>
                <a:latin typeface="Noto Sans JP"/>
                <a:ea typeface="Noto Sans JP"/>
              </a:rPr>
              <a:t>重なる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25" name=""/>
          <p:cNvSpPr txBox="1"/>
          <p:nvPr/>
        </p:nvSpPr>
        <p:spPr>
          <a:xfrm>
            <a:off x="1162080" y="4919040"/>
            <a:ext cx="15246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利用開始のときの教育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26" name=""/>
          <p:cNvSpPr/>
          <p:nvPr/>
        </p:nvSpPr>
        <p:spPr>
          <a:xfrm>
            <a:off x="10037520" y="4951080"/>
            <a:ext cx="174960" cy="174960"/>
          </a:xfrm>
          <a:custGeom>
            <a:avLst/>
            <a:gdLst/>
            <a:ahLst/>
            <a:rect l="0" t="0" r="r" b="b"/>
            <a:pathLst>
              <a:path w="486" h="486">
                <a:moveTo>
                  <a:pt x="208" y="354"/>
                </a:moveTo>
                <a:lnTo>
                  <a:pt x="380" y="183"/>
                </a:lnTo>
                <a:lnTo>
                  <a:pt x="352" y="155"/>
                </a:lnTo>
                <a:lnTo>
                  <a:pt x="208" y="299"/>
                </a:lnTo>
                <a:lnTo>
                  <a:pt x="135" y="226"/>
                </a:lnTo>
                <a:lnTo>
                  <a:pt x="108" y="254"/>
                </a:lnTo>
                <a:lnTo>
                  <a:pt x="208" y="354"/>
                </a:lnTo>
                <a:moveTo>
                  <a:pt x="244" y="486"/>
                </a:moveTo>
                <a:cubicBezTo>
                  <a:pt x="211" y="486"/>
                  <a:pt x="179" y="480"/>
                  <a:pt x="150" y="467"/>
                </a:cubicBezTo>
                <a:cubicBezTo>
                  <a:pt x="120" y="455"/>
                  <a:pt x="94" y="437"/>
                  <a:pt x="72" y="415"/>
                </a:cubicBezTo>
                <a:cubicBezTo>
                  <a:pt x="50" y="393"/>
                  <a:pt x="33" y="367"/>
                  <a:pt x="20" y="338"/>
                </a:cubicBezTo>
                <a:cubicBezTo>
                  <a:pt x="8" y="308"/>
                  <a:pt x="0" y="277"/>
                  <a:pt x="0" y="244"/>
                </a:cubicBezTo>
                <a:cubicBezTo>
                  <a:pt x="0" y="210"/>
                  <a:pt x="8" y="179"/>
                  <a:pt x="20" y="149"/>
                </a:cubicBezTo>
                <a:cubicBezTo>
                  <a:pt x="33" y="120"/>
                  <a:pt x="50" y="94"/>
                  <a:pt x="72" y="72"/>
                </a:cubicBezTo>
                <a:cubicBezTo>
                  <a:pt x="94" y="50"/>
                  <a:pt x="120" y="32"/>
                  <a:pt x="150" y="20"/>
                </a:cubicBezTo>
                <a:cubicBezTo>
                  <a:pt x="179" y="7"/>
                  <a:pt x="211" y="0"/>
                  <a:pt x="244" y="0"/>
                </a:cubicBezTo>
                <a:cubicBezTo>
                  <a:pt x="277" y="0"/>
                  <a:pt x="309" y="7"/>
                  <a:pt x="338" y="20"/>
                </a:cubicBezTo>
                <a:cubicBezTo>
                  <a:pt x="368" y="32"/>
                  <a:pt x="393" y="50"/>
                  <a:pt x="415" y="72"/>
                </a:cubicBezTo>
                <a:cubicBezTo>
                  <a:pt x="437" y="94"/>
                  <a:pt x="454" y="120"/>
                  <a:pt x="467" y="149"/>
                </a:cubicBezTo>
                <a:cubicBezTo>
                  <a:pt x="480" y="179"/>
                  <a:pt x="486" y="210"/>
                  <a:pt x="486" y="244"/>
                </a:cubicBezTo>
                <a:cubicBezTo>
                  <a:pt x="486" y="277"/>
                  <a:pt x="480" y="308"/>
                  <a:pt x="467" y="338"/>
                </a:cubicBezTo>
                <a:cubicBezTo>
                  <a:pt x="454" y="367"/>
                  <a:pt x="437" y="393"/>
                  <a:pt x="415" y="415"/>
                </a:cubicBezTo>
                <a:cubicBezTo>
                  <a:pt x="393" y="437"/>
                  <a:pt x="368" y="455"/>
                  <a:pt x="338" y="467"/>
                </a:cubicBezTo>
                <a:cubicBezTo>
                  <a:pt x="309" y="480"/>
                  <a:pt x="277" y="486"/>
                  <a:pt x="244" y="486"/>
                </a:cubicBezTo>
                <a:moveTo>
                  <a:pt x="244" y="450"/>
                </a:moveTo>
                <a:cubicBezTo>
                  <a:pt x="301" y="450"/>
                  <a:pt x="350" y="430"/>
                  <a:pt x="390" y="390"/>
                </a:cubicBezTo>
                <a:cubicBezTo>
                  <a:pt x="430" y="350"/>
                  <a:pt x="450" y="301"/>
                  <a:pt x="450" y="244"/>
                </a:cubicBezTo>
                <a:cubicBezTo>
                  <a:pt x="450" y="187"/>
                  <a:pt x="430" y="138"/>
                  <a:pt x="390" y="98"/>
                </a:cubicBezTo>
                <a:cubicBezTo>
                  <a:pt x="350" y="57"/>
                  <a:pt x="301" y="37"/>
                  <a:pt x="244" y="37"/>
                </a:cubicBezTo>
                <a:cubicBezTo>
                  <a:pt x="187" y="37"/>
                  <a:pt x="138" y="57"/>
                  <a:pt x="98" y="98"/>
                </a:cubicBezTo>
                <a:cubicBezTo>
                  <a:pt x="58" y="138"/>
                  <a:pt x="38" y="187"/>
                  <a:pt x="38" y="244"/>
                </a:cubicBezTo>
                <a:cubicBezTo>
                  <a:pt x="38" y="301"/>
                  <a:pt x="58" y="350"/>
                  <a:pt x="98" y="390"/>
                </a:cubicBezTo>
                <a:cubicBezTo>
                  <a:pt x="138" y="430"/>
                  <a:pt x="187" y="450"/>
                  <a:pt x="244" y="450"/>
                </a:cubicBezTo>
                <a:moveTo>
                  <a:pt x="244" y="244"/>
                </a:moveTo>
                <a:lnTo>
                  <a:pt x="244" y="244"/>
                </a:lnTo>
                <a:close/>
              </a:path>
            </a:pathLst>
          </a:custGeom>
          <a:solidFill>
            <a:srgbClr val="197a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727" name=""/>
          <p:cNvSpPr txBox="1"/>
          <p:nvPr/>
        </p:nvSpPr>
        <p:spPr>
          <a:xfrm>
            <a:off x="3543120" y="4919040"/>
            <a:ext cx="349056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6.3 </a:t>
            </a:r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情報セキュリティの意識向上、教育および訓練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28" name=""/>
          <p:cNvSpPr txBox="1"/>
          <p:nvPr/>
        </p:nvSpPr>
        <p:spPr>
          <a:xfrm>
            <a:off x="10287000" y="4919040"/>
            <a:ext cx="4579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200" spc="-1" strike="noStrike">
                <a:solidFill>
                  <a:srgbClr val="197a4b"/>
                </a:solidFill>
                <a:latin typeface="Noto Sans JP"/>
                <a:ea typeface="Noto Sans JP"/>
              </a:rPr>
              <a:t>重なる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29" name=""/>
          <p:cNvSpPr txBox="1"/>
          <p:nvPr/>
        </p:nvSpPr>
        <p:spPr>
          <a:xfrm>
            <a:off x="1162080" y="5252400"/>
            <a:ext cx="12200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事故の報告と対応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30" name=""/>
          <p:cNvSpPr/>
          <p:nvPr/>
        </p:nvSpPr>
        <p:spPr>
          <a:xfrm>
            <a:off x="10037520" y="5284440"/>
            <a:ext cx="174960" cy="175320"/>
          </a:xfrm>
          <a:custGeom>
            <a:avLst/>
            <a:gdLst/>
            <a:ahLst/>
            <a:rect l="0" t="0" r="r" b="b"/>
            <a:pathLst>
              <a:path w="486" h="487">
                <a:moveTo>
                  <a:pt x="208" y="354"/>
                </a:moveTo>
                <a:lnTo>
                  <a:pt x="380" y="183"/>
                </a:lnTo>
                <a:lnTo>
                  <a:pt x="352" y="155"/>
                </a:lnTo>
                <a:lnTo>
                  <a:pt x="208" y="299"/>
                </a:lnTo>
                <a:lnTo>
                  <a:pt x="135" y="226"/>
                </a:lnTo>
                <a:lnTo>
                  <a:pt x="108" y="254"/>
                </a:lnTo>
                <a:lnTo>
                  <a:pt x="208" y="354"/>
                </a:lnTo>
                <a:moveTo>
                  <a:pt x="244" y="487"/>
                </a:moveTo>
                <a:cubicBezTo>
                  <a:pt x="211" y="487"/>
                  <a:pt x="179" y="480"/>
                  <a:pt x="150" y="467"/>
                </a:cubicBezTo>
                <a:cubicBezTo>
                  <a:pt x="120" y="455"/>
                  <a:pt x="94" y="437"/>
                  <a:pt x="72" y="415"/>
                </a:cubicBezTo>
                <a:cubicBezTo>
                  <a:pt x="50" y="393"/>
                  <a:pt x="33" y="367"/>
                  <a:pt x="20" y="338"/>
                </a:cubicBezTo>
                <a:cubicBezTo>
                  <a:pt x="8" y="308"/>
                  <a:pt x="0" y="277"/>
                  <a:pt x="0" y="244"/>
                </a:cubicBezTo>
                <a:cubicBezTo>
                  <a:pt x="0" y="210"/>
                  <a:pt x="8" y="179"/>
                  <a:pt x="20" y="149"/>
                </a:cubicBezTo>
                <a:cubicBezTo>
                  <a:pt x="33" y="120"/>
                  <a:pt x="50" y="93"/>
                  <a:pt x="72" y="71"/>
                </a:cubicBezTo>
                <a:cubicBezTo>
                  <a:pt x="94" y="50"/>
                  <a:pt x="120" y="32"/>
                  <a:pt x="150" y="20"/>
                </a:cubicBezTo>
                <a:cubicBezTo>
                  <a:pt x="179" y="7"/>
                  <a:pt x="211" y="0"/>
                  <a:pt x="244" y="0"/>
                </a:cubicBezTo>
                <a:cubicBezTo>
                  <a:pt x="277" y="0"/>
                  <a:pt x="309" y="7"/>
                  <a:pt x="338" y="20"/>
                </a:cubicBezTo>
                <a:cubicBezTo>
                  <a:pt x="368" y="32"/>
                  <a:pt x="393" y="50"/>
                  <a:pt x="415" y="71"/>
                </a:cubicBezTo>
                <a:cubicBezTo>
                  <a:pt x="437" y="93"/>
                  <a:pt x="454" y="120"/>
                  <a:pt x="467" y="149"/>
                </a:cubicBezTo>
                <a:cubicBezTo>
                  <a:pt x="480" y="179"/>
                  <a:pt x="486" y="210"/>
                  <a:pt x="486" y="244"/>
                </a:cubicBezTo>
                <a:cubicBezTo>
                  <a:pt x="486" y="277"/>
                  <a:pt x="480" y="308"/>
                  <a:pt x="467" y="338"/>
                </a:cubicBezTo>
                <a:cubicBezTo>
                  <a:pt x="454" y="367"/>
                  <a:pt x="437" y="393"/>
                  <a:pt x="415" y="415"/>
                </a:cubicBezTo>
                <a:cubicBezTo>
                  <a:pt x="393" y="437"/>
                  <a:pt x="368" y="455"/>
                  <a:pt x="338" y="467"/>
                </a:cubicBezTo>
                <a:cubicBezTo>
                  <a:pt x="309" y="480"/>
                  <a:pt x="277" y="487"/>
                  <a:pt x="244" y="487"/>
                </a:cubicBezTo>
                <a:moveTo>
                  <a:pt x="244" y="450"/>
                </a:moveTo>
                <a:cubicBezTo>
                  <a:pt x="301" y="450"/>
                  <a:pt x="350" y="430"/>
                  <a:pt x="390" y="390"/>
                </a:cubicBezTo>
                <a:cubicBezTo>
                  <a:pt x="430" y="350"/>
                  <a:pt x="450" y="301"/>
                  <a:pt x="450" y="244"/>
                </a:cubicBezTo>
                <a:cubicBezTo>
                  <a:pt x="450" y="187"/>
                  <a:pt x="430" y="138"/>
                  <a:pt x="390" y="97"/>
                </a:cubicBezTo>
                <a:cubicBezTo>
                  <a:pt x="350" y="57"/>
                  <a:pt x="301" y="37"/>
                  <a:pt x="244" y="37"/>
                </a:cubicBezTo>
                <a:cubicBezTo>
                  <a:pt x="187" y="37"/>
                  <a:pt x="138" y="57"/>
                  <a:pt x="98" y="97"/>
                </a:cubicBezTo>
                <a:cubicBezTo>
                  <a:pt x="58" y="138"/>
                  <a:pt x="38" y="187"/>
                  <a:pt x="38" y="244"/>
                </a:cubicBezTo>
                <a:cubicBezTo>
                  <a:pt x="38" y="301"/>
                  <a:pt x="58" y="350"/>
                  <a:pt x="98" y="390"/>
                </a:cubicBezTo>
                <a:cubicBezTo>
                  <a:pt x="138" y="430"/>
                  <a:pt x="187" y="450"/>
                  <a:pt x="244" y="450"/>
                </a:cubicBezTo>
                <a:moveTo>
                  <a:pt x="244" y="244"/>
                </a:moveTo>
                <a:lnTo>
                  <a:pt x="244" y="244"/>
                </a:lnTo>
                <a:close/>
              </a:path>
            </a:pathLst>
          </a:custGeom>
          <a:solidFill>
            <a:srgbClr val="197a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731" name=""/>
          <p:cNvSpPr txBox="1"/>
          <p:nvPr/>
        </p:nvSpPr>
        <p:spPr>
          <a:xfrm>
            <a:off x="3543120" y="5252400"/>
            <a:ext cx="558396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6.8 </a:t>
            </a:r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情報セキュリティ事象の報告、</a:t>
            </a:r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5.26 </a:t>
            </a:r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情報セキュリティインシデントへの対応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32" name=""/>
          <p:cNvSpPr txBox="1"/>
          <p:nvPr/>
        </p:nvSpPr>
        <p:spPr>
          <a:xfrm>
            <a:off x="10287000" y="5252400"/>
            <a:ext cx="4579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200" spc="-1" strike="noStrike">
                <a:solidFill>
                  <a:srgbClr val="197a4b"/>
                </a:solidFill>
                <a:latin typeface="Noto Sans JP"/>
                <a:ea typeface="Noto Sans JP"/>
              </a:rPr>
              <a:t>重なる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33" name=""/>
          <p:cNvSpPr txBox="1"/>
          <p:nvPr/>
        </p:nvSpPr>
        <p:spPr>
          <a:xfrm>
            <a:off x="1162080" y="5585760"/>
            <a:ext cx="19818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ローカルの履歴を記録に残す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34" name=""/>
          <p:cNvSpPr/>
          <p:nvPr/>
        </p:nvSpPr>
        <p:spPr>
          <a:xfrm>
            <a:off x="10037520" y="5618160"/>
            <a:ext cx="174960" cy="174960"/>
          </a:xfrm>
          <a:custGeom>
            <a:avLst/>
            <a:gdLst/>
            <a:ahLst/>
            <a:rect l="0" t="0" r="r" b="b"/>
            <a:pathLst>
              <a:path w="486" h="486">
                <a:moveTo>
                  <a:pt x="208" y="353"/>
                </a:moveTo>
                <a:lnTo>
                  <a:pt x="380" y="182"/>
                </a:lnTo>
                <a:lnTo>
                  <a:pt x="352" y="154"/>
                </a:lnTo>
                <a:lnTo>
                  <a:pt x="208" y="298"/>
                </a:lnTo>
                <a:lnTo>
                  <a:pt x="135" y="225"/>
                </a:lnTo>
                <a:lnTo>
                  <a:pt x="108" y="253"/>
                </a:lnTo>
                <a:lnTo>
                  <a:pt x="208" y="353"/>
                </a:lnTo>
                <a:moveTo>
                  <a:pt x="244" y="486"/>
                </a:moveTo>
                <a:cubicBezTo>
                  <a:pt x="211" y="486"/>
                  <a:pt x="179" y="479"/>
                  <a:pt x="150" y="466"/>
                </a:cubicBezTo>
                <a:cubicBezTo>
                  <a:pt x="120" y="454"/>
                  <a:pt x="94" y="436"/>
                  <a:pt x="72" y="414"/>
                </a:cubicBezTo>
                <a:cubicBezTo>
                  <a:pt x="50" y="392"/>
                  <a:pt x="33" y="367"/>
                  <a:pt x="20" y="337"/>
                </a:cubicBezTo>
                <a:cubicBezTo>
                  <a:pt x="8" y="308"/>
                  <a:pt x="0" y="276"/>
                  <a:pt x="0" y="243"/>
                </a:cubicBezTo>
                <a:cubicBezTo>
                  <a:pt x="0" y="209"/>
                  <a:pt x="8" y="178"/>
                  <a:pt x="20" y="147"/>
                </a:cubicBezTo>
                <a:cubicBezTo>
                  <a:pt x="33" y="118"/>
                  <a:pt x="50" y="92"/>
                  <a:pt x="72" y="70"/>
                </a:cubicBezTo>
                <a:cubicBezTo>
                  <a:pt x="94" y="49"/>
                  <a:pt x="120" y="31"/>
                  <a:pt x="150" y="19"/>
                </a:cubicBezTo>
                <a:cubicBezTo>
                  <a:pt x="179" y="6"/>
                  <a:pt x="211" y="0"/>
                  <a:pt x="244" y="0"/>
                </a:cubicBezTo>
                <a:cubicBezTo>
                  <a:pt x="277" y="0"/>
                  <a:pt x="309" y="6"/>
                  <a:pt x="338" y="19"/>
                </a:cubicBezTo>
                <a:cubicBezTo>
                  <a:pt x="368" y="31"/>
                  <a:pt x="393" y="49"/>
                  <a:pt x="415" y="70"/>
                </a:cubicBezTo>
                <a:cubicBezTo>
                  <a:pt x="437" y="92"/>
                  <a:pt x="454" y="118"/>
                  <a:pt x="467" y="147"/>
                </a:cubicBezTo>
                <a:cubicBezTo>
                  <a:pt x="480" y="178"/>
                  <a:pt x="486" y="209"/>
                  <a:pt x="486" y="243"/>
                </a:cubicBezTo>
                <a:cubicBezTo>
                  <a:pt x="486" y="276"/>
                  <a:pt x="480" y="308"/>
                  <a:pt x="467" y="337"/>
                </a:cubicBezTo>
                <a:cubicBezTo>
                  <a:pt x="454" y="367"/>
                  <a:pt x="437" y="392"/>
                  <a:pt x="415" y="414"/>
                </a:cubicBezTo>
                <a:cubicBezTo>
                  <a:pt x="393" y="436"/>
                  <a:pt x="368" y="454"/>
                  <a:pt x="338" y="466"/>
                </a:cubicBezTo>
                <a:cubicBezTo>
                  <a:pt x="309" y="479"/>
                  <a:pt x="277" y="486"/>
                  <a:pt x="244" y="486"/>
                </a:cubicBezTo>
                <a:moveTo>
                  <a:pt x="244" y="449"/>
                </a:moveTo>
                <a:cubicBezTo>
                  <a:pt x="301" y="449"/>
                  <a:pt x="350" y="429"/>
                  <a:pt x="390" y="389"/>
                </a:cubicBezTo>
                <a:cubicBezTo>
                  <a:pt x="430" y="349"/>
                  <a:pt x="450" y="300"/>
                  <a:pt x="450" y="243"/>
                </a:cubicBezTo>
                <a:cubicBezTo>
                  <a:pt x="450" y="186"/>
                  <a:pt x="430" y="136"/>
                  <a:pt x="390" y="96"/>
                </a:cubicBezTo>
                <a:cubicBezTo>
                  <a:pt x="350" y="56"/>
                  <a:pt x="301" y="36"/>
                  <a:pt x="244" y="36"/>
                </a:cubicBezTo>
                <a:cubicBezTo>
                  <a:pt x="187" y="36"/>
                  <a:pt x="138" y="56"/>
                  <a:pt x="98" y="96"/>
                </a:cubicBezTo>
                <a:cubicBezTo>
                  <a:pt x="58" y="136"/>
                  <a:pt x="38" y="186"/>
                  <a:pt x="38" y="243"/>
                </a:cubicBezTo>
                <a:cubicBezTo>
                  <a:pt x="38" y="300"/>
                  <a:pt x="58" y="349"/>
                  <a:pt x="98" y="389"/>
                </a:cubicBezTo>
                <a:cubicBezTo>
                  <a:pt x="138" y="429"/>
                  <a:pt x="187" y="449"/>
                  <a:pt x="244" y="449"/>
                </a:cubicBezTo>
                <a:moveTo>
                  <a:pt x="244" y="243"/>
                </a:moveTo>
                <a:lnTo>
                  <a:pt x="244" y="243"/>
                </a:lnTo>
                <a:close/>
              </a:path>
            </a:pathLst>
          </a:custGeom>
          <a:solidFill>
            <a:srgbClr val="197a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735" name=""/>
          <p:cNvSpPr txBox="1"/>
          <p:nvPr/>
        </p:nvSpPr>
        <p:spPr>
          <a:xfrm>
            <a:off x="3543120" y="5585760"/>
            <a:ext cx="98316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8.15 </a:t>
            </a:r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ログ取得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36" name=""/>
          <p:cNvSpPr txBox="1"/>
          <p:nvPr/>
        </p:nvSpPr>
        <p:spPr>
          <a:xfrm>
            <a:off x="10287000" y="5585760"/>
            <a:ext cx="4579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200" spc="-1" strike="noStrike">
                <a:solidFill>
                  <a:srgbClr val="197a4b"/>
                </a:solidFill>
                <a:latin typeface="Noto Sans JP"/>
                <a:ea typeface="Noto Sans JP"/>
              </a:rPr>
              <a:t>重なる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37" name=""/>
          <p:cNvSpPr txBox="1"/>
          <p:nvPr/>
        </p:nvSpPr>
        <p:spPr>
          <a:xfrm>
            <a:off x="1162080" y="5919120"/>
            <a:ext cx="13723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当たる管理策がない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38" name=""/>
          <p:cNvSpPr/>
          <p:nvPr/>
        </p:nvSpPr>
        <p:spPr>
          <a:xfrm>
            <a:off x="10028880" y="5951520"/>
            <a:ext cx="192240" cy="165960"/>
          </a:xfrm>
          <a:custGeom>
            <a:avLst/>
            <a:gdLst/>
            <a:ahLst/>
            <a:rect l="0" t="0" r="r" b="b"/>
            <a:pathLst>
              <a:path w="534" h="461">
                <a:moveTo>
                  <a:pt x="0" y="461"/>
                </a:moveTo>
                <a:lnTo>
                  <a:pt x="268" y="0"/>
                </a:lnTo>
                <a:lnTo>
                  <a:pt x="534" y="461"/>
                </a:lnTo>
                <a:lnTo>
                  <a:pt x="0" y="461"/>
                </a:lnTo>
                <a:moveTo>
                  <a:pt x="63" y="425"/>
                </a:moveTo>
                <a:lnTo>
                  <a:pt x="471" y="425"/>
                </a:lnTo>
                <a:lnTo>
                  <a:pt x="268" y="72"/>
                </a:lnTo>
                <a:lnTo>
                  <a:pt x="63" y="425"/>
                </a:lnTo>
                <a:moveTo>
                  <a:pt x="283" y="385"/>
                </a:moveTo>
                <a:cubicBezTo>
                  <a:pt x="287" y="382"/>
                  <a:pt x="288" y="377"/>
                  <a:pt x="288" y="372"/>
                </a:cubicBezTo>
                <a:cubicBezTo>
                  <a:pt x="288" y="367"/>
                  <a:pt x="287" y="363"/>
                  <a:pt x="283" y="359"/>
                </a:cubicBezTo>
                <a:cubicBezTo>
                  <a:pt x="280" y="356"/>
                  <a:pt x="275" y="354"/>
                  <a:pt x="270" y="354"/>
                </a:cubicBezTo>
                <a:cubicBezTo>
                  <a:pt x="265" y="354"/>
                  <a:pt x="261" y="356"/>
                  <a:pt x="257" y="359"/>
                </a:cubicBezTo>
                <a:cubicBezTo>
                  <a:pt x="254" y="363"/>
                  <a:pt x="252" y="367"/>
                  <a:pt x="252" y="372"/>
                </a:cubicBezTo>
                <a:cubicBezTo>
                  <a:pt x="252" y="378"/>
                  <a:pt x="254" y="382"/>
                  <a:pt x="257" y="385"/>
                </a:cubicBezTo>
                <a:cubicBezTo>
                  <a:pt x="261" y="389"/>
                  <a:pt x="265" y="390"/>
                  <a:pt x="270" y="390"/>
                </a:cubicBezTo>
                <a:cubicBezTo>
                  <a:pt x="275" y="390"/>
                  <a:pt x="280" y="389"/>
                  <a:pt x="283" y="385"/>
                </a:cubicBezTo>
                <a:moveTo>
                  <a:pt x="252" y="323"/>
                </a:moveTo>
                <a:lnTo>
                  <a:pt x="288" y="323"/>
                </a:lnTo>
                <a:lnTo>
                  <a:pt x="288" y="186"/>
                </a:lnTo>
                <a:lnTo>
                  <a:pt x="252" y="186"/>
                </a:lnTo>
                <a:lnTo>
                  <a:pt x="252" y="323"/>
                </a:lnTo>
                <a:moveTo>
                  <a:pt x="268" y="248"/>
                </a:moveTo>
                <a:lnTo>
                  <a:pt x="268" y="248"/>
                </a:lnTo>
                <a:close/>
              </a:path>
            </a:pathLst>
          </a:custGeom>
          <a:solidFill>
            <a:srgbClr val="c747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739" name=""/>
          <p:cNvSpPr txBox="1"/>
          <p:nvPr/>
        </p:nvSpPr>
        <p:spPr>
          <a:xfrm>
            <a:off x="3543120" y="5919120"/>
            <a:ext cx="98316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8.16 </a:t>
            </a:r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監視活動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40" name=""/>
          <p:cNvSpPr txBox="1"/>
          <p:nvPr/>
        </p:nvSpPr>
        <p:spPr>
          <a:xfrm>
            <a:off x="10287000" y="5919120"/>
            <a:ext cx="6102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200" spc="-1" strike="noStrike">
                <a:solidFill>
                  <a:srgbClr val="c74700"/>
                </a:solidFill>
                <a:latin typeface="Noto Sans JP"/>
                <a:ea typeface="Noto Sans JP"/>
              </a:rPr>
              <a:t>見落とし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41" name=""/>
          <p:cNvSpPr txBox="1"/>
          <p:nvPr/>
        </p:nvSpPr>
        <p:spPr>
          <a:xfrm>
            <a:off x="8497440" y="556560"/>
            <a:ext cx="293148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全体 ∕ </a:t>
            </a:r>
            <a:r>
              <a:rPr b="1" lang="ja-JP" sz="1200" spc="-1" strike="noStrike">
                <a:solidFill>
                  <a:srgbClr val="0017c1"/>
                </a:solidFill>
                <a:latin typeface="Noto Sans JP"/>
                <a:ea typeface="Noto Sans JP"/>
              </a:rPr>
              <a:t>計画</a:t>
            </a:r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 ∕ 運用 ∕ 評価 ∕ 改善 ∕ 承認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42" name=""/>
          <p:cNvSpPr txBox="1"/>
          <p:nvPr/>
        </p:nvSpPr>
        <p:spPr>
          <a:xfrm>
            <a:off x="11497680" y="6442920"/>
            <a:ext cx="1519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8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4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4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46" name=""/>
          <p:cNvSpPr/>
          <p:nvPr/>
        </p:nvSpPr>
        <p:spPr>
          <a:xfrm>
            <a:off x="609480" y="971280"/>
            <a:ext cx="10973160" cy="38520"/>
          </a:xfrm>
          <a:custGeom>
            <a:avLst/>
            <a:gdLst/>
            <a:ahLst/>
            <a:rect l="0" t="0" r="r" b="b"/>
            <a:pathLst>
              <a:path w="30481" h="107">
                <a:moveTo>
                  <a:pt x="0" y="0"/>
                </a:moveTo>
                <a:lnTo>
                  <a:pt x="30481" y="0"/>
                </a:lnTo>
                <a:lnTo>
                  <a:pt x="3048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747" name=""/>
          <p:cNvSpPr txBox="1"/>
          <p:nvPr/>
        </p:nvSpPr>
        <p:spPr>
          <a:xfrm>
            <a:off x="609480" y="392760"/>
            <a:ext cx="1715400" cy="497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2700" spc="-1" strike="noStrike">
                <a:solidFill>
                  <a:srgbClr val="1a1a1a"/>
                </a:solidFill>
                <a:latin typeface="Noto Sans JP"/>
                <a:ea typeface="Noto Sans JP"/>
              </a:rPr>
              <a:t>残留リスク</a:t>
            </a:r>
            <a:endParaRPr b="0" lang="ja-JP" sz="27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48" name=""/>
          <p:cNvSpPr/>
          <p:nvPr/>
        </p:nvSpPr>
        <p:spPr>
          <a:xfrm>
            <a:off x="609480" y="1599840"/>
            <a:ext cx="10973160" cy="4800960"/>
          </a:xfrm>
          <a:custGeom>
            <a:avLst/>
            <a:gdLst/>
            <a:ahLst/>
            <a:rect l="0" t="0" r="r" b="b"/>
            <a:pathLst>
              <a:path w="30481" h="13336">
                <a:moveTo>
                  <a:pt x="0" y="13125"/>
                </a:moveTo>
                <a:lnTo>
                  <a:pt x="0" y="212"/>
                </a:lnTo>
                <a:cubicBezTo>
                  <a:pt x="0" y="198"/>
                  <a:pt x="1" y="185"/>
                  <a:pt x="4" y="171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1" y="118"/>
                  <a:pt x="28" y="106"/>
                  <a:pt x="36" y="95"/>
                </a:cubicBezTo>
                <a:cubicBezTo>
                  <a:pt x="43" y="83"/>
                  <a:pt x="52" y="72"/>
                  <a:pt x="62" y="62"/>
                </a:cubicBezTo>
                <a:cubicBezTo>
                  <a:pt x="72" y="53"/>
                  <a:pt x="82" y="44"/>
                  <a:pt x="94" y="36"/>
                </a:cubicBezTo>
                <a:cubicBezTo>
                  <a:pt x="105" y="28"/>
                  <a:pt x="118" y="22"/>
                  <a:pt x="130" y="17"/>
                </a:cubicBezTo>
                <a:cubicBezTo>
                  <a:pt x="143" y="11"/>
                  <a:pt x="157" y="7"/>
                  <a:pt x="170" y="5"/>
                </a:cubicBezTo>
                <a:cubicBezTo>
                  <a:pt x="184" y="2"/>
                  <a:pt x="198" y="0"/>
                  <a:pt x="211" y="0"/>
                </a:cubicBezTo>
                <a:lnTo>
                  <a:pt x="30269" y="0"/>
                </a:lnTo>
                <a:cubicBezTo>
                  <a:pt x="30283" y="0"/>
                  <a:pt x="30297" y="2"/>
                  <a:pt x="30310" y="5"/>
                </a:cubicBezTo>
                <a:cubicBezTo>
                  <a:pt x="30324" y="7"/>
                  <a:pt x="30337" y="11"/>
                  <a:pt x="30350" y="17"/>
                </a:cubicBezTo>
                <a:cubicBezTo>
                  <a:pt x="30363" y="22"/>
                  <a:pt x="30375" y="28"/>
                  <a:pt x="30387" y="36"/>
                </a:cubicBezTo>
                <a:cubicBezTo>
                  <a:pt x="30398" y="44"/>
                  <a:pt x="30409" y="53"/>
                  <a:pt x="30419" y="62"/>
                </a:cubicBezTo>
                <a:cubicBezTo>
                  <a:pt x="30429" y="72"/>
                  <a:pt x="30437" y="83"/>
                  <a:pt x="30445" y="95"/>
                </a:cubicBezTo>
                <a:cubicBezTo>
                  <a:pt x="30453" y="106"/>
                  <a:pt x="30459" y="118"/>
                  <a:pt x="30465" y="131"/>
                </a:cubicBezTo>
                <a:cubicBezTo>
                  <a:pt x="30470" y="144"/>
                  <a:pt x="30474" y="157"/>
                  <a:pt x="30477" y="171"/>
                </a:cubicBezTo>
                <a:cubicBezTo>
                  <a:pt x="30479" y="185"/>
                  <a:pt x="30481" y="198"/>
                  <a:pt x="30481" y="212"/>
                </a:cubicBezTo>
                <a:lnTo>
                  <a:pt x="30481" y="13125"/>
                </a:lnTo>
                <a:cubicBezTo>
                  <a:pt x="30481" y="13139"/>
                  <a:pt x="30479" y="13152"/>
                  <a:pt x="30477" y="13166"/>
                </a:cubicBezTo>
                <a:cubicBezTo>
                  <a:pt x="30474" y="13180"/>
                  <a:pt x="30470" y="13193"/>
                  <a:pt x="30465" y="13206"/>
                </a:cubicBezTo>
                <a:cubicBezTo>
                  <a:pt x="30459" y="13219"/>
                  <a:pt x="30453" y="13231"/>
                  <a:pt x="30445" y="13242"/>
                </a:cubicBezTo>
                <a:cubicBezTo>
                  <a:pt x="30437" y="13254"/>
                  <a:pt x="30429" y="13265"/>
                  <a:pt x="30419" y="13275"/>
                </a:cubicBezTo>
                <a:cubicBezTo>
                  <a:pt x="30409" y="13284"/>
                  <a:pt x="30398" y="13293"/>
                  <a:pt x="30387" y="13301"/>
                </a:cubicBezTo>
                <a:cubicBezTo>
                  <a:pt x="30375" y="13309"/>
                  <a:pt x="30363" y="13315"/>
                  <a:pt x="30350" y="13320"/>
                </a:cubicBezTo>
                <a:cubicBezTo>
                  <a:pt x="30337" y="13326"/>
                  <a:pt x="30324" y="13330"/>
                  <a:pt x="30310" y="13332"/>
                </a:cubicBezTo>
                <a:cubicBezTo>
                  <a:pt x="30297" y="13335"/>
                  <a:pt x="30283" y="13336"/>
                  <a:pt x="30269" y="13336"/>
                </a:cubicBezTo>
                <a:lnTo>
                  <a:pt x="211" y="13336"/>
                </a:lnTo>
                <a:cubicBezTo>
                  <a:pt x="198" y="13336"/>
                  <a:pt x="184" y="13335"/>
                  <a:pt x="170" y="13332"/>
                </a:cubicBezTo>
                <a:cubicBezTo>
                  <a:pt x="157" y="13330"/>
                  <a:pt x="143" y="13326"/>
                  <a:pt x="130" y="13320"/>
                </a:cubicBezTo>
                <a:cubicBezTo>
                  <a:pt x="118" y="13315"/>
                  <a:pt x="105" y="13309"/>
                  <a:pt x="94" y="13301"/>
                </a:cubicBezTo>
                <a:cubicBezTo>
                  <a:pt x="82" y="13293"/>
                  <a:pt x="72" y="13284"/>
                  <a:pt x="62" y="13275"/>
                </a:cubicBezTo>
                <a:cubicBezTo>
                  <a:pt x="52" y="13265"/>
                  <a:pt x="43" y="13254"/>
                  <a:pt x="36" y="13242"/>
                </a:cubicBezTo>
                <a:cubicBezTo>
                  <a:pt x="28" y="13231"/>
                  <a:pt x="21" y="13219"/>
                  <a:pt x="16" y="13206"/>
                </a:cubicBezTo>
                <a:cubicBezTo>
                  <a:pt x="11" y="13193"/>
                  <a:pt x="7" y="13180"/>
                  <a:pt x="4" y="13166"/>
                </a:cubicBezTo>
                <a:cubicBezTo>
                  <a:pt x="1" y="13152"/>
                  <a:pt x="0" y="13139"/>
                  <a:pt x="0" y="13125"/>
                </a:cubicBezTo>
                <a:close/>
              </a:path>
            </a:pathLst>
          </a:custGeom>
          <a:solidFill>
            <a:srgbClr val="e8f1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49" name=""/>
          <p:cNvSpPr txBox="1"/>
          <p:nvPr/>
        </p:nvSpPr>
        <p:spPr>
          <a:xfrm>
            <a:off x="609480" y="1090800"/>
            <a:ext cx="800172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管理策を講じた後の残留リスクは、リスク所有者が受容を承認する</a:t>
            </a:r>
            <a:endParaRPr b="0" lang="ja-JP" sz="21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50" name=""/>
          <p:cNvSpPr txBox="1"/>
          <p:nvPr/>
        </p:nvSpPr>
        <p:spPr>
          <a:xfrm>
            <a:off x="799920" y="1716120"/>
            <a:ext cx="62533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6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種類の残留リスクは、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3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つの条件を守る前提で受容する</a:t>
            </a:r>
            <a:r>
              <a:rPr b="0" lang="ja-JP" sz="2100" baseline="30000" spc="-1" strike="noStrike">
                <a:solidFill>
                  <a:srgbClr val="0017c1"/>
                </a:solidFill>
                <a:latin typeface="Noto Sans JP"/>
                <a:ea typeface="Noto Sans JP"/>
              </a:rPr>
              <a:t>6</a:t>
            </a:r>
            <a:endParaRPr b="0" lang="ja-JP" sz="18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51" name=""/>
          <p:cNvSpPr/>
          <p:nvPr/>
        </p:nvSpPr>
        <p:spPr>
          <a:xfrm>
            <a:off x="1142640" y="2457360"/>
            <a:ext cx="2095920" cy="495720"/>
          </a:xfrm>
          <a:custGeom>
            <a:avLst/>
            <a:gdLst/>
            <a:ahLst/>
            <a:rect l="0" t="0" r="r" b="b"/>
            <a:pathLst>
              <a:path w="5822" h="1377">
                <a:moveTo>
                  <a:pt x="0" y="0"/>
                </a:moveTo>
                <a:lnTo>
                  <a:pt x="5822" y="0"/>
                </a:lnTo>
                <a:lnTo>
                  <a:pt x="5822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52" name=""/>
          <p:cNvSpPr/>
          <p:nvPr/>
        </p:nvSpPr>
        <p:spPr>
          <a:xfrm>
            <a:off x="3238200" y="2457360"/>
            <a:ext cx="667080" cy="495720"/>
          </a:xfrm>
          <a:custGeom>
            <a:avLst/>
            <a:gdLst/>
            <a:ahLst/>
            <a:rect l="0" t="0" r="r" b="b"/>
            <a:pathLst>
              <a:path w="1853" h="1377">
                <a:moveTo>
                  <a:pt x="0" y="0"/>
                </a:moveTo>
                <a:lnTo>
                  <a:pt x="1853" y="0"/>
                </a:lnTo>
                <a:lnTo>
                  <a:pt x="1853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53" name=""/>
          <p:cNvSpPr/>
          <p:nvPr/>
        </p:nvSpPr>
        <p:spPr>
          <a:xfrm>
            <a:off x="3904920" y="2457360"/>
            <a:ext cx="4191480" cy="495720"/>
          </a:xfrm>
          <a:custGeom>
            <a:avLst/>
            <a:gdLst/>
            <a:ahLst/>
            <a:rect l="0" t="0" r="r" b="b"/>
            <a:pathLst>
              <a:path w="11643" h="1377">
                <a:moveTo>
                  <a:pt x="0" y="0"/>
                </a:moveTo>
                <a:lnTo>
                  <a:pt x="11643" y="0"/>
                </a:lnTo>
                <a:lnTo>
                  <a:pt x="11643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54" name=""/>
          <p:cNvSpPr/>
          <p:nvPr/>
        </p:nvSpPr>
        <p:spPr>
          <a:xfrm>
            <a:off x="8096040" y="2457360"/>
            <a:ext cx="2953080" cy="495720"/>
          </a:xfrm>
          <a:custGeom>
            <a:avLst/>
            <a:gdLst/>
            <a:ahLst/>
            <a:rect l="0" t="0" r="r" b="b"/>
            <a:pathLst>
              <a:path w="8203" h="1377">
                <a:moveTo>
                  <a:pt x="0" y="0"/>
                </a:moveTo>
                <a:lnTo>
                  <a:pt x="8203" y="0"/>
                </a:lnTo>
                <a:lnTo>
                  <a:pt x="8203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55" name=""/>
          <p:cNvSpPr/>
          <p:nvPr/>
        </p:nvSpPr>
        <p:spPr>
          <a:xfrm>
            <a:off x="1142640" y="2952720"/>
            <a:ext cx="2095920" cy="495360"/>
          </a:xfrm>
          <a:custGeom>
            <a:avLst/>
            <a:gdLst/>
            <a:ahLst/>
            <a:rect l="0" t="0" r="r" b="b"/>
            <a:pathLst>
              <a:path w="5822" h="1376">
                <a:moveTo>
                  <a:pt x="0" y="0"/>
                </a:moveTo>
                <a:lnTo>
                  <a:pt x="5822" y="0"/>
                </a:lnTo>
                <a:lnTo>
                  <a:pt x="5822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56" name=""/>
          <p:cNvSpPr/>
          <p:nvPr/>
        </p:nvSpPr>
        <p:spPr>
          <a:xfrm>
            <a:off x="3238200" y="2952720"/>
            <a:ext cx="667080" cy="495360"/>
          </a:xfrm>
          <a:custGeom>
            <a:avLst/>
            <a:gdLst/>
            <a:ahLst/>
            <a:rect l="0" t="0" r="r" b="b"/>
            <a:pathLst>
              <a:path w="1853" h="1376">
                <a:moveTo>
                  <a:pt x="0" y="0"/>
                </a:moveTo>
                <a:lnTo>
                  <a:pt x="1853" y="0"/>
                </a:lnTo>
                <a:lnTo>
                  <a:pt x="1853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57" name=""/>
          <p:cNvSpPr/>
          <p:nvPr/>
        </p:nvSpPr>
        <p:spPr>
          <a:xfrm>
            <a:off x="3904920" y="2952720"/>
            <a:ext cx="4191480" cy="495360"/>
          </a:xfrm>
          <a:custGeom>
            <a:avLst/>
            <a:gdLst/>
            <a:ahLst/>
            <a:rect l="0" t="0" r="r" b="b"/>
            <a:pathLst>
              <a:path w="11643" h="1376">
                <a:moveTo>
                  <a:pt x="0" y="0"/>
                </a:moveTo>
                <a:lnTo>
                  <a:pt x="11643" y="0"/>
                </a:lnTo>
                <a:lnTo>
                  <a:pt x="11643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58" name=""/>
          <p:cNvSpPr/>
          <p:nvPr/>
        </p:nvSpPr>
        <p:spPr>
          <a:xfrm>
            <a:off x="8096040" y="2952720"/>
            <a:ext cx="2953080" cy="495360"/>
          </a:xfrm>
          <a:custGeom>
            <a:avLst/>
            <a:gdLst/>
            <a:ahLst/>
            <a:rect l="0" t="0" r="r" b="b"/>
            <a:pathLst>
              <a:path w="8203" h="1376">
                <a:moveTo>
                  <a:pt x="0" y="0"/>
                </a:moveTo>
                <a:lnTo>
                  <a:pt x="8203" y="0"/>
                </a:lnTo>
                <a:lnTo>
                  <a:pt x="8203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59" name=""/>
          <p:cNvSpPr/>
          <p:nvPr/>
        </p:nvSpPr>
        <p:spPr>
          <a:xfrm>
            <a:off x="1142640" y="3447720"/>
            <a:ext cx="2095920" cy="495720"/>
          </a:xfrm>
          <a:custGeom>
            <a:avLst/>
            <a:gdLst/>
            <a:ahLst/>
            <a:rect l="0" t="0" r="r" b="b"/>
            <a:pathLst>
              <a:path w="5822" h="1377">
                <a:moveTo>
                  <a:pt x="0" y="0"/>
                </a:moveTo>
                <a:lnTo>
                  <a:pt x="5822" y="0"/>
                </a:lnTo>
                <a:lnTo>
                  <a:pt x="5822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60" name=""/>
          <p:cNvSpPr/>
          <p:nvPr/>
        </p:nvSpPr>
        <p:spPr>
          <a:xfrm>
            <a:off x="3238200" y="3447720"/>
            <a:ext cx="667080" cy="495720"/>
          </a:xfrm>
          <a:custGeom>
            <a:avLst/>
            <a:gdLst/>
            <a:ahLst/>
            <a:rect l="0" t="0" r="r" b="b"/>
            <a:pathLst>
              <a:path w="1853" h="1377">
                <a:moveTo>
                  <a:pt x="0" y="0"/>
                </a:moveTo>
                <a:lnTo>
                  <a:pt x="1853" y="0"/>
                </a:lnTo>
                <a:lnTo>
                  <a:pt x="1853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61" name=""/>
          <p:cNvSpPr/>
          <p:nvPr/>
        </p:nvSpPr>
        <p:spPr>
          <a:xfrm>
            <a:off x="3904920" y="3447720"/>
            <a:ext cx="4191480" cy="495720"/>
          </a:xfrm>
          <a:custGeom>
            <a:avLst/>
            <a:gdLst/>
            <a:ahLst/>
            <a:rect l="0" t="0" r="r" b="b"/>
            <a:pathLst>
              <a:path w="11643" h="1377">
                <a:moveTo>
                  <a:pt x="0" y="0"/>
                </a:moveTo>
                <a:lnTo>
                  <a:pt x="11643" y="0"/>
                </a:lnTo>
                <a:lnTo>
                  <a:pt x="11643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62" name=""/>
          <p:cNvSpPr/>
          <p:nvPr/>
        </p:nvSpPr>
        <p:spPr>
          <a:xfrm>
            <a:off x="8096040" y="3447720"/>
            <a:ext cx="2953080" cy="495720"/>
          </a:xfrm>
          <a:custGeom>
            <a:avLst/>
            <a:gdLst/>
            <a:ahLst/>
            <a:rect l="0" t="0" r="r" b="b"/>
            <a:pathLst>
              <a:path w="8203" h="1377">
                <a:moveTo>
                  <a:pt x="0" y="0"/>
                </a:moveTo>
                <a:lnTo>
                  <a:pt x="8203" y="0"/>
                </a:lnTo>
                <a:lnTo>
                  <a:pt x="8203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63" name=""/>
          <p:cNvSpPr/>
          <p:nvPr/>
        </p:nvSpPr>
        <p:spPr>
          <a:xfrm>
            <a:off x="1142640" y="3943080"/>
            <a:ext cx="2095920" cy="495720"/>
          </a:xfrm>
          <a:custGeom>
            <a:avLst/>
            <a:gdLst/>
            <a:ahLst/>
            <a:rect l="0" t="0" r="r" b="b"/>
            <a:pathLst>
              <a:path w="5822" h="1377">
                <a:moveTo>
                  <a:pt x="0" y="0"/>
                </a:moveTo>
                <a:lnTo>
                  <a:pt x="5822" y="0"/>
                </a:lnTo>
                <a:lnTo>
                  <a:pt x="5822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64" name=""/>
          <p:cNvSpPr/>
          <p:nvPr/>
        </p:nvSpPr>
        <p:spPr>
          <a:xfrm>
            <a:off x="3238200" y="3943080"/>
            <a:ext cx="667080" cy="495720"/>
          </a:xfrm>
          <a:custGeom>
            <a:avLst/>
            <a:gdLst/>
            <a:ahLst/>
            <a:rect l="0" t="0" r="r" b="b"/>
            <a:pathLst>
              <a:path w="1853" h="1377">
                <a:moveTo>
                  <a:pt x="0" y="0"/>
                </a:moveTo>
                <a:lnTo>
                  <a:pt x="1853" y="0"/>
                </a:lnTo>
                <a:lnTo>
                  <a:pt x="1853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65" name=""/>
          <p:cNvSpPr/>
          <p:nvPr/>
        </p:nvSpPr>
        <p:spPr>
          <a:xfrm>
            <a:off x="3904920" y="3943080"/>
            <a:ext cx="4191480" cy="495720"/>
          </a:xfrm>
          <a:custGeom>
            <a:avLst/>
            <a:gdLst/>
            <a:ahLst/>
            <a:rect l="0" t="0" r="r" b="b"/>
            <a:pathLst>
              <a:path w="11643" h="1377">
                <a:moveTo>
                  <a:pt x="0" y="0"/>
                </a:moveTo>
                <a:lnTo>
                  <a:pt x="11643" y="0"/>
                </a:lnTo>
                <a:lnTo>
                  <a:pt x="11643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66" name=""/>
          <p:cNvSpPr/>
          <p:nvPr/>
        </p:nvSpPr>
        <p:spPr>
          <a:xfrm>
            <a:off x="8096040" y="3943080"/>
            <a:ext cx="2953080" cy="495720"/>
          </a:xfrm>
          <a:custGeom>
            <a:avLst/>
            <a:gdLst/>
            <a:ahLst/>
            <a:rect l="0" t="0" r="r" b="b"/>
            <a:pathLst>
              <a:path w="8203" h="1377">
                <a:moveTo>
                  <a:pt x="0" y="0"/>
                </a:moveTo>
                <a:lnTo>
                  <a:pt x="8203" y="0"/>
                </a:lnTo>
                <a:lnTo>
                  <a:pt x="8203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67" name=""/>
          <p:cNvSpPr/>
          <p:nvPr/>
        </p:nvSpPr>
        <p:spPr>
          <a:xfrm>
            <a:off x="1142640" y="4438440"/>
            <a:ext cx="2095920" cy="495720"/>
          </a:xfrm>
          <a:custGeom>
            <a:avLst/>
            <a:gdLst/>
            <a:ahLst/>
            <a:rect l="0" t="0" r="r" b="b"/>
            <a:pathLst>
              <a:path w="5822" h="1377">
                <a:moveTo>
                  <a:pt x="0" y="0"/>
                </a:moveTo>
                <a:lnTo>
                  <a:pt x="5822" y="0"/>
                </a:lnTo>
                <a:lnTo>
                  <a:pt x="5822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68" name=""/>
          <p:cNvSpPr/>
          <p:nvPr/>
        </p:nvSpPr>
        <p:spPr>
          <a:xfrm>
            <a:off x="3238200" y="4438440"/>
            <a:ext cx="667080" cy="495720"/>
          </a:xfrm>
          <a:custGeom>
            <a:avLst/>
            <a:gdLst/>
            <a:ahLst/>
            <a:rect l="0" t="0" r="r" b="b"/>
            <a:pathLst>
              <a:path w="1853" h="1377">
                <a:moveTo>
                  <a:pt x="0" y="0"/>
                </a:moveTo>
                <a:lnTo>
                  <a:pt x="1853" y="0"/>
                </a:lnTo>
                <a:lnTo>
                  <a:pt x="1853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69" name=""/>
          <p:cNvSpPr/>
          <p:nvPr/>
        </p:nvSpPr>
        <p:spPr>
          <a:xfrm>
            <a:off x="3904920" y="4438440"/>
            <a:ext cx="4191480" cy="495720"/>
          </a:xfrm>
          <a:custGeom>
            <a:avLst/>
            <a:gdLst/>
            <a:ahLst/>
            <a:rect l="0" t="0" r="r" b="b"/>
            <a:pathLst>
              <a:path w="11643" h="1377">
                <a:moveTo>
                  <a:pt x="0" y="0"/>
                </a:moveTo>
                <a:lnTo>
                  <a:pt x="11643" y="0"/>
                </a:lnTo>
                <a:lnTo>
                  <a:pt x="11643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70" name=""/>
          <p:cNvSpPr/>
          <p:nvPr/>
        </p:nvSpPr>
        <p:spPr>
          <a:xfrm>
            <a:off x="8096040" y="4438440"/>
            <a:ext cx="2953080" cy="495720"/>
          </a:xfrm>
          <a:custGeom>
            <a:avLst/>
            <a:gdLst/>
            <a:ahLst/>
            <a:rect l="0" t="0" r="r" b="b"/>
            <a:pathLst>
              <a:path w="8203" h="1377">
                <a:moveTo>
                  <a:pt x="0" y="0"/>
                </a:moveTo>
                <a:lnTo>
                  <a:pt x="8203" y="0"/>
                </a:lnTo>
                <a:lnTo>
                  <a:pt x="8203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71" name=""/>
          <p:cNvSpPr/>
          <p:nvPr/>
        </p:nvSpPr>
        <p:spPr>
          <a:xfrm>
            <a:off x="1142640" y="4933800"/>
            <a:ext cx="2095920" cy="495720"/>
          </a:xfrm>
          <a:custGeom>
            <a:avLst/>
            <a:gdLst/>
            <a:ahLst/>
            <a:rect l="0" t="0" r="r" b="b"/>
            <a:pathLst>
              <a:path w="5822" h="1377">
                <a:moveTo>
                  <a:pt x="0" y="0"/>
                </a:moveTo>
                <a:lnTo>
                  <a:pt x="5822" y="0"/>
                </a:lnTo>
                <a:lnTo>
                  <a:pt x="5822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72" name=""/>
          <p:cNvSpPr/>
          <p:nvPr/>
        </p:nvSpPr>
        <p:spPr>
          <a:xfrm>
            <a:off x="3238200" y="4933800"/>
            <a:ext cx="667080" cy="495720"/>
          </a:xfrm>
          <a:custGeom>
            <a:avLst/>
            <a:gdLst/>
            <a:ahLst/>
            <a:rect l="0" t="0" r="r" b="b"/>
            <a:pathLst>
              <a:path w="1853" h="1377">
                <a:moveTo>
                  <a:pt x="0" y="0"/>
                </a:moveTo>
                <a:lnTo>
                  <a:pt x="1853" y="0"/>
                </a:lnTo>
                <a:lnTo>
                  <a:pt x="1853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73" name=""/>
          <p:cNvSpPr/>
          <p:nvPr/>
        </p:nvSpPr>
        <p:spPr>
          <a:xfrm>
            <a:off x="3904920" y="4933800"/>
            <a:ext cx="4191480" cy="495720"/>
          </a:xfrm>
          <a:custGeom>
            <a:avLst/>
            <a:gdLst/>
            <a:ahLst/>
            <a:rect l="0" t="0" r="r" b="b"/>
            <a:pathLst>
              <a:path w="11643" h="1377">
                <a:moveTo>
                  <a:pt x="0" y="0"/>
                </a:moveTo>
                <a:lnTo>
                  <a:pt x="11643" y="0"/>
                </a:lnTo>
                <a:lnTo>
                  <a:pt x="11643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74" name=""/>
          <p:cNvSpPr/>
          <p:nvPr/>
        </p:nvSpPr>
        <p:spPr>
          <a:xfrm>
            <a:off x="8096040" y="4933800"/>
            <a:ext cx="2953080" cy="495720"/>
          </a:xfrm>
          <a:custGeom>
            <a:avLst/>
            <a:gdLst/>
            <a:ahLst/>
            <a:rect l="0" t="0" r="r" b="b"/>
            <a:pathLst>
              <a:path w="8203" h="1377">
                <a:moveTo>
                  <a:pt x="0" y="0"/>
                </a:moveTo>
                <a:lnTo>
                  <a:pt x="8203" y="0"/>
                </a:lnTo>
                <a:lnTo>
                  <a:pt x="8203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75" name=""/>
          <p:cNvSpPr/>
          <p:nvPr/>
        </p:nvSpPr>
        <p:spPr>
          <a:xfrm>
            <a:off x="1142640" y="5429160"/>
            <a:ext cx="2095920" cy="495720"/>
          </a:xfrm>
          <a:custGeom>
            <a:avLst/>
            <a:gdLst/>
            <a:ahLst/>
            <a:rect l="0" t="0" r="r" b="b"/>
            <a:pathLst>
              <a:path w="5822" h="1377">
                <a:moveTo>
                  <a:pt x="0" y="0"/>
                </a:moveTo>
                <a:lnTo>
                  <a:pt x="5822" y="0"/>
                </a:lnTo>
                <a:lnTo>
                  <a:pt x="5822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76" name=""/>
          <p:cNvSpPr/>
          <p:nvPr/>
        </p:nvSpPr>
        <p:spPr>
          <a:xfrm>
            <a:off x="3238200" y="5429160"/>
            <a:ext cx="667080" cy="495720"/>
          </a:xfrm>
          <a:custGeom>
            <a:avLst/>
            <a:gdLst/>
            <a:ahLst/>
            <a:rect l="0" t="0" r="r" b="b"/>
            <a:pathLst>
              <a:path w="1853" h="1377">
                <a:moveTo>
                  <a:pt x="0" y="0"/>
                </a:moveTo>
                <a:lnTo>
                  <a:pt x="1853" y="0"/>
                </a:lnTo>
                <a:lnTo>
                  <a:pt x="1853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77" name=""/>
          <p:cNvSpPr/>
          <p:nvPr/>
        </p:nvSpPr>
        <p:spPr>
          <a:xfrm>
            <a:off x="3904920" y="5429160"/>
            <a:ext cx="4191480" cy="495720"/>
          </a:xfrm>
          <a:custGeom>
            <a:avLst/>
            <a:gdLst/>
            <a:ahLst/>
            <a:rect l="0" t="0" r="r" b="b"/>
            <a:pathLst>
              <a:path w="11643" h="1377">
                <a:moveTo>
                  <a:pt x="0" y="0"/>
                </a:moveTo>
                <a:lnTo>
                  <a:pt x="11643" y="0"/>
                </a:lnTo>
                <a:lnTo>
                  <a:pt x="11643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78" name=""/>
          <p:cNvSpPr/>
          <p:nvPr/>
        </p:nvSpPr>
        <p:spPr>
          <a:xfrm>
            <a:off x="8096040" y="5429160"/>
            <a:ext cx="2953080" cy="495720"/>
          </a:xfrm>
          <a:custGeom>
            <a:avLst/>
            <a:gdLst/>
            <a:ahLst/>
            <a:rect l="0" t="0" r="r" b="b"/>
            <a:pathLst>
              <a:path w="8203" h="1377">
                <a:moveTo>
                  <a:pt x="0" y="0"/>
                </a:moveTo>
                <a:lnTo>
                  <a:pt x="8203" y="0"/>
                </a:lnTo>
                <a:lnTo>
                  <a:pt x="8203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79" name=""/>
          <p:cNvSpPr/>
          <p:nvPr/>
        </p:nvSpPr>
        <p:spPr>
          <a:xfrm>
            <a:off x="1142640" y="2943000"/>
            <a:ext cx="2095920" cy="19440"/>
          </a:xfrm>
          <a:custGeom>
            <a:avLst/>
            <a:gdLst/>
            <a:ahLst/>
            <a:rect l="0" t="0" r="r" b="b"/>
            <a:pathLst>
              <a:path w="5822" h="54">
                <a:moveTo>
                  <a:pt x="0" y="0"/>
                </a:moveTo>
                <a:lnTo>
                  <a:pt x="5822" y="0"/>
                </a:lnTo>
                <a:lnTo>
                  <a:pt x="5822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780" name=""/>
          <p:cNvSpPr/>
          <p:nvPr/>
        </p:nvSpPr>
        <p:spPr>
          <a:xfrm>
            <a:off x="3238200" y="2943000"/>
            <a:ext cx="667080" cy="19440"/>
          </a:xfrm>
          <a:custGeom>
            <a:avLst/>
            <a:gdLst/>
            <a:ahLst/>
            <a:rect l="0" t="0" r="r" b="b"/>
            <a:pathLst>
              <a:path w="1853" h="54">
                <a:moveTo>
                  <a:pt x="0" y="0"/>
                </a:moveTo>
                <a:lnTo>
                  <a:pt x="1853" y="0"/>
                </a:lnTo>
                <a:lnTo>
                  <a:pt x="1853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781" name=""/>
          <p:cNvSpPr/>
          <p:nvPr/>
        </p:nvSpPr>
        <p:spPr>
          <a:xfrm>
            <a:off x="3904920" y="2943000"/>
            <a:ext cx="4191480" cy="19440"/>
          </a:xfrm>
          <a:custGeom>
            <a:avLst/>
            <a:gdLst/>
            <a:ahLst/>
            <a:rect l="0" t="0" r="r" b="b"/>
            <a:pathLst>
              <a:path w="11643" h="54">
                <a:moveTo>
                  <a:pt x="0" y="0"/>
                </a:moveTo>
                <a:lnTo>
                  <a:pt x="11643" y="0"/>
                </a:lnTo>
                <a:lnTo>
                  <a:pt x="11643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782" name=""/>
          <p:cNvSpPr/>
          <p:nvPr/>
        </p:nvSpPr>
        <p:spPr>
          <a:xfrm>
            <a:off x="8096040" y="2943000"/>
            <a:ext cx="2953080" cy="19440"/>
          </a:xfrm>
          <a:custGeom>
            <a:avLst/>
            <a:gdLst/>
            <a:ahLst/>
            <a:rect l="0" t="0" r="r" b="b"/>
            <a:pathLst>
              <a:path w="8203" h="54">
                <a:moveTo>
                  <a:pt x="0" y="0"/>
                </a:moveTo>
                <a:lnTo>
                  <a:pt x="8203" y="0"/>
                </a:lnTo>
                <a:lnTo>
                  <a:pt x="8203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783" name=""/>
          <p:cNvSpPr/>
          <p:nvPr/>
        </p:nvSpPr>
        <p:spPr>
          <a:xfrm>
            <a:off x="1142640" y="3447720"/>
            <a:ext cx="2095920" cy="10080"/>
          </a:xfrm>
          <a:custGeom>
            <a:avLst/>
            <a:gdLst/>
            <a:ahLst/>
            <a:rect l="0" t="0" r="r" b="b"/>
            <a:pathLst>
              <a:path w="5822" h="28">
                <a:moveTo>
                  <a:pt x="0" y="0"/>
                </a:moveTo>
                <a:lnTo>
                  <a:pt x="5822" y="0"/>
                </a:lnTo>
                <a:lnTo>
                  <a:pt x="582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84" name=""/>
          <p:cNvSpPr/>
          <p:nvPr/>
        </p:nvSpPr>
        <p:spPr>
          <a:xfrm>
            <a:off x="3238200" y="3447720"/>
            <a:ext cx="667080" cy="10080"/>
          </a:xfrm>
          <a:custGeom>
            <a:avLst/>
            <a:gdLst/>
            <a:ahLst/>
            <a:rect l="0" t="0" r="r" b="b"/>
            <a:pathLst>
              <a:path w="1853" h="28">
                <a:moveTo>
                  <a:pt x="0" y="0"/>
                </a:moveTo>
                <a:lnTo>
                  <a:pt x="1853" y="0"/>
                </a:lnTo>
                <a:lnTo>
                  <a:pt x="185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85" name=""/>
          <p:cNvSpPr/>
          <p:nvPr/>
        </p:nvSpPr>
        <p:spPr>
          <a:xfrm>
            <a:off x="3904920" y="3447720"/>
            <a:ext cx="4191480" cy="10080"/>
          </a:xfrm>
          <a:custGeom>
            <a:avLst/>
            <a:gdLst/>
            <a:ahLst/>
            <a:rect l="0" t="0" r="r" b="b"/>
            <a:pathLst>
              <a:path w="11643" h="28">
                <a:moveTo>
                  <a:pt x="0" y="0"/>
                </a:moveTo>
                <a:lnTo>
                  <a:pt x="11643" y="0"/>
                </a:lnTo>
                <a:lnTo>
                  <a:pt x="1164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86" name=""/>
          <p:cNvSpPr/>
          <p:nvPr/>
        </p:nvSpPr>
        <p:spPr>
          <a:xfrm>
            <a:off x="8096040" y="3447720"/>
            <a:ext cx="2953080" cy="10080"/>
          </a:xfrm>
          <a:custGeom>
            <a:avLst/>
            <a:gdLst/>
            <a:ahLst/>
            <a:rect l="0" t="0" r="r" b="b"/>
            <a:pathLst>
              <a:path w="8203" h="28">
                <a:moveTo>
                  <a:pt x="0" y="0"/>
                </a:moveTo>
                <a:lnTo>
                  <a:pt x="8203" y="0"/>
                </a:lnTo>
                <a:lnTo>
                  <a:pt x="820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87" name=""/>
          <p:cNvSpPr/>
          <p:nvPr/>
        </p:nvSpPr>
        <p:spPr>
          <a:xfrm>
            <a:off x="1142640" y="3943080"/>
            <a:ext cx="2095920" cy="10080"/>
          </a:xfrm>
          <a:custGeom>
            <a:avLst/>
            <a:gdLst/>
            <a:ahLst/>
            <a:rect l="0" t="0" r="r" b="b"/>
            <a:pathLst>
              <a:path w="5822" h="28">
                <a:moveTo>
                  <a:pt x="0" y="0"/>
                </a:moveTo>
                <a:lnTo>
                  <a:pt x="5822" y="0"/>
                </a:lnTo>
                <a:lnTo>
                  <a:pt x="582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88" name=""/>
          <p:cNvSpPr/>
          <p:nvPr/>
        </p:nvSpPr>
        <p:spPr>
          <a:xfrm>
            <a:off x="3238200" y="3943080"/>
            <a:ext cx="667080" cy="10080"/>
          </a:xfrm>
          <a:custGeom>
            <a:avLst/>
            <a:gdLst/>
            <a:ahLst/>
            <a:rect l="0" t="0" r="r" b="b"/>
            <a:pathLst>
              <a:path w="1853" h="28">
                <a:moveTo>
                  <a:pt x="0" y="0"/>
                </a:moveTo>
                <a:lnTo>
                  <a:pt x="1853" y="0"/>
                </a:lnTo>
                <a:lnTo>
                  <a:pt x="185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89" name=""/>
          <p:cNvSpPr/>
          <p:nvPr/>
        </p:nvSpPr>
        <p:spPr>
          <a:xfrm>
            <a:off x="3904920" y="3943080"/>
            <a:ext cx="4191480" cy="10080"/>
          </a:xfrm>
          <a:custGeom>
            <a:avLst/>
            <a:gdLst/>
            <a:ahLst/>
            <a:rect l="0" t="0" r="r" b="b"/>
            <a:pathLst>
              <a:path w="11643" h="28">
                <a:moveTo>
                  <a:pt x="0" y="0"/>
                </a:moveTo>
                <a:lnTo>
                  <a:pt x="11643" y="0"/>
                </a:lnTo>
                <a:lnTo>
                  <a:pt x="1164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90" name=""/>
          <p:cNvSpPr/>
          <p:nvPr/>
        </p:nvSpPr>
        <p:spPr>
          <a:xfrm>
            <a:off x="8096040" y="3943080"/>
            <a:ext cx="2953080" cy="10080"/>
          </a:xfrm>
          <a:custGeom>
            <a:avLst/>
            <a:gdLst/>
            <a:ahLst/>
            <a:rect l="0" t="0" r="r" b="b"/>
            <a:pathLst>
              <a:path w="8203" h="28">
                <a:moveTo>
                  <a:pt x="0" y="0"/>
                </a:moveTo>
                <a:lnTo>
                  <a:pt x="8203" y="0"/>
                </a:lnTo>
                <a:lnTo>
                  <a:pt x="820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91" name=""/>
          <p:cNvSpPr/>
          <p:nvPr/>
        </p:nvSpPr>
        <p:spPr>
          <a:xfrm>
            <a:off x="1142640" y="4438440"/>
            <a:ext cx="2095920" cy="10080"/>
          </a:xfrm>
          <a:custGeom>
            <a:avLst/>
            <a:gdLst/>
            <a:ahLst/>
            <a:rect l="0" t="0" r="r" b="b"/>
            <a:pathLst>
              <a:path w="5822" h="28">
                <a:moveTo>
                  <a:pt x="0" y="0"/>
                </a:moveTo>
                <a:lnTo>
                  <a:pt x="5822" y="0"/>
                </a:lnTo>
                <a:lnTo>
                  <a:pt x="582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92" name=""/>
          <p:cNvSpPr/>
          <p:nvPr/>
        </p:nvSpPr>
        <p:spPr>
          <a:xfrm>
            <a:off x="3238200" y="4438440"/>
            <a:ext cx="667080" cy="10080"/>
          </a:xfrm>
          <a:custGeom>
            <a:avLst/>
            <a:gdLst/>
            <a:ahLst/>
            <a:rect l="0" t="0" r="r" b="b"/>
            <a:pathLst>
              <a:path w="1853" h="28">
                <a:moveTo>
                  <a:pt x="0" y="0"/>
                </a:moveTo>
                <a:lnTo>
                  <a:pt x="1853" y="0"/>
                </a:lnTo>
                <a:lnTo>
                  <a:pt x="185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93" name=""/>
          <p:cNvSpPr/>
          <p:nvPr/>
        </p:nvSpPr>
        <p:spPr>
          <a:xfrm>
            <a:off x="3904920" y="4438440"/>
            <a:ext cx="4191480" cy="10080"/>
          </a:xfrm>
          <a:custGeom>
            <a:avLst/>
            <a:gdLst/>
            <a:ahLst/>
            <a:rect l="0" t="0" r="r" b="b"/>
            <a:pathLst>
              <a:path w="11643" h="28">
                <a:moveTo>
                  <a:pt x="0" y="0"/>
                </a:moveTo>
                <a:lnTo>
                  <a:pt x="11643" y="0"/>
                </a:lnTo>
                <a:lnTo>
                  <a:pt x="1164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94" name=""/>
          <p:cNvSpPr/>
          <p:nvPr/>
        </p:nvSpPr>
        <p:spPr>
          <a:xfrm>
            <a:off x="8096040" y="4438440"/>
            <a:ext cx="2953080" cy="10080"/>
          </a:xfrm>
          <a:custGeom>
            <a:avLst/>
            <a:gdLst/>
            <a:ahLst/>
            <a:rect l="0" t="0" r="r" b="b"/>
            <a:pathLst>
              <a:path w="8203" h="28">
                <a:moveTo>
                  <a:pt x="0" y="0"/>
                </a:moveTo>
                <a:lnTo>
                  <a:pt x="8203" y="0"/>
                </a:lnTo>
                <a:lnTo>
                  <a:pt x="820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95" name=""/>
          <p:cNvSpPr/>
          <p:nvPr/>
        </p:nvSpPr>
        <p:spPr>
          <a:xfrm>
            <a:off x="1142640" y="4933800"/>
            <a:ext cx="2095920" cy="9720"/>
          </a:xfrm>
          <a:custGeom>
            <a:avLst/>
            <a:gdLst/>
            <a:ahLst/>
            <a:rect l="0" t="0" r="r" b="b"/>
            <a:pathLst>
              <a:path w="5822" h="27">
                <a:moveTo>
                  <a:pt x="0" y="0"/>
                </a:moveTo>
                <a:lnTo>
                  <a:pt x="5822" y="0"/>
                </a:lnTo>
                <a:lnTo>
                  <a:pt x="582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96" name=""/>
          <p:cNvSpPr/>
          <p:nvPr/>
        </p:nvSpPr>
        <p:spPr>
          <a:xfrm>
            <a:off x="3238200" y="4933800"/>
            <a:ext cx="667080" cy="9720"/>
          </a:xfrm>
          <a:custGeom>
            <a:avLst/>
            <a:gdLst/>
            <a:ahLst/>
            <a:rect l="0" t="0" r="r" b="b"/>
            <a:pathLst>
              <a:path w="1853" h="27">
                <a:moveTo>
                  <a:pt x="0" y="0"/>
                </a:moveTo>
                <a:lnTo>
                  <a:pt x="1853" y="0"/>
                </a:lnTo>
                <a:lnTo>
                  <a:pt x="185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97" name=""/>
          <p:cNvSpPr/>
          <p:nvPr/>
        </p:nvSpPr>
        <p:spPr>
          <a:xfrm>
            <a:off x="3904920" y="4933800"/>
            <a:ext cx="4191480" cy="9720"/>
          </a:xfrm>
          <a:custGeom>
            <a:avLst/>
            <a:gdLst/>
            <a:ahLst/>
            <a:rect l="0" t="0" r="r" b="b"/>
            <a:pathLst>
              <a:path w="11643" h="27">
                <a:moveTo>
                  <a:pt x="0" y="0"/>
                </a:moveTo>
                <a:lnTo>
                  <a:pt x="11643" y="0"/>
                </a:lnTo>
                <a:lnTo>
                  <a:pt x="1164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98" name=""/>
          <p:cNvSpPr/>
          <p:nvPr/>
        </p:nvSpPr>
        <p:spPr>
          <a:xfrm>
            <a:off x="8096040" y="4933800"/>
            <a:ext cx="2953080" cy="9720"/>
          </a:xfrm>
          <a:custGeom>
            <a:avLst/>
            <a:gdLst/>
            <a:ahLst/>
            <a:rect l="0" t="0" r="r" b="b"/>
            <a:pathLst>
              <a:path w="8203" h="27">
                <a:moveTo>
                  <a:pt x="0" y="0"/>
                </a:moveTo>
                <a:lnTo>
                  <a:pt x="8203" y="0"/>
                </a:lnTo>
                <a:lnTo>
                  <a:pt x="820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799" name=""/>
          <p:cNvSpPr/>
          <p:nvPr/>
        </p:nvSpPr>
        <p:spPr>
          <a:xfrm>
            <a:off x="1142640" y="5429160"/>
            <a:ext cx="2095920" cy="9720"/>
          </a:xfrm>
          <a:custGeom>
            <a:avLst/>
            <a:gdLst/>
            <a:ahLst/>
            <a:rect l="0" t="0" r="r" b="b"/>
            <a:pathLst>
              <a:path w="5822" h="27">
                <a:moveTo>
                  <a:pt x="0" y="0"/>
                </a:moveTo>
                <a:lnTo>
                  <a:pt x="5822" y="0"/>
                </a:lnTo>
                <a:lnTo>
                  <a:pt x="582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00" name=""/>
          <p:cNvSpPr/>
          <p:nvPr/>
        </p:nvSpPr>
        <p:spPr>
          <a:xfrm>
            <a:off x="3238200" y="5429160"/>
            <a:ext cx="667080" cy="9720"/>
          </a:xfrm>
          <a:custGeom>
            <a:avLst/>
            <a:gdLst/>
            <a:ahLst/>
            <a:rect l="0" t="0" r="r" b="b"/>
            <a:pathLst>
              <a:path w="1853" h="27">
                <a:moveTo>
                  <a:pt x="0" y="0"/>
                </a:moveTo>
                <a:lnTo>
                  <a:pt x="1853" y="0"/>
                </a:lnTo>
                <a:lnTo>
                  <a:pt x="185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01" name=""/>
          <p:cNvSpPr/>
          <p:nvPr/>
        </p:nvSpPr>
        <p:spPr>
          <a:xfrm>
            <a:off x="3904920" y="5429160"/>
            <a:ext cx="4191480" cy="9720"/>
          </a:xfrm>
          <a:custGeom>
            <a:avLst/>
            <a:gdLst/>
            <a:ahLst/>
            <a:rect l="0" t="0" r="r" b="b"/>
            <a:pathLst>
              <a:path w="11643" h="27">
                <a:moveTo>
                  <a:pt x="0" y="0"/>
                </a:moveTo>
                <a:lnTo>
                  <a:pt x="11643" y="0"/>
                </a:lnTo>
                <a:lnTo>
                  <a:pt x="1164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02" name=""/>
          <p:cNvSpPr/>
          <p:nvPr/>
        </p:nvSpPr>
        <p:spPr>
          <a:xfrm>
            <a:off x="8096040" y="5429160"/>
            <a:ext cx="2953080" cy="9720"/>
          </a:xfrm>
          <a:custGeom>
            <a:avLst/>
            <a:gdLst/>
            <a:ahLst/>
            <a:rect l="0" t="0" r="r" b="b"/>
            <a:pathLst>
              <a:path w="8203" h="27">
                <a:moveTo>
                  <a:pt x="0" y="0"/>
                </a:moveTo>
                <a:lnTo>
                  <a:pt x="8203" y="0"/>
                </a:lnTo>
                <a:lnTo>
                  <a:pt x="820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03" name=""/>
          <p:cNvSpPr/>
          <p:nvPr/>
        </p:nvSpPr>
        <p:spPr>
          <a:xfrm>
            <a:off x="1142640" y="5924520"/>
            <a:ext cx="2095920" cy="9720"/>
          </a:xfrm>
          <a:custGeom>
            <a:avLst/>
            <a:gdLst/>
            <a:ahLst/>
            <a:rect l="0" t="0" r="r" b="b"/>
            <a:pathLst>
              <a:path w="5822" h="27">
                <a:moveTo>
                  <a:pt x="0" y="0"/>
                </a:moveTo>
                <a:lnTo>
                  <a:pt x="5822" y="0"/>
                </a:lnTo>
                <a:lnTo>
                  <a:pt x="582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04" name=""/>
          <p:cNvSpPr/>
          <p:nvPr/>
        </p:nvSpPr>
        <p:spPr>
          <a:xfrm>
            <a:off x="3238200" y="5924520"/>
            <a:ext cx="667080" cy="9720"/>
          </a:xfrm>
          <a:custGeom>
            <a:avLst/>
            <a:gdLst/>
            <a:ahLst/>
            <a:rect l="0" t="0" r="r" b="b"/>
            <a:pathLst>
              <a:path w="1853" h="27">
                <a:moveTo>
                  <a:pt x="0" y="0"/>
                </a:moveTo>
                <a:lnTo>
                  <a:pt x="1853" y="0"/>
                </a:lnTo>
                <a:lnTo>
                  <a:pt x="185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05" name=""/>
          <p:cNvSpPr/>
          <p:nvPr/>
        </p:nvSpPr>
        <p:spPr>
          <a:xfrm>
            <a:off x="3904920" y="5924520"/>
            <a:ext cx="4191480" cy="9720"/>
          </a:xfrm>
          <a:custGeom>
            <a:avLst/>
            <a:gdLst/>
            <a:ahLst/>
            <a:rect l="0" t="0" r="r" b="b"/>
            <a:pathLst>
              <a:path w="11643" h="27">
                <a:moveTo>
                  <a:pt x="0" y="0"/>
                </a:moveTo>
                <a:lnTo>
                  <a:pt x="11643" y="0"/>
                </a:lnTo>
                <a:lnTo>
                  <a:pt x="1164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06" name=""/>
          <p:cNvSpPr/>
          <p:nvPr/>
        </p:nvSpPr>
        <p:spPr>
          <a:xfrm>
            <a:off x="8096040" y="5924520"/>
            <a:ext cx="2953080" cy="9720"/>
          </a:xfrm>
          <a:custGeom>
            <a:avLst/>
            <a:gdLst/>
            <a:ahLst/>
            <a:rect l="0" t="0" r="r" b="b"/>
            <a:pathLst>
              <a:path w="8203" h="27">
                <a:moveTo>
                  <a:pt x="0" y="0"/>
                </a:moveTo>
                <a:lnTo>
                  <a:pt x="8203" y="0"/>
                </a:lnTo>
                <a:lnTo>
                  <a:pt x="820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08" name=""/>
          <p:cNvSpPr txBox="1"/>
          <p:nvPr/>
        </p:nvSpPr>
        <p:spPr>
          <a:xfrm>
            <a:off x="1257120" y="2572920"/>
            <a:ext cx="85428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残留リスク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09" name=""/>
          <p:cNvSpPr txBox="1"/>
          <p:nvPr/>
        </p:nvSpPr>
        <p:spPr>
          <a:xfrm>
            <a:off x="3352680" y="2572920"/>
            <a:ext cx="1713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数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10" name=""/>
          <p:cNvSpPr txBox="1"/>
          <p:nvPr/>
        </p:nvSpPr>
        <p:spPr>
          <a:xfrm>
            <a:off x="4019400" y="2572920"/>
            <a:ext cx="3420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中身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11" name=""/>
          <p:cNvSpPr txBox="1"/>
          <p:nvPr/>
        </p:nvSpPr>
        <p:spPr>
          <a:xfrm>
            <a:off x="8210520" y="2572920"/>
            <a:ext cx="85428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受容の条件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12" name=""/>
          <p:cNvSpPr txBox="1"/>
          <p:nvPr/>
        </p:nvSpPr>
        <p:spPr>
          <a:xfrm>
            <a:off x="1257120" y="3077640"/>
            <a:ext cx="15368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判断に関わるリスク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13" name=""/>
          <p:cNvSpPr txBox="1"/>
          <p:nvPr/>
        </p:nvSpPr>
        <p:spPr>
          <a:xfrm>
            <a:off x="3352680" y="3077640"/>
            <a:ext cx="3150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4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つ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14" name=""/>
          <p:cNvSpPr txBox="1"/>
          <p:nvPr/>
        </p:nvSpPr>
        <p:spPr>
          <a:xfrm>
            <a:off x="4019400" y="3077640"/>
            <a:ext cx="287532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4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つの管理策が効かず、決まりに頼る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15" name=""/>
          <p:cNvSpPr txBox="1"/>
          <p:nvPr/>
        </p:nvSpPr>
        <p:spPr>
          <a:xfrm>
            <a:off x="8210520" y="3077640"/>
            <a:ext cx="25610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信頼できるファイルだけ持ち込む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16" name=""/>
          <p:cNvSpPr txBox="1"/>
          <p:nvPr/>
        </p:nvSpPr>
        <p:spPr>
          <a:xfrm>
            <a:off x="1257120" y="3573000"/>
            <a:ext cx="11955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持ち出しの経路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17" name=""/>
          <p:cNvSpPr txBox="1"/>
          <p:nvPr/>
        </p:nvSpPr>
        <p:spPr>
          <a:xfrm>
            <a:off x="3352680" y="3573000"/>
            <a:ext cx="3150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3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つ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18" name=""/>
          <p:cNvSpPr txBox="1"/>
          <p:nvPr/>
        </p:nvSpPr>
        <p:spPr>
          <a:xfrm>
            <a:off x="4019400" y="3573000"/>
            <a:ext cx="29516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DNS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、許可先、ホスト側ネットワーク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19" name=""/>
          <p:cNvSpPr txBox="1"/>
          <p:nvPr/>
        </p:nvSpPr>
        <p:spPr>
          <a:xfrm>
            <a:off x="8210520" y="3573000"/>
            <a:ext cx="22197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ホストの秘密を持ち込まない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20" name=""/>
          <p:cNvSpPr txBox="1"/>
          <p:nvPr/>
        </p:nvSpPr>
        <p:spPr>
          <a:xfrm>
            <a:off x="1257120" y="4068360"/>
            <a:ext cx="11955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設定のぜい弱性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21" name=""/>
          <p:cNvSpPr txBox="1"/>
          <p:nvPr/>
        </p:nvSpPr>
        <p:spPr>
          <a:xfrm>
            <a:off x="3352680" y="4068360"/>
            <a:ext cx="3150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2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つ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22" name=""/>
          <p:cNvSpPr txBox="1"/>
          <p:nvPr/>
        </p:nvSpPr>
        <p:spPr>
          <a:xfrm>
            <a:off x="4019400" y="4068360"/>
            <a:ext cx="167112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許可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IP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の固定、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IPv6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23" name=""/>
          <p:cNvSpPr txBox="1"/>
          <p:nvPr/>
        </p:nvSpPr>
        <p:spPr>
          <a:xfrm>
            <a:off x="8210520" y="4068360"/>
            <a:ext cx="22197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ホストの秘密を持ち込まない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24" name=""/>
          <p:cNvSpPr txBox="1"/>
          <p:nvPr/>
        </p:nvSpPr>
        <p:spPr>
          <a:xfrm>
            <a:off x="1257120" y="4563720"/>
            <a:ext cx="13662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ホスト側への波及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25" name=""/>
          <p:cNvSpPr txBox="1"/>
          <p:nvPr/>
        </p:nvSpPr>
        <p:spPr>
          <a:xfrm>
            <a:off x="3352680" y="4563720"/>
            <a:ext cx="3150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2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つ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26" name=""/>
          <p:cNvSpPr txBox="1"/>
          <p:nvPr/>
        </p:nvSpPr>
        <p:spPr>
          <a:xfrm>
            <a:off x="4019400" y="4563720"/>
            <a:ext cx="32439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作業フォルダ経由の実行、認証の引き継ぎ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27" name=""/>
          <p:cNvSpPr txBox="1"/>
          <p:nvPr/>
        </p:nvSpPr>
        <p:spPr>
          <a:xfrm>
            <a:off x="8210520" y="4563720"/>
            <a:ext cx="25610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信頼できるファイルだけ持ち込む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28" name=""/>
          <p:cNvSpPr txBox="1"/>
          <p:nvPr/>
        </p:nvSpPr>
        <p:spPr>
          <a:xfrm>
            <a:off x="1257120" y="5059080"/>
            <a:ext cx="11955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監視のぜい弱性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29" name=""/>
          <p:cNvSpPr txBox="1"/>
          <p:nvPr/>
        </p:nvSpPr>
        <p:spPr>
          <a:xfrm>
            <a:off x="3352680" y="5059080"/>
            <a:ext cx="3150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1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つ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30" name=""/>
          <p:cNvSpPr txBox="1"/>
          <p:nvPr/>
        </p:nvSpPr>
        <p:spPr>
          <a:xfrm>
            <a:off x="4019400" y="5059080"/>
            <a:ext cx="273168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監視がなく、記録は書き換えられる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31" name=""/>
          <p:cNvSpPr txBox="1"/>
          <p:nvPr/>
        </p:nvSpPr>
        <p:spPr>
          <a:xfrm>
            <a:off x="8210520" y="5059080"/>
            <a:ext cx="197172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Claude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の動作を監視する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32" name=""/>
          <p:cNvSpPr txBox="1"/>
          <p:nvPr/>
        </p:nvSpPr>
        <p:spPr>
          <a:xfrm>
            <a:off x="1257120" y="5554080"/>
            <a:ext cx="102492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強制の抜け道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33" name=""/>
          <p:cNvSpPr txBox="1"/>
          <p:nvPr/>
        </p:nvSpPr>
        <p:spPr>
          <a:xfrm>
            <a:off x="3352680" y="5554080"/>
            <a:ext cx="3150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1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つ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34" name=""/>
          <p:cNvSpPr txBox="1"/>
          <p:nvPr/>
        </p:nvSpPr>
        <p:spPr>
          <a:xfrm>
            <a:off x="4019400" y="5554080"/>
            <a:ext cx="30729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設定を入れたイメージは差し替えられる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35" name=""/>
          <p:cNvSpPr txBox="1"/>
          <p:nvPr/>
        </p:nvSpPr>
        <p:spPr>
          <a:xfrm>
            <a:off x="8210520" y="5554080"/>
            <a:ext cx="25610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信頼できるファイルだけ持ち込む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36" name=""/>
          <p:cNvSpPr txBox="1"/>
          <p:nvPr/>
        </p:nvSpPr>
        <p:spPr>
          <a:xfrm>
            <a:off x="8497440" y="556560"/>
            <a:ext cx="293148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全体 ∕ </a:t>
            </a:r>
            <a:r>
              <a:rPr b="1" lang="ja-JP" sz="1200" spc="-1" strike="noStrike">
                <a:solidFill>
                  <a:srgbClr val="0017c1"/>
                </a:solidFill>
                <a:latin typeface="Noto Sans JP"/>
                <a:ea typeface="Noto Sans JP"/>
              </a:rPr>
              <a:t>計画</a:t>
            </a:r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 ∕ 運用 ∕ 評価 ∕ 改善 ∕ 承認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37" name=""/>
          <p:cNvSpPr txBox="1"/>
          <p:nvPr/>
        </p:nvSpPr>
        <p:spPr>
          <a:xfrm>
            <a:off x="11497680" y="6442920"/>
            <a:ext cx="1519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9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3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4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41" name=""/>
          <p:cNvSpPr/>
          <p:nvPr/>
        </p:nvSpPr>
        <p:spPr>
          <a:xfrm>
            <a:off x="609480" y="971280"/>
            <a:ext cx="10973160" cy="38520"/>
          </a:xfrm>
          <a:custGeom>
            <a:avLst/>
            <a:gdLst/>
            <a:ahLst/>
            <a:rect l="0" t="0" r="r" b="b"/>
            <a:pathLst>
              <a:path w="30481" h="107">
                <a:moveTo>
                  <a:pt x="0" y="0"/>
                </a:moveTo>
                <a:lnTo>
                  <a:pt x="30481" y="0"/>
                </a:lnTo>
                <a:lnTo>
                  <a:pt x="3048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842" name=""/>
          <p:cNvSpPr txBox="1"/>
          <p:nvPr/>
        </p:nvSpPr>
        <p:spPr>
          <a:xfrm>
            <a:off x="609480" y="392760"/>
            <a:ext cx="2801160" cy="497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2700" spc="-1" strike="noStrike">
                <a:solidFill>
                  <a:srgbClr val="1a1a1a"/>
                </a:solidFill>
                <a:latin typeface="Noto Sans JP"/>
                <a:ea typeface="Noto Sans JP"/>
              </a:rPr>
              <a:t>運用の</a:t>
            </a:r>
            <a:r>
              <a:rPr b="1" lang="ja-JP" sz="2700" spc="-1" strike="noStrike">
                <a:solidFill>
                  <a:srgbClr val="1a1a1a"/>
                </a:solidFill>
                <a:latin typeface="Noto Sans JP"/>
                <a:ea typeface="Noto Sans JP"/>
              </a:rPr>
              <a:t>3</a:t>
            </a:r>
            <a:r>
              <a:rPr b="1" lang="ja-JP" sz="27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つの場面</a:t>
            </a:r>
            <a:endParaRPr b="0" lang="ja-JP" sz="27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43" name=""/>
          <p:cNvSpPr/>
          <p:nvPr/>
        </p:nvSpPr>
        <p:spPr>
          <a:xfrm>
            <a:off x="609480" y="1599840"/>
            <a:ext cx="10973160" cy="4800960"/>
          </a:xfrm>
          <a:custGeom>
            <a:avLst/>
            <a:gdLst/>
            <a:ahLst/>
            <a:rect l="0" t="0" r="r" b="b"/>
            <a:pathLst>
              <a:path w="30481" h="13336">
                <a:moveTo>
                  <a:pt x="0" y="13125"/>
                </a:moveTo>
                <a:lnTo>
                  <a:pt x="0" y="212"/>
                </a:lnTo>
                <a:cubicBezTo>
                  <a:pt x="0" y="198"/>
                  <a:pt x="1" y="185"/>
                  <a:pt x="4" y="171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1" y="118"/>
                  <a:pt x="28" y="106"/>
                  <a:pt x="36" y="95"/>
                </a:cubicBezTo>
                <a:cubicBezTo>
                  <a:pt x="43" y="83"/>
                  <a:pt x="52" y="72"/>
                  <a:pt x="62" y="62"/>
                </a:cubicBezTo>
                <a:cubicBezTo>
                  <a:pt x="72" y="53"/>
                  <a:pt x="82" y="44"/>
                  <a:pt x="94" y="36"/>
                </a:cubicBezTo>
                <a:cubicBezTo>
                  <a:pt x="105" y="28"/>
                  <a:pt x="118" y="22"/>
                  <a:pt x="130" y="17"/>
                </a:cubicBezTo>
                <a:cubicBezTo>
                  <a:pt x="143" y="11"/>
                  <a:pt x="157" y="7"/>
                  <a:pt x="170" y="5"/>
                </a:cubicBezTo>
                <a:cubicBezTo>
                  <a:pt x="184" y="2"/>
                  <a:pt x="198" y="0"/>
                  <a:pt x="211" y="0"/>
                </a:cubicBezTo>
                <a:lnTo>
                  <a:pt x="30269" y="0"/>
                </a:lnTo>
                <a:cubicBezTo>
                  <a:pt x="30283" y="0"/>
                  <a:pt x="30297" y="2"/>
                  <a:pt x="30310" y="5"/>
                </a:cubicBezTo>
                <a:cubicBezTo>
                  <a:pt x="30324" y="7"/>
                  <a:pt x="30337" y="11"/>
                  <a:pt x="30350" y="17"/>
                </a:cubicBezTo>
                <a:cubicBezTo>
                  <a:pt x="30363" y="22"/>
                  <a:pt x="30375" y="28"/>
                  <a:pt x="30387" y="36"/>
                </a:cubicBezTo>
                <a:cubicBezTo>
                  <a:pt x="30398" y="44"/>
                  <a:pt x="30409" y="53"/>
                  <a:pt x="30419" y="62"/>
                </a:cubicBezTo>
                <a:cubicBezTo>
                  <a:pt x="30429" y="72"/>
                  <a:pt x="30437" y="83"/>
                  <a:pt x="30445" y="95"/>
                </a:cubicBezTo>
                <a:cubicBezTo>
                  <a:pt x="30453" y="106"/>
                  <a:pt x="30459" y="118"/>
                  <a:pt x="30465" y="131"/>
                </a:cubicBezTo>
                <a:cubicBezTo>
                  <a:pt x="30470" y="144"/>
                  <a:pt x="30474" y="157"/>
                  <a:pt x="30477" y="171"/>
                </a:cubicBezTo>
                <a:cubicBezTo>
                  <a:pt x="30479" y="185"/>
                  <a:pt x="30481" y="198"/>
                  <a:pt x="30481" y="212"/>
                </a:cubicBezTo>
                <a:lnTo>
                  <a:pt x="30481" y="13125"/>
                </a:lnTo>
                <a:cubicBezTo>
                  <a:pt x="30481" y="13139"/>
                  <a:pt x="30479" y="13152"/>
                  <a:pt x="30477" y="13166"/>
                </a:cubicBezTo>
                <a:cubicBezTo>
                  <a:pt x="30474" y="13180"/>
                  <a:pt x="30470" y="13193"/>
                  <a:pt x="30465" y="13206"/>
                </a:cubicBezTo>
                <a:cubicBezTo>
                  <a:pt x="30459" y="13219"/>
                  <a:pt x="30453" y="13231"/>
                  <a:pt x="30445" y="13242"/>
                </a:cubicBezTo>
                <a:cubicBezTo>
                  <a:pt x="30437" y="13254"/>
                  <a:pt x="30429" y="13265"/>
                  <a:pt x="30419" y="13275"/>
                </a:cubicBezTo>
                <a:cubicBezTo>
                  <a:pt x="30409" y="13284"/>
                  <a:pt x="30398" y="13293"/>
                  <a:pt x="30387" y="13301"/>
                </a:cubicBezTo>
                <a:cubicBezTo>
                  <a:pt x="30375" y="13309"/>
                  <a:pt x="30363" y="13315"/>
                  <a:pt x="30350" y="13320"/>
                </a:cubicBezTo>
                <a:cubicBezTo>
                  <a:pt x="30337" y="13326"/>
                  <a:pt x="30324" y="13330"/>
                  <a:pt x="30310" y="13332"/>
                </a:cubicBezTo>
                <a:cubicBezTo>
                  <a:pt x="30297" y="13335"/>
                  <a:pt x="30283" y="13336"/>
                  <a:pt x="30269" y="13336"/>
                </a:cubicBezTo>
                <a:lnTo>
                  <a:pt x="211" y="13336"/>
                </a:lnTo>
                <a:cubicBezTo>
                  <a:pt x="198" y="13336"/>
                  <a:pt x="184" y="13335"/>
                  <a:pt x="170" y="13332"/>
                </a:cubicBezTo>
                <a:cubicBezTo>
                  <a:pt x="157" y="13330"/>
                  <a:pt x="143" y="13326"/>
                  <a:pt x="130" y="13320"/>
                </a:cubicBezTo>
                <a:cubicBezTo>
                  <a:pt x="118" y="13315"/>
                  <a:pt x="105" y="13309"/>
                  <a:pt x="94" y="13301"/>
                </a:cubicBezTo>
                <a:cubicBezTo>
                  <a:pt x="82" y="13293"/>
                  <a:pt x="72" y="13284"/>
                  <a:pt x="62" y="13275"/>
                </a:cubicBezTo>
                <a:cubicBezTo>
                  <a:pt x="52" y="13265"/>
                  <a:pt x="43" y="13254"/>
                  <a:pt x="36" y="13242"/>
                </a:cubicBezTo>
                <a:cubicBezTo>
                  <a:pt x="28" y="13231"/>
                  <a:pt x="21" y="13219"/>
                  <a:pt x="16" y="13206"/>
                </a:cubicBezTo>
                <a:cubicBezTo>
                  <a:pt x="11" y="13193"/>
                  <a:pt x="7" y="13180"/>
                  <a:pt x="4" y="13166"/>
                </a:cubicBezTo>
                <a:cubicBezTo>
                  <a:pt x="1" y="13152"/>
                  <a:pt x="0" y="13139"/>
                  <a:pt x="0" y="13125"/>
                </a:cubicBezTo>
                <a:close/>
              </a:path>
            </a:pathLst>
          </a:custGeom>
          <a:solidFill>
            <a:srgbClr val="e8f1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44" name=""/>
          <p:cNvSpPr txBox="1"/>
          <p:nvPr/>
        </p:nvSpPr>
        <p:spPr>
          <a:xfrm>
            <a:off x="609480" y="1090800"/>
            <a:ext cx="831312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承認を得たら、利用開始、日々の利用、事故の</a:t>
            </a:r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3</a:t>
            </a:r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つの場面で運用する</a:t>
            </a:r>
            <a:endParaRPr b="0" lang="ja-JP" sz="21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45" name=""/>
          <p:cNvSpPr/>
          <p:nvPr/>
        </p:nvSpPr>
        <p:spPr>
          <a:xfrm>
            <a:off x="2590560" y="3200040"/>
            <a:ext cx="2267280" cy="1981800"/>
          </a:xfrm>
          <a:custGeom>
            <a:avLst/>
            <a:gdLst/>
            <a:ahLst/>
            <a:rect l="0" t="0" r="r" b="b"/>
            <a:pathLst>
              <a:path w="6298" h="5505">
                <a:moveTo>
                  <a:pt x="0" y="5320"/>
                </a:moveTo>
                <a:lnTo>
                  <a:pt x="0" y="186"/>
                </a:lnTo>
                <a:cubicBezTo>
                  <a:pt x="0" y="174"/>
                  <a:pt x="1" y="162"/>
                  <a:pt x="4" y="150"/>
                </a:cubicBezTo>
                <a:cubicBezTo>
                  <a:pt x="6" y="138"/>
                  <a:pt x="10" y="126"/>
                  <a:pt x="14" y="115"/>
                </a:cubicBezTo>
                <a:cubicBezTo>
                  <a:pt x="19" y="104"/>
                  <a:pt x="25" y="93"/>
                  <a:pt x="31" y="83"/>
                </a:cubicBezTo>
                <a:cubicBezTo>
                  <a:pt x="38" y="73"/>
                  <a:pt x="46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3" y="25"/>
                  <a:pt x="103" y="19"/>
                  <a:pt x="114" y="15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6113" y="0"/>
                </a:lnTo>
                <a:cubicBezTo>
                  <a:pt x="6125" y="0"/>
                  <a:pt x="6137" y="2"/>
                  <a:pt x="6149" y="4"/>
                </a:cubicBezTo>
                <a:cubicBezTo>
                  <a:pt x="6161" y="6"/>
                  <a:pt x="6173" y="10"/>
                  <a:pt x="6184" y="15"/>
                </a:cubicBezTo>
                <a:cubicBezTo>
                  <a:pt x="6195" y="19"/>
                  <a:pt x="6206" y="25"/>
                  <a:pt x="6216" y="32"/>
                </a:cubicBezTo>
                <a:cubicBezTo>
                  <a:pt x="6226" y="38"/>
                  <a:pt x="6235" y="46"/>
                  <a:pt x="6244" y="55"/>
                </a:cubicBezTo>
                <a:cubicBezTo>
                  <a:pt x="6253" y="63"/>
                  <a:pt x="6260" y="73"/>
                  <a:pt x="6267" y="83"/>
                </a:cubicBezTo>
                <a:cubicBezTo>
                  <a:pt x="6274" y="93"/>
                  <a:pt x="6279" y="104"/>
                  <a:pt x="6284" y="115"/>
                </a:cubicBezTo>
                <a:cubicBezTo>
                  <a:pt x="6289" y="126"/>
                  <a:pt x="6292" y="138"/>
                  <a:pt x="6295" y="150"/>
                </a:cubicBezTo>
                <a:cubicBezTo>
                  <a:pt x="6297" y="162"/>
                  <a:pt x="6298" y="174"/>
                  <a:pt x="6298" y="186"/>
                </a:cubicBezTo>
                <a:lnTo>
                  <a:pt x="6298" y="5320"/>
                </a:lnTo>
                <a:cubicBezTo>
                  <a:pt x="6298" y="5332"/>
                  <a:pt x="6297" y="5344"/>
                  <a:pt x="6295" y="5356"/>
                </a:cubicBezTo>
                <a:cubicBezTo>
                  <a:pt x="6292" y="5368"/>
                  <a:pt x="6289" y="5379"/>
                  <a:pt x="6284" y="5391"/>
                </a:cubicBezTo>
                <a:cubicBezTo>
                  <a:pt x="6279" y="5402"/>
                  <a:pt x="6274" y="5412"/>
                  <a:pt x="6267" y="5423"/>
                </a:cubicBezTo>
                <a:cubicBezTo>
                  <a:pt x="6260" y="5433"/>
                  <a:pt x="6253" y="5442"/>
                  <a:pt x="6244" y="5451"/>
                </a:cubicBezTo>
                <a:cubicBezTo>
                  <a:pt x="6235" y="5459"/>
                  <a:pt x="6226" y="5467"/>
                  <a:pt x="6216" y="5474"/>
                </a:cubicBezTo>
                <a:cubicBezTo>
                  <a:pt x="6206" y="5480"/>
                  <a:pt x="6195" y="5486"/>
                  <a:pt x="6184" y="5491"/>
                </a:cubicBezTo>
                <a:cubicBezTo>
                  <a:pt x="6173" y="5495"/>
                  <a:pt x="6161" y="5499"/>
                  <a:pt x="6149" y="5501"/>
                </a:cubicBezTo>
                <a:cubicBezTo>
                  <a:pt x="6137" y="5504"/>
                  <a:pt x="6125" y="5505"/>
                  <a:pt x="6113" y="5505"/>
                </a:cubicBezTo>
                <a:lnTo>
                  <a:pt x="185" y="5505"/>
                </a:lnTo>
                <a:cubicBezTo>
                  <a:pt x="173" y="5505"/>
                  <a:pt x="161" y="5504"/>
                  <a:pt x="149" y="5501"/>
                </a:cubicBezTo>
                <a:cubicBezTo>
                  <a:pt x="137" y="5499"/>
                  <a:pt x="126" y="5495"/>
                  <a:pt x="114" y="5491"/>
                </a:cubicBezTo>
                <a:cubicBezTo>
                  <a:pt x="103" y="5486"/>
                  <a:pt x="93" y="5480"/>
                  <a:pt x="82" y="5474"/>
                </a:cubicBezTo>
                <a:cubicBezTo>
                  <a:pt x="72" y="5467"/>
                  <a:pt x="63" y="5459"/>
                  <a:pt x="54" y="5451"/>
                </a:cubicBezTo>
                <a:cubicBezTo>
                  <a:pt x="46" y="5442"/>
                  <a:pt x="38" y="5433"/>
                  <a:pt x="31" y="5423"/>
                </a:cubicBezTo>
                <a:cubicBezTo>
                  <a:pt x="25" y="5412"/>
                  <a:pt x="19" y="5402"/>
                  <a:pt x="14" y="5391"/>
                </a:cubicBezTo>
                <a:cubicBezTo>
                  <a:pt x="10" y="5379"/>
                  <a:pt x="6" y="5368"/>
                  <a:pt x="4" y="5356"/>
                </a:cubicBezTo>
                <a:cubicBezTo>
                  <a:pt x="1" y="5344"/>
                  <a:pt x="0" y="5332"/>
                  <a:pt x="0" y="532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46" name=""/>
          <p:cNvSpPr/>
          <p:nvPr/>
        </p:nvSpPr>
        <p:spPr>
          <a:xfrm>
            <a:off x="2590560" y="3200040"/>
            <a:ext cx="2267280" cy="1981800"/>
          </a:xfrm>
          <a:custGeom>
            <a:avLst/>
            <a:gdLst/>
            <a:ahLst/>
            <a:rect l="0" t="0" r="r" b="b"/>
            <a:pathLst>
              <a:path w="6298" h="5505">
                <a:moveTo>
                  <a:pt x="0" y="5320"/>
                </a:moveTo>
                <a:lnTo>
                  <a:pt x="0" y="186"/>
                </a:lnTo>
                <a:cubicBezTo>
                  <a:pt x="0" y="174"/>
                  <a:pt x="1" y="162"/>
                  <a:pt x="4" y="150"/>
                </a:cubicBezTo>
                <a:cubicBezTo>
                  <a:pt x="6" y="138"/>
                  <a:pt x="10" y="126"/>
                  <a:pt x="14" y="115"/>
                </a:cubicBezTo>
                <a:cubicBezTo>
                  <a:pt x="19" y="104"/>
                  <a:pt x="25" y="93"/>
                  <a:pt x="31" y="83"/>
                </a:cubicBezTo>
                <a:cubicBezTo>
                  <a:pt x="38" y="73"/>
                  <a:pt x="46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3" y="25"/>
                  <a:pt x="103" y="19"/>
                  <a:pt x="114" y="15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6113" y="0"/>
                </a:lnTo>
                <a:cubicBezTo>
                  <a:pt x="6125" y="0"/>
                  <a:pt x="6137" y="2"/>
                  <a:pt x="6149" y="4"/>
                </a:cubicBezTo>
                <a:cubicBezTo>
                  <a:pt x="6161" y="6"/>
                  <a:pt x="6173" y="10"/>
                  <a:pt x="6184" y="15"/>
                </a:cubicBezTo>
                <a:cubicBezTo>
                  <a:pt x="6195" y="19"/>
                  <a:pt x="6206" y="25"/>
                  <a:pt x="6216" y="32"/>
                </a:cubicBezTo>
                <a:cubicBezTo>
                  <a:pt x="6226" y="38"/>
                  <a:pt x="6235" y="46"/>
                  <a:pt x="6244" y="55"/>
                </a:cubicBezTo>
                <a:cubicBezTo>
                  <a:pt x="6253" y="63"/>
                  <a:pt x="6260" y="73"/>
                  <a:pt x="6267" y="83"/>
                </a:cubicBezTo>
                <a:cubicBezTo>
                  <a:pt x="6274" y="93"/>
                  <a:pt x="6279" y="104"/>
                  <a:pt x="6284" y="115"/>
                </a:cubicBezTo>
                <a:cubicBezTo>
                  <a:pt x="6289" y="126"/>
                  <a:pt x="6292" y="138"/>
                  <a:pt x="6295" y="150"/>
                </a:cubicBezTo>
                <a:cubicBezTo>
                  <a:pt x="6297" y="162"/>
                  <a:pt x="6298" y="174"/>
                  <a:pt x="6298" y="186"/>
                </a:cubicBezTo>
                <a:lnTo>
                  <a:pt x="6298" y="5320"/>
                </a:lnTo>
                <a:cubicBezTo>
                  <a:pt x="6298" y="5332"/>
                  <a:pt x="6297" y="5344"/>
                  <a:pt x="6295" y="5356"/>
                </a:cubicBezTo>
                <a:cubicBezTo>
                  <a:pt x="6292" y="5368"/>
                  <a:pt x="6289" y="5379"/>
                  <a:pt x="6284" y="5391"/>
                </a:cubicBezTo>
                <a:cubicBezTo>
                  <a:pt x="6279" y="5402"/>
                  <a:pt x="6274" y="5412"/>
                  <a:pt x="6267" y="5423"/>
                </a:cubicBezTo>
                <a:cubicBezTo>
                  <a:pt x="6260" y="5433"/>
                  <a:pt x="6253" y="5442"/>
                  <a:pt x="6244" y="5451"/>
                </a:cubicBezTo>
                <a:cubicBezTo>
                  <a:pt x="6235" y="5459"/>
                  <a:pt x="6226" y="5467"/>
                  <a:pt x="6216" y="5474"/>
                </a:cubicBezTo>
                <a:cubicBezTo>
                  <a:pt x="6206" y="5480"/>
                  <a:pt x="6195" y="5486"/>
                  <a:pt x="6184" y="5491"/>
                </a:cubicBezTo>
                <a:cubicBezTo>
                  <a:pt x="6173" y="5495"/>
                  <a:pt x="6161" y="5499"/>
                  <a:pt x="6149" y="5501"/>
                </a:cubicBezTo>
                <a:cubicBezTo>
                  <a:pt x="6137" y="5504"/>
                  <a:pt x="6125" y="5505"/>
                  <a:pt x="6113" y="5505"/>
                </a:cubicBezTo>
                <a:lnTo>
                  <a:pt x="185" y="5505"/>
                </a:lnTo>
                <a:cubicBezTo>
                  <a:pt x="173" y="5505"/>
                  <a:pt x="161" y="5504"/>
                  <a:pt x="149" y="5501"/>
                </a:cubicBezTo>
                <a:cubicBezTo>
                  <a:pt x="137" y="5499"/>
                  <a:pt x="126" y="5495"/>
                  <a:pt x="114" y="5491"/>
                </a:cubicBezTo>
                <a:cubicBezTo>
                  <a:pt x="103" y="5486"/>
                  <a:pt x="93" y="5480"/>
                  <a:pt x="82" y="5474"/>
                </a:cubicBezTo>
                <a:cubicBezTo>
                  <a:pt x="72" y="5467"/>
                  <a:pt x="63" y="5459"/>
                  <a:pt x="54" y="5451"/>
                </a:cubicBezTo>
                <a:cubicBezTo>
                  <a:pt x="46" y="5442"/>
                  <a:pt x="38" y="5433"/>
                  <a:pt x="31" y="5423"/>
                </a:cubicBezTo>
                <a:cubicBezTo>
                  <a:pt x="25" y="5412"/>
                  <a:pt x="19" y="5402"/>
                  <a:pt x="14" y="5391"/>
                </a:cubicBezTo>
                <a:cubicBezTo>
                  <a:pt x="10" y="5379"/>
                  <a:pt x="6" y="5368"/>
                  <a:pt x="4" y="5356"/>
                </a:cubicBezTo>
                <a:cubicBezTo>
                  <a:pt x="1" y="5344"/>
                  <a:pt x="0" y="5332"/>
                  <a:pt x="0" y="5320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47" name=""/>
          <p:cNvSpPr/>
          <p:nvPr/>
        </p:nvSpPr>
        <p:spPr>
          <a:xfrm>
            <a:off x="3466800" y="3409920"/>
            <a:ext cx="514800" cy="514440"/>
          </a:xfrm>
          <a:custGeom>
            <a:avLst/>
            <a:gdLst/>
            <a:ahLst/>
            <a:rect l="0" t="0" r="r" b="b"/>
            <a:pathLst>
              <a:path w="1430" h="1429">
                <a:moveTo>
                  <a:pt x="717" y="1429"/>
                </a:moveTo>
                <a:lnTo>
                  <a:pt x="717" y="1310"/>
                </a:lnTo>
                <a:lnTo>
                  <a:pt x="1311" y="1310"/>
                </a:lnTo>
                <a:lnTo>
                  <a:pt x="1311" y="119"/>
                </a:lnTo>
                <a:lnTo>
                  <a:pt x="717" y="119"/>
                </a:lnTo>
                <a:lnTo>
                  <a:pt x="717" y="0"/>
                </a:lnTo>
                <a:lnTo>
                  <a:pt x="1311" y="0"/>
                </a:lnTo>
                <a:cubicBezTo>
                  <a:pt x="1343" y="0"/>
                  <a:pt x="1371" y="11"/>
                  <a:pt x="1394" y="35"/>
                </a:cubicBezTo>
                <a:cubicBezTo>
                  <a:pt x="1418" y="59"/>
                  <a:pt x="1430" y="87"/>
                  <a:pt x="1430" y="119"/>
                </a:cubicBezTo>
                <a:lnTo>
                  <a:pt x="1430" y="1310"/>
                </a:lnTo>
                <a:cubicBezTo>
                  <a:pt x="1430" y="1342"/>
                  <a:pt x="1418" y="1370"/>
                  <a:pt x="1394" y="1394"/>
                </a:cubicBezTo>
                <a:cubicBezTo>
                  <a:pt x="1371" y="1417"/>
                  <a:pt x="1343" y="1429"/>
                  <a:pt x="1311" y="1429"/>
                </a:cubicBezTo>
                <a:lnTo>
                  <a:pt x="717" y="1429"/>
                </a:lnTo>
                <a:moveTo>
                  <a:pt x="608" y="1061"/>
                </a:moveTo>
                <a:lnTo>
                  <a:pt x="522" y="976"/>
                </a:lnTo>
                <a:lnTo>
                  <a:pt x="725" y="773"/>
                </a:lnTo>
                <a:lnTo>
                  <a:pt x="0" y="773"/>
                </a:lnTo>
                <a:lnTo>
                  <a:pt x="0" y="654"/>
                </a:lnTo>
                <a:lnTo>
                  <a:pt x="721" y="654"/>
                </a:lnTo>
                <a:lnTo>
                  <a:pt x="518" y="452"/>
                </a:lnTo>
                <a:lnTo>
                  <a:pt x="604" y="367"/>
                </a:lnTo>
                <a:lnTo>
                  <a:pt x="953" y="716"/>
                </a:lnTo>
                <a:lnTo>
                  <a:pt x="608" y="1061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848" name=""/>
          <p:cNvSpPr txBox="1"/>
          <p:nvPr/>
        </p:nvSpPr>
        <p:spPr>
          <a:xfrm>
            <a:off x="799920" y="1716120"/>
            <a:ext cx="38584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3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つの場面のどれにも利用者が関わる</a:t>
            </a:r>
            <a:endParaRPr b="0" lang="ja-JP" sz="18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49" name=""/>
          <p:cNvSpPr txBox="1"/>
          <p:nvPr/>
        </p:nvSpPr>
        <p:spPr>
          <a:xfrm>
            <a:off x="3306240" y="4005000"/>
            <a:ext cx="835920" cy="30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650" spc="-1" strike="noStrike">
                <a:solidFill>
                  <a:srgbClr val="1a1a1a"/>
                </a:solidFill>
                <a:latin typeface="Noto Sans JP"/>
                <a:ea typeface="Noto Sans JP"/>
              </a:rPr>
              <a:t>利用開始</a:t>
            </a:r>
            <a:endParaRPr b="0" lang="ja-JP" sz="16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50" name=""/>
          <p:cNvSpPr txBox="1"/>
          <p:nvPr/>
        </p:nvSpPr>
        <p:spPr>
          <a:xfrm>
            <a:off x="2734560" y="4357080"/>
            <a:ext cx="19818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申請、承認、払い出し、教育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51" name=""/>
          <p:cNvSpPr txBox="1"/>
          <p:nvPr/>
        </p:nvSpPr>
        <p:spPr>
          <a:xfrm>
            <a:off x="2963160" y="4623840"/>
            <a:ext cx="15246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利用者、基盤の担当、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52" name=""/>
          <p:cNvSpPr/>
          <p:nvPr/>
        </p:nvSpPr>
        <p:spPr>
          <a:xfrm>
            <a:off x="5410080" y="3200040"/>
            <a:ext cx="1524240" cy="1981800"/>
          </a:xfrm>
          <a:custGeom>
            <a:avLst/>
            <a:gdLst/>
            <a:ahLst/>
            <a:rect l="0" t="0" r="r" b="b"/>
            <a:pathLst>
              <a:path w="4234" h="5505">
                <a:moveTo>
                  <a:pt x="0" y="5320"/>
                </a:moveTo>
                <a:lnTo>
                  <a:pt x="0" y="186"/>
                </a:lnTo>
                <a:cubicBezTo>
                  <a:pt x="0" y="174"/>
                  <a:pt x="1" y="162"/>
                  <a:pt x="3" y="150"/>
                </a:cubicBezTo>
                <a:cubicBezTo>
                  <a:pt x="6" y="138"/>
                  <a:pt x="9" y="126"/>
                  <a:pt x="14" y="115"/>
                </a:cubicBezTo>
                <a:cubicBezTo>
                  <a:pt x="19" y="104"/>
                  <a:pt x="24" y="93"/>
                  <a:pt x="31" y="83"/>
                </a:cubicBezTo>
                <a:cubicBezTo>
                  <a:pt x="38" y="73"/>
                  <a:pt x="45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2" y="25"/>
                  <a:pt x="103" y="19"/>
                  <a:pt x="114" y="15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4049" y="0"/>
                </a:lnTo>
                <a:cubicBezTo>
                  <a:pt x="4061" y="0"/>
                  <a:pt x="4073" y="2"/>
                  <a:pt x="4085" y="4"/>
                </a:cubicBezTo>
                <a:cubicBezTo>
                  <a:pt x="4097" y="6"/>
                  <a:pt x="4109" y="10"/>
                  <a:pt x="4120" y="15"/>
                </a:cubicBezTo>
                <a:cubicBezTo>
                  <a:pt x="4131" y="19"/>
                  <a:pt x="4142" y="25"/>
                  <a:pt x="4152" y="32"/>
                </a:cubicBezTo>
                <a:cubicBezTo>
                  <a:pt x="4162" y="38"/>
                  <a:pt x="4171" y="46"/>
                  <a:pt x="4180" y="55"/>
                </a:cubicBezTo>
                <a:cubicBezTo>
                  <a:pt x="4189" y="63"/>
                  <a:pt x="4196" y="73"/>
                  <a:pt x="4203" y="83"/>
                </a:cubicBezTo>
                <a:cubicBezTo>
                  <a:pt x="4210" y="93"/>
                  <a:pt x="4215" y="104"/>
                  <a:pt x="4220" y="115"/>
                </a:cubicBezTo>
                <a:cubicBezTo>
                  <a:pt x="4225" y="126"/>
                  <a:pt x="4228" y="138"/>
                  <a:pt x="4231" y="150"/>
                </a:cubicBezTo>
                <a:cubicBezTo>
                  <a:pt x="4233" y="162"/>
                  <a:pt x="4234" y="174"/>
                  <a:pt x="4234" y="186"/>
                </a:cubicBezTo>
                <a:lnTo>
                  <a:pt x="4234" y="5320"/>
                </a:lnTo>
                <a:cubicBezTo>
                  <a:pt x="4234" y="5332"/>
                  <a:pt x="4233" y="5344"/>
                  <a:pt x="4231" y="5356"/>
                </a:cubicBezTo>
                <a:cubicBezTo>
                  <a:pt x="4228" y="5368"/>
                  <a:pt x="4225" y="5379"/>
                  <a:pt x="4220" y="5391"/>
                </a:cubicBezTo>
                <a:cubicBezTo>
                  <a:pt x="4215" y="5402"/>
                  <a:pt x="4210" y="5412"/>
                  <a:pt x="4203" y="5423"/>
                </a:cubicBezTo>
                <a:cubicBezTo>
                  <a:pt x="4196" y="5433"/>
                  <a:pt x="4189" y="5442"/>
                  <a:pt x="4180" y="5451"/>
                </a:cubicBezTo>
                <a:cubicBezTo>
                  <a:pt x="4171" y="5459"/>
                  <a:pt x="4162" y="5467"/>
                  <a:pt x="4152" y="5474"/>
                </a:cubicBezTo>
                <a:cubicBezTo>
                  <a:pt x="4142" y="5480"/>
                  <a:pt x="4131" y="5486"/>
                  <a:pt x="4120" y="5491"/>
                </a:cubicBezTo>
                <a:cubicBezTo>
                  <a:pt x="4109" y="5495"/>
                  <a:pt x="4097" y="5499"/>
                  <a:pt x="4085" y="5501"/>
                </a:cubicBezTo>
                <a:cubicBezTo>
                  <a:pt x="4073" y="5504"/>
                  <a:pt x="4061" y="5505"/>
                  <a:pt x="4049" y="5505"/>
                </a:cubicBezTo>
                <a:lnTo>
                  <a:pt x="185" y="5505"/>
                </a:lnTo>
                <a:cubicBezTo>
                  <a:pt x="173" y="5505"/>
                  <a:pt x="161" y="5504"/>
                  <a:pt x="149" y="5501"/>
                </a:cubicBezTo>
                <a:cubicBezTo>
                  <a:pt x="137" y="5499"/>
                  <a:pt x="125" y="5495"/>
                  <a:pt x="114" y="5491"/>
                </a:cubicBezTo>
                <a:cubicBezTo>
                  <a:pt x="103" y="5486"/>
                  <a:pt x="92" y="5480"/>
                  <a:pt x="82" y="5474"/>
                </a:cubicBezTo>
                <a:cubicBezTo>
                  <a:pt x="72" y="5467"/>
                  <a:pt x="63" y="5459"/>
                  <a:pt x="54" y="5451"/>
                </a:cubicBezTo>
                <a:cubicBezTo>
                  <a:pt x="45" y="5442"/>
                  <a:pt x="38" y="5433"/>
                  <a:pt x="31" y="5423"/>
                </a:cubicBezTo>
                <a:cubicBezTo>
                  <a:pt x="24" y="5412"/>
                  <a:pt x="19" y="5402"/>
                  <a:pt x="14" y="5391"/>
                </a:cubicBezTo>
                <a:cubicBezTo>
                  <a:pt x="9" y="5379"/>
                  <a:pt x="6" y="5368"/>
                  <a:pt x="3" y="5356"/>
                </a:cubicBezTo>
                <a:cubicBezTo>
                  <a:pt x="1" y="5344"/>
                  <a:pt x="0" y="5332"/>
                  <a:pt x="0" y="532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53" name=""/>
          <p:cNvSpPr/>
          <p:nvPr/>
        </p:nvSpPr>
        <p:spPr>
          <a:xfrm>
            <a:off x="5410080" y="3200040"/>
            <a:ext cx="1524240" cy="1981800"/>
          </a:xfrm>
          <a:custGeom>
            <a:avLst/>
            <a:gdLst/>
            <a:ahLst/>
            <a:rect l="0" t="0" r="r" b="b"/>
            <a:pathLst>
              <a:path w="4234" h="5505">
                <a:moveTo>
                  <a:pt x="0" y="5320"/>
                </a:moveTo>
                <a:lnTo>
                  <a:pt x="0" y="186"/>
                </a:lnTo>
                <a:cubicBezTo>
                  <a:pt x="0" y="174"/>
                  <a:pt x="1" y="162"/>
                  <a:pt x="3" y="150"/>
                </a:cubicBezTo>
                <a:cubicBezTo>
                  <a:pt x="6" y="138"/>
                  <a:pt x="9" y="126"/>
                  <a:pt x="14" y="115"/>
                </a:cubicBezTo>
                <a:cubicBezTo>
                  <a:pt x="19" y="104"/>
                  <a:pt x="24" y="93"/>
                  <a:pt x="31" y="83"/>
                </a:cubicBezTo>
                <a:cubicBezTo>
                  <a:pt x="38" y="73"/>
                  <a:pt x="45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2" y="25"/>
                  <a:pt x="103" y="19"/>
                  <a:pt x="114" y="15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4049" y="0"/>
                </a:lnTo>
                <a:cubicBezTo>
                  <a:pt x="4061" y="0"/>
                  <a:pt x="4073" y="2"/>
                  <a:pt x="4085" y="4"/>
                </a:cubicBezTo>
                <a:cubicBezTo>
                  <a:pt x="4097" y="6"/>
                  <a:pt x="4109" y="10"/>
                  <a:pt x="4120" y="15"/>
                </a:cubicBezTo>
                <a:cubicBezTo>
                  <a:pt x="4131" y="19"/>
                  <a:pt x="4142" y="25"/>
                  <a:pt x="4152" y="32"/>
                </a:cubicBezTo>
                <a:cubicBezTo>
                  <a:pt x="4162" y="38"/>
                  <a:pt x="4171" y="46"/>
                  <a:pt x="4180" y="55"/>
                </a:cubicBezTo>
                <a:cubicBezTo>
                  <a:pt x="4189" y="63"/>
                  <a:pt x="4196" y="73"/>
                  <a:pt x="4203" y="83"/>
                </a:cubicBezTo>
                <a:cubicBezTo>
                  <a:pt x="4210" y="93"/>
                  <a:pt x="4215" y="104"/>
                  <a:pt x="4220" y="115"/>
                </a:cubicBezTo>
                <a:cubicBezTo>
                  <a:pt x="4225" y="126"/>
                  <a:pt x="4228" y="138"/>
                  <a:pt x="4231" y="150"/>
                </a:cubicBezTo>
                <a:cubicBezTo>
                  <a:pt x="4233" y="162"/>
                  <a:pt x="4234" y="174"/>
                  <a:pt x="4234" y="186"/>
                </a:cubicBezTo>
                <a:lnTo>
                  <a:pt x="4234" y="5320"/>
                </a:lnTo>
                <a:cubicBezTo>
                  <a:pt x="4234" y="5332"/>
                  <a:pt x="4233" y="5344"/>
                  <a:pt x="4231" y="5356"/>
                </a:cubicBezTo>
                <a:cubicBezTo>
                  <a:pt x="4228" y="5368"/>
                  <a:pt x="4225" y="5379"/>
                  <a:pt x="4220" y="5391"/>
                </a:cubicBezTo>
                <a:cubicBezTo>
                  <a:pt x="4215" y="5402"/>
                  <a:pt x="4210" y="5412"/>
                  <a:pt x="4203" y="5423"/>
                </a:cubicBezTo>
                <a:cubicBezTo>
                  <a:pt x="4196" y="5433"/>
                  <a:pt x="4189" y="5442"/>
                  <a:pt x="4180" y="5451"/>
                </a:cubicBezTo>
                <a:cubicBezTo>
                  <a:pt x="4171" y="5459"/>
                  <a:pt x="4162" y="5467"/>
                  <a:pt x="4152" y="5474"/>
                </a:cubicBezTo>
                <a:cubicBezTo>
                  <a:pt x="4142" y="5480"/>
                  <a:pt x="4131" y="5486"/>
                  <a:pt x="4120" y="5491"/>
                </a:cubicBezTo>
                <a:cubicBezTo>
                  <a:pt x="4109" y="5495"/>
                  <a:pt x="4097" y="5499"/>
                  <a:pt x="4085" y="5501"/>
                </a:cubicBezTo>
                <a:cubicBezTo>
                  <a:pt x="4073" y="5504"/>
                  <a:pt x="4061" y="5505"/>
                  <a:pt x="4049" y="5505"/>
                </a:cubicBezTo>
                <a:lnTo>
                  <a:pt x="185" y="5505"/>
                </a:lnTo>
                <a:cubicBezTo>
                  <a:pt x="173" y="5505"/>
                  <a:pt x="161" y="5504"/>
                  <a:pt x="149" y="5501"/>
                </a:cubicBezTo>
                <a:cubicBezTo>
                  <a:pt x="137" y="5499"/>
                  <a:pt x="125" y="5495"/>
                  <a:pt x="114" y="5491"/>
                </a:cubicBezTo>
                <a:cubicBezTo>
                  <a:pt x="103" y="5486"/>
                  <a:pt x="92" y="5480"/>
                  <a:pt x="82" y="5474"/>
                </a:cubicBezTo>
                <a:cubicBezTo>
                  <a:pt x="72" y="5467"/>
                  <a:pt x="63" y="5459"/>
                  <a:pt x="54" y="5451"/>
                </a:cubicBezTo>
                <a:cubicBezTo>
                  <a:pt x="45" y="5442"/>
                  <a:pt x="38" y="5433"/>
                  <a:pt x="31" y="5423"/>
                </a:cubicBezTo>
                <a:cubicBezTo>
                  <a:pt x="24" y="5412"/>
                  <a:pt x="19" y="5402"/>
                  <a:pt x="14" y="5391"/>
                </a:cubicBezTo>
                <a:cubicBezTo>
                  <a:pt x="9" y="5379"/>
                  <a:pt x="6" y="5368"/>
                  <a:pt x="3" y="5356"/>
                </a:cubicBezTo>
                <a:cubicBezTo>
                  <a:pt x="1" y="5344"/>
                  <a:pt x="0" y="5332"/>
                  <a:pt x="0" y="5320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54" name=""/>
          <p:cNvSpPr/>
          <p:nvPr/>
        </p:nvSpPr>
        <p:spPr>
          <a:xfrm>
            <a:off x="5886360" y="3438360"/>
            <a:ext cx="571680" cy="457920"/>
          </a:xfrm>
          <a:custGeom>
            <a:avLst/>
            <a:gdLst/>
            <a:ahLst/>
            <a:rect l="0" t="0" r="r" b="b"/>
            <a:pathLst>
              <a:path w="1588" h="1272">
                <a:moveTo>
                  <a:pt x="119" y="1272"/>
                </a:moveTo>
                <a:cubicBezTo>
                  <a:pt x="87" y="1272"/>
                  <a:pt x="59" y="1260"/>
                  <a:pt x="35" y="1236"/>
                </a:cubicBezTo>
                <a:cubicBezTo>
                  <a:pt x="12" y="1212"/>
                  <a:pt x="0" y="1185"/>
                  <a:pt x="0" y="1153"/>
                </a:cubicBezTo>
                <a:lnTo>
                  <a:pt x="0" y="119"/>
                </a:lnTo>
                <a:cubicBezTo>
                  <a:pt x="0" y="87"/>
                  <a:pt x="12" y="59"/>
                  <a:pt x="35" y="36"/>
                </a:cubicBezTo>
                <a:cubicBezTo>
                  <a:pt x="59" y="12"/>
                  <a:pt x="87" y="0"/>
                  <a:pt x="119" y="0"/>
                </a:cubicBezTo>
                <a:lnTo>
                  <a:pt x="1469" y="0"/>
                </a:lnTo>
                <a:cubicBezTo>
                  <a:pt x="1501" y="0"/>
                  <a:pt x="1529" y="12"/>
                  <a:pt x="1553" y="36"/>
                </a:cubicBezTo>
                <a:cubicBezTo>
                  <a:pt x="1576" y="59"/>
                  <a:pt x="1588" y="87"/>
                  <a:pt x="1588" y="119"/>
                </a:cubicBezTo>
                <a:lnTo>
                  <a:pt x="1588" y="1153"/>
                </a:lnTo>
                <a:cubicBezTo>
                  <a:pt x="1588" y="1185"/>
                  <a:pt x="1576" y="1212"/>
                  <a:pt x="1553" y="1236"/>
                </a:cubicBezTo>
                <a:cubicBezTo>
                  <a:pt x="1529" y="1260"/>
                  <a:pt x="1501" y="1272"/>
                  <a:pt x="1469" y="1272"/>
                </a:cubicBezTo>
                <a:lnTo>
                  <a:pt x="119" y="1272"/>
                </a:lnTo>
                <a:moveTo>
                  <a:pt x="119" y="1153"/>
                </a:moveTo>
                <a:lnTo>
                  <a:pt x="1469" y="1153"/>
                </a:lnTo>
                <a:lnTo>
                  <a:pt x="1469" y="287"/>
                </a:lnTo>
                <a:lnTo>
                  <a:pt x="119" y="287"/>
                </a:lnTo>
                <a:lnTo>
                  <a:pt x="119" y="1153"/>
                </a:lnTo>
                <a:moveTo>
                  <a:pt x="437" y="1010"/>
                </a:moveTo>
                <a:lnTo>
                  <a:pt x="354" y="927"/>
                </a:lnTo>
                <a:lnTo>
                  <a:pt x="558" y="719"/>
                </a:lnTo>
                <a:lnTo>
                  <a:pt x="352" y="513"/>
                </a:lnTo>
                <a:lnTo>
                  <a:pt x="437" y="430"/>
                </a:lnTo>
                <a:lnTo>
                  <a:pt x="727" y="719"/>
                </a:lnTo>
                <a:lnTo>
                  <a:pt x="437" y="1010"/>
                </a:lnTo>
                <a:moveTo>
                  <a:pt x="814" y="1018"/>
                </a:moveTo>
                <a:lnTo>
                  <a:pt x="814" y="898"/>
                </a:lnTo>
                <a:lnTo>
                  <a:pt x="1251" y="898"/>
                </a:lnTo>
                <a:lnTo>
                  <a:pt x="1251" y="1018"/>
                </a:lnTo>
                <a:lnTo>
                  <a:pt x="814" y="1018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855" name=""/>
          <p:cNvSpPr txBox="1"/>
          <p:nvPr/>
        </p:nvSpPr>
        <p:spPr>
          <a:xfrm>
            <a:off x="2891520" y="4842720"/>
            <a:ext cx="16772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情報セキュリティ責任者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56" name=""/>
          <p:cNvSpPr txBox="1"/>
          <p:nvPr/>
        </p:nvSpPr>
        <p:spPr>
          <a:xfrm>
            <a:off x="5648040" y="4005000"/>
            <a:ext cx="1044720" cy="30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650" spc="-1" strike="noStrike">
                <a:solidFill>
                  <a:srgbClr val="1a1a1a"/>
                </a:solidFill>
                <a:latin typeface="Noto Sans JP"/>
                <a:ea typeface="Noto Sans JP"/>
              </a:rPr>
              <a:t>日々の利用</a:t>
            </a:r>
            <a:endParaRPr b="0" lang="ja-JP" sz="16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57" name=""/>
          <p:cNvSpPr txBox="1"/>
          <p:nvPr/>
        </p:nvSpPr>
        <p:spPr>
          <a:xfrm>
            <a:off x="5554080" y="4357080"/>
            <a:ext cx="12805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10</a:t>
            </a:r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の決まりを守る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58" name=""/>
          <p:cNvSpPr txBox="1"/>
          <p:nvPr/>
        </p:nvSpPr>
        <p:spPr>
          <a:xfrm>
            <a:off x="5943600" y="4623840"/>
            <a:ext cx="4579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利用者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59" name=""/>
          <p:cNvSpPr/>
          <p:nvPr/>
        </p:nvSpPr>
        <p:spPr>
          <a:xfrm>
            <a:off x="7486560" y="3200040"/>
            <a:ext cx="2114640" cy="1981800"/>
          </a:xfrm>
          <a:custGeom>
            <a:avLst/>
            <a:gdLst/>
            <a:ahLst/>
            <a:rect l="0" t="0" r="r" b="b"/>
            <a:pathLst>
              <a:path w="5874" h="5505">
                <a:moveTo>
                  <a:pt x="0" y="5320"/>
                </a:moveTo>
                <a:lnTo>
                  <a:pt x="0" y="186"/>
                </a:lnTo>
                <a:cubicBezTo>
                  <a:pt x="0" y="174"/>
                  <a:pt x="1" y="162"/>
                  <a:pt x="3" y="150"/>
                </a:cubicBezTo>
                <a:cubicBezTo>
                  <a:pt x="6" y="138"/>
                  <a:pt x="9" y="126"/>
                  <a:pt x="14" y="115"/>
                </a:cubicBezTo>
                <a:cubicBezTo>
                  <a:pt x="18" y="104"/>
                  <a:pt x="24" y="93"/>
                  <a:pt x="31" y="83"/>
                </a:cubicBezTo>
                <a:cubicBezTo>
                  <a:pt x="38" y="73"/>
                  <a:pt x="45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2" y="25"/>
                  <a:pt x="103" y="19"/>
                  <a:pt x="114" y="15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5689" y="0"/>
                </a:lnTo>
                <a:cubicBezTo>
                  <a:pt x="5701" y="0"/>
                  <a:pt x="5713" y="2"/>
                  <a:pt x="5725" y="4"/>
                </a:cubicBezTo>
                <a:cubicBezTo>
                  <a:pt x="5737" y="6"/>
                  <a:pt x="5749" y="10"/>
                  <a:pt x="5760" y="15"/>
                </a:cubicBezTo>
                <a:cubicBezTo>
                  <a:pt x="5771" y="19"/>
                  <a:pt x="5782" y="25"/>
                  <a:pt x="5792" y="32"/>
                </a:cubicBezTo>
                <a:cubicBezTo>
                  <a:pt x="5802" y="38"/>
                  <a:pt x="5812" y="46"/>
                  <a:pt x="5820" y="55"/>
                </a:cubicBezTo>
                <a:cubicBezTo>
                  <a:pt x="5829" y="63"/>
                  <a:pt x="5837" y="73"/>
                  <a:pt x="5843" y="83"/>
                </a:cubicBezTo>
                <a:cubicBezTo>
                  <a:pt x="5850" y="93"/>
                  <a:pt x="5856" y="104"/>
                  <a:pt x="5860" y="115"/>
                </a:cubicBezTo>
                <a:cubicBezTo>
                  <a:pt x="5865" y="126"/>
                  <a:pt x="5869" y="138"/>
                  <a:pt x="5871" y="150"/>
                </a:cubicBezTo>
                <a:cubicBezTo>
                  <a:pt x="5873" y="162"/>
                  <a:pt x="5874" y="174"/>
                  <a:pt x="5874" y="186"/>
                </a:cubicBezTo>
                <a:lnTo>
                  <a:pt x="5874" y="5320"/>
                </a:lnTo>
                <a:cubicBezTo>
                  <a:pt x="5874" y="5332"/>
                  <a:pt x="5873" y="5344"/>
                  <a:pt x="5871" y="5356"/>
                </a:cubicBezTo>
                <a:cubicBezTo>
                  <a:pt x="5869" y="5368"/>
                  <a:pt x="5865" y="5379"/>
                  <a:pt x="5860" y="5391"/>
                </a:cubicBezTo>
                <a:cubicBezTo>
                  <a:pt x="5856" y="5402"/>
                  <a:pt x="5850" y="5412"/>
                  <a:pt x="5843" y="5423"/>
                </a:cubicBezTo>
                <a:cubicBezTo>
                  <a:pt x="5837" y="5433"/>
                  <a:pt x="5829" y="5442"/>
                  <a:pt x="5820" y="5451"/>
                </a:cubicBezTo>
                <a:cubicBezTo>
                  <a:pt x="5812" y="5459"/>
                  <a:pt x="5802" y="5467"/>
                  <a:pt x="5792" y="5474"/>
                </a:cubicBezTo>
                <a:cubicBezTo>
                  <a:pt x="5782" y="5480"/>
                  <a:pt x="5771" y="5486"/>
                  <a:pt x="5760" y="5491"/>
                </a:cubicBezTo>
                <a:cubicBezTo>
                  <a:pt x="5749" y="5495"/>
                  <a:pt x="5737" y="5499"/>
                  <a:pt x="5725" y="5501"/>
                </a:cubicBezTo>
                <a:cubicBezTo>
                  <a:pt x="5713" y="5504"/>
                  <a:pt x="5701" y="5505"/>
                  <a:pt x="5689" y="5505"/>
                </a:cubicBezTo>
                <a:lnTo>
                  <a:pt x="185" y="5505"/>
                </a:lnTo>
                <a:cubicBezTo>
                  <a:pt x="173" y="5505"/>
                  <a:pt x="161" y="5504"/>
                  <a:pt x="149" y="5501"/>
                </a:cubicBezTo>
                <a:cubicBezTo>
                  <a:pt x="137" y="5499"/>
                  <a:pt x="125" y="5495"/>
                  <a:pt x="114" y="5491"/>
                </a:cubicBezTo>
                <a:cubicBezTo>
                  <a:pt x="103" y="5486"/>
                  <a:pt x="92" y="5480"/>
                  <a:pt x="82" y="5474"/>
                </a:cubicBezTo>
                <a:cubicBezTo>
                  <a:pt x="72" y="5467"/>
                  <a:pt x="63" y="5459"/>
                  <a:pt x="54" y="5451"/>
                </a:cubicBezTo>
                <a:cubicBezTo>
                  <a:pt x="45" y="5442"/>
                  <a:pt x="38" y="5433"/>
                  <a:pt x="31" y="5423"/>
                </a:cubicBezTo>
                <a:cubicBezTo>
                  <a:pt x="24" y="5412"/>
                  <a:pt x="18" y="5402"/>
                  <a:pt x="14" y="5391"/>
                </a:cubicBezTo>
                <a:cubicBezTo>
                  <a:pt x="9" y="5379"/>
                  <a:pt x="6" y="5368"/>
                  <a:pt x="3" y="5356"/>
                </a:cubicBezTo>
                <a:cubicBezTo>
                  <a:pt x="1" y="5344"/>
                  <a:pt x="0" y="5332"/>
                  <a:pt x="0" y="532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60" name=""/>
          <p:cNvSpPr/>
          <p:nvPr/>
        </p:nvSpPr>
        <p:spPr>
          <a:xfrm>
            <a:off x="7486560" y="3200040"/>
            <a:ext cx="2114640" cy="1981800"/>
          </a:xfrm>
          <a:custGeom>
            <a:avLst/>
            <a:gdLst/>
            <a:ahLst/>
            <a:rect l="0" t="0" r="r" b="b"/>
            <a:pathLst>
              <a:path w="5874" h="5505">
                <a:moveTo>
                  <a:pt x="0" y="5320"/>
                </a:moveTo>
                <a:lnTo>
                  <a:pt x="0" y="186"/>
                </a:lnTo>
                <a:cubicBezTo>
                  <a:pt x="0" y="174"/>
                  <a:pt x="1" y="162"/>
                  <a:pt x="3" y="150"/>
                </a:cubicBezTo>
                <a:cubicBezTo>
                  <a:pt x="6" y="138"/>
                  <a:pt x="9" y="126"/>
                  <a:pt x="14" y="115"/>
                </a:cubicBezTo>
                <a:cubicBezTo>
                  <a:pt x="18" y="104"/>
                  <a:pt x="24" y="93"/>
                  <a:pt x="31" y="83"/>
                </a:cubicBezTo>
                <a:cubicBezTo>
                  <a:pt x="38" y="73"/>
                  <a:pt x="45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2" y="25"/>
                  <a:pt x="103" y="19"/>
                  <a:pt x="114" y="15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5689" y="0"/>
                </a:lnTo>
                <a:cubicBezTo>
                  <a:pt x="5701" y="0"/>
                  <a:pt x="5713" y="2"/>
                  <a:pt x="5725" y="4"/>
                </a:cubicBezTo>
                <a:cubicBezTo>
                  <a:pt x="5737" y="6"/>
                  <a:pt x="5749" y="10"/>
                  <a:pt x="5760" y="15"/>
                </a:cubicBezTo>
                <a:cubicBezTo>
                  <a:pt x="5771" y="19"/>
                  <a:pt x="5782" y="25"/>
                  <a:pt x="5792" y="32"/>
                </a:cubicBezTo>
                <a:cubicBezTo>
                  <a:pt x="5802" y="38"/>
                  <a:pt x="5812" y="46"/>
                  <a:pt x="5820" y="55"/>
                </a:cubicBezTo>
                <a:cubicBezTo>
                  <a:pt x="5829" y="63"/>
                  <a:pt x="5837" y="73"/>
                  <a:pt x="5843" y="83"/>
                </a:cubicBezTo>
                <a:cubicBezTo>
                  <a:pt x="5850" y="93"/>
                  <a:pt x="5856" y="104"/>
                  <a:pt x="5860" y="115"/>
                </a:cubicBezTo>
                <a:cubicBezTo>
                  <a:pt x="5865" y="126"/>
                  <a:pt x="5869" y="138"/>
                  <a:pt x="5871" y="150"/>
                </a:cubicBezTo>
                <a:cubicBezTo>
                  <a:pt x="5873" y="162"/>
                  <a:pt x="5874" y="174"/>
                  <a:pt x="5874" y="186"/>
                </a:cubicBezTo>
                <a:lnTo>
                  <a:pt x="5874" y="5320"/>
                </a:lnTo>
                <a:cubicBezTo>
                  <a:pt x="5874" y="5332"/>
                  <a:pt x="5873" y="5344"/>
                  <a:pt x="5871" y="5356"/>
                </a:cubicBezTo>
                <a:cubicBezTo>
                  <a:pt x="5869" y="5368"/>
                  <a:pt x="5865" y="5379"/>
                  <a:pt x="5860" y="5391"/>
                </a:cubicBezTo>
                <a:cubicBezTo>
                  <a:pt x="5856" y="5402"/>
                  <a:pt x="5850" y="5412"/>
                  <a:pt x="5843" y="5423"/>
                </a:cubicBezTo>
                <a:cubicBezTo>
                  <a:pt x="5837" y="5433"/>
                  <a:pt x="5829" y="5442"/>
                  <a:pt x="5820" y="5451"/>
                </a:cubicBezTo>
                <a:cubicBezTo>
                  <a:pt x="5812" y="5459"/>
                  <a:pt x="5802" y="5467"/>
                  <a:pt x="5792" y="5474"/>
                </a:cubicBezTo>
                <a:cubicBezTo>
                  <a:pt x="5782" y="5480"/>
                  <a:pt x="5771" y="5486"/>
                  <a:pt x="5760" y="5491"/>
                </a:cubicBezTo>
                <a:cubicBezTo>
                  <a:pt x="5749" y="5495"/>
                  <a:pt x="5737" y="5499"/>
                  <a:pt x="5725" y="5501"/>
                </a:cubicBezTo>
                <a:cubicBezTo>
                  <a:pt x="5713" y="5504"/>
                  <a:pt x="5701" y="5505"/>
                  <a:pt x="5689" y="5505"/>
                </a:cubicBezTo>
                <a:lnTo>
                  <a:pt x="185" y="5505"/>
                </a:lnTo>
                <a:cubicBezTo>
                  <a:pt x="173" y="5505"/>
                  <a:pt x="161" y="5504"/>
                  <a:pt x="149" y="5501"/>
                </a:cubicBezTo>
                <a:cubicBezTo>
                  <a:pt x="137" y="5499"/>
                  <a:pt x="125" y="5495"/>
                  <a:pt x="114" y="5491"/>
                </a:cubicBezTo>
                <a:cubicBezTo>
                  <a:pt x="103" y="5486"/>
                  <a:pt x="92" y="5480"/>
                  <a:pt x="82" y="5474"/>
                </a:cubicBezTo>
                <a:cubicBezTo>
                  <a:pt x="72" y="5467"/>
                  <a:pt x="63" y="5459"/>
                  <a:pt x="54" y="5451"/>
                </a:cubicBezTo>
                <a:cubicBezTo>
                  <a:pt x="45" y="5442"/>
                  <a:pt x="38" y="5433"/>
                  <a:pt x="31" y="5423"/>
                </a:cubicBezTo>
                <a:cubicBezTo>
                  <a:pt x="24" y="5412"/>
                  <a:pt x="18" y="5402"/>
                  <a:pt x="14" y="5391"/>
                </a:cubicBezTo>
                <a:cubicBezTo>
                  <a:pt x="9" y="5379"/>
                  <a:pt x="6" y="5368"/>
                  <a:pt x="3" y="5356"/>
                </a:cubicBezTo>
                <a:cubicBezTo>
                  <a:pt x="1" y="5344"/>
                  <a:pt x="0" y="5332"/>
                  <a:pt x="0" y="5320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61" name=""/>
          <p:cNvSpPr/>
          <p:nvPr/>
        </p:nvSpPr>
        <p:spPr>
          <a:xfrm>
            <a:off x="8229240" y="3381120"/>
            <a:ext cx="629280" cy="543240"/>
          </a:xfrm>
          <a:custGeom>
            <a:avLst/>
            <a:gdLst/>
            <a:ahLst/>
            <a:rect l="0" t="0" r="r" b="b"/>
            <a:pathLst>
              <a:path w="1748" h="1509">
                <a:moveTo>
                  <a:pt x="0" y="1509"/>
                </a:moveTo>
                <a:lnTo>
                  <a:pt x="875" y="0"/>
                </a:lnTo>
                <a:lnTo>
                  <a:pt x="1748" y="1509"/>
                </a:lnTo>
                <a:lnTo>
                  <a:pt x="0" y="1509"/>
                </a:lnTo>
                <a:moveTo>
                  <a:pt x="207" y="1390"/>
                </a:moveTo>
                <a:lnTo>
                  <a:pt x="1541" y="1390"/>
                </a:lnTo>
                <a:lnTo>
                  <a:pt x="875" y="238"/>
                </a:lnTo>
                <a:lnTo>
                  <a:pt x="207" y="1390"/>
                </a:lnTo>
                <a:moveTo>
                  <a:pt x="925" y="1260"/>
                </a:moveTo>
                <a:cubicBezTo>
                  <a:pt x="936" y="1248"/>
                  <a:pt x="942" y="1234"/>
                  <a:pt x="942" y="1217"/>
                </a:cubicBezTo>
                <a:cubicBezTo>
                  <a:pt x="942" y="1200"/>
                  <a:pt x="936" y="1186"/>
                  <a:pt x="925" y="1175"/>
                </a:cubicBezTo>
                <a:cubicBezTo>
                  <a:pt x="913" y="1164"/>
                  <a:pt x="899" y="1158"/>
                  <a:pt x="882" y="1158"/>
                </a:cubicBezTo>
                <a:cubicBezTo>
                  <a:pt x="865" y="1158"/>
                  <a:pt x="851" y="1164"/>
                  <a:pt x="840" y="1175"/>
                </a:cubicBezTo>
                <a:cubicBezTo>
                  <a:pt x="829" y="1187"/>
                  <a:pt x="823" y="1201"/>
                  <a:pt x="823" y="1218"/>
                </a:cubicBezTo>
                <a:cubicBezTo>
                  <a:pt x="823" y="1235"/>
                  <a:pt x="829" y="1249"/>
                  <a:pt x="840" y="1260"/>
                </a:cubicBezTo>
                <a:cubicBezTo>
                  <a:pt x="852" y="1272"/>
                  <a:pt x="866" y="1277"/>
                  <a:pt x="883" y="1277"/>
                </a:cubicBezTo>
                <a:cubicBezTo>
                  <a:pt x="900" y="1277"/>
                  <a:pt x="914" y="1271"/>
                  <a:pt x="925" y="1260"/>
                </a:cubicBezTo>
                <a:moveTo>
                  <a:pt x="823" y="1057"/>
                </a:moveTo>
                <a:lnTo>
                  <a:pt x="942" y="1057"/>
                </a:lnTo>
                <a:lnTo>
                  <a:pt x="942" y="612"/>
                </a:lnTo>
                <a:lnTo>
                  <a:pt x="823" y="612"/>
                </a:lnTo>
                <a:lnTo>
                  <a:pt x="823" y="1057"/>
                </a:lnTo>
                <a:moveTo>
                  <a:pt x="875" y="815"/>
                </a:moveTo>
                <a:lnTo>
                  <a:pt x="875" y="815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862" name=""/>
          <p:cNvSpPr txBox="1"/>
          <p:nvPr/>
        </p:nvSpPr>
        <p:spPr>
          <a:xfrm>
            <a:off x="6154920" y="4842720"/>
            <a:ext cx="1519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 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63" name=""/>
          <p:cNvSpPr txBox="1"/>
          <p:nvPr/>
        </p:nvSpPr>
        <p:spPr>
          <a:xfrm>
            <a:off x="8019000" y="4005000"/>
            <a:ext cx="1044720" cy="30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650" spc="-1" strike="noStrike">
                <a:solidFill>
                  <a:srgbClr val="1a1a1a"/>
                </a:solidFill>
                <a:latin typeface="Noto Sans JP"/>
                <a:ea typeface="Noto Sans JP"/>
              </a:rPr>
              <a:t>事故のとき</a:t>
            </a:r>
            <a:endParaRPr b="0" lang="ja-JP" sz="16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64" name=""/>
          <p:cNvSpPr txBox="1"/>
          <p:nvPr/>
        </p:nvSpPr>
        <p:spPr>
          <a:xfrm>
            <a:off x="7628400" y="4357080"/>
            <a:ext cx="18295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報告、封じ込め、再発防止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65" name=""/>
          <p:cNvSpPr txBox="1"/>
          <p:nvPr/>
        </p:nvSpPr>
        <p:spPr>
          <a:xfrm>
            <a:off x="7780680" y="4623840"/>
            <a:ext cx="15246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利用者、基盤の担当、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66" name=""/>
          <p:cNvSpPr txBox="1"/>
          <p:nvPr/>
        </p:nvSpPr>
        <p:spPr>
          <a:xfrm>
            <a:off x="7709040" y="4842720"/>
            <a:ext cx="16772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情報セキュリティ責任者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67" name=""/>
          <p:cNvSpPr/>
          <p:nvPr/>
        </p:nvSpPr>
        <p:spPr>
          <a:xfrm>
            <a:off x="4867200" y="4181400"/>
            <a:ext cx="533520" cy="19440"/>
          </a:xfrm>
          <a:custGeom>
            <a:avLst/>
            <a:gdLst/>
            <a:ahLst/>
            <a:rect l="0" t="0" r="r" b="b"/>
            <a:pathLst>
              <a:path w="1482" h="54">
                <a:moveTo>
                  <a:pt x="0" y="0"/>
                </a:moveTo>
                <a:lnTo>
                  <a:pt x="1482" y="0"/>
                </a:lnTo>
                <a:lnTo>
                  <a:pt x="1482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868" name=""/>
          <p:cNvSpPr/>
          <p:nvPr/>
        </p:nvSpPr>
        <p:spPr>
          <a:xfrm>
            <a:off x="5305320" y="4133520"/>
            <a:ext cx="95400" cy="114840"/>
          </a:xfrm>
          <a:custGeom>
            <a:avLst/>
            <a:gdLst/>
            <a:ahLst/>
            <a:rect l="0" t="0" r="r" b="b"/>
            <a:pathLst>
              <a:path w="265" h="319">
                <a:moveTo>
                  <a:pt x="0" y="0"/>
                </a:moveTo>
                <a:lnTo>
                  <a:pt x="0" y="319"/>
                </a:lnTo>
                <a:lnTo>
                  <a:pt x="265" y="16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869" name=""/>
          <p:cNvSpPr/>
          <p:nvPr/>
        </p:nvSpPr>
        <p:spPr>
          <a:xfrm>
            <a:off x="6943680" y="4181400"/>
            <a:ext cx="533520" cy="19440"/>
          </a:xfrm>
          <a:custGeom>
            <a:avLst/>
            <a:gdLst/>
            <a:ahLst/>
            <a:rect l="0" t="0" r="r" b="b"/>
            <a:pathLst>
              <a:path w="1482" h="54">
                <a:moveTo>
                  <a:pt x="0" y="0"/>
                </a:moveTo>
                <a:lnTo>
                  <a:pt x="1482" y="0"/>
                </a:lnTo>
                <a:lnTo>
                  <a:pt x="1482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870" name=""/>
          <p:cNvSpPr/>
          <p:nvPr/>
        </p:nvSpPr>
        <p:spPr>
          <a:xfrm>
            <a:off x="7381800" y="4133520"/>
            <a:ext cx="95400" cy="114840"/>
          </a:xfrm>
          <a:custGeom>
            <a:avLst/>
            <a:gdLst/>
            <a:ahLst/>
            <a:rect l="0" t="0" r="r" b="b"/>
            <a:pathLst>
              <a:path w="265" h="319">
                <a:moveTo>
                  <a:pt x="0" y="0"/>
                </a:moveTo>
                <a:lnTo>
                  <a:pt x="0" y="319"/>
                </a:lnTo>
                <a:lnTo>
                  <a:pt x="265" y="16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871" name=""/>
          <p:cNvSpPr txBox="1"/>
          <p:nvPr/>
        </p:nvSpPr>
        <p:spPr>
          <a:xfrm>
            <a:off x="8497440" y="556560"/>
            <a:ext cx="293148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全体 ∕ 計画 ∕ </a:t>
            </a:r>
            <a:r>
              <a:rPr b="1" lang="ja-JP" sz="1200" spc="-1" strike="noStrike">
                <a:solidFill>
                  <a:srgbClr val="0017c1"/>
                </a:solidFill>
                <a:latin typeface="Noto Sans JP"/>
                <a:ea typeface="Noto Sans JP"/>
              </a:rPr>
              <a:t>運用</a:t>
            </a:r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 ∕ 評価 ∕ 改善 ∕ 承認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72" name=""/>
          <p:cNvSpPr txBox="1"/>
          <p:nvPr/>
        </p:nvSpPr>
        <p:spPr>
          <a:xfrm>
            <a:off x="11413080" y="6442920"/>
            <a:ext cx="1699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10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7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7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76" name=""/>
          <p:cNvSpPr/>
          <p:nvPr/>
        </p:nvSpPr>
        <p:spPr>
          <a:xfrm>
            <a:off x="609480" y="971280"/>
            <a:ext cx="10973160" cy="38520"/>
          </a:xfrm>
          <a:custGeom>
            <a:avLst/>
            <a:gdLst/>
            <a:ahLst/>
            <a:rect l="0" t="0" r="r" b="b"/>
            <a:pathLst>
              <a:path w="30481" h="107">
                <a:moveTo>
                  <a:pt x="0" y="0"/>
                </a:moveTo>
                <a:lnTo>
                  <a:pt x="30481" y="0"/>
                </a:lnTo>
                <a:lnTo>
                  <a:pt x="3048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877" name=""/>
          <p:cNvSpPr txBox="1"/>
          <p:nvPr/>
        </p:nvSpPr>
        <p:spPr>
          <a:xfrm>
            <a:off x="609480" y="392760"/>
            <a:ext cx="2401200" cy="497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2700" spc="-1" strike="noStrike">
                <a:solidFill>
                  <a:srgbClr val="1a1a1a"/>
                </a:solidFill>
                <a:latin typeface="Noto Sans JP"/>
                <a:ea typeface="Noto Sans JP"/>
              </a:rPr>
              <a:t>利用開始の流れ</a:t>
            </a:r>
            <a:endParaRPr b="0" lang="ja-JP" sz="27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78" name=""/>
          <p:cNvSpPr/>
          <p:nvPr/>
        </p:nvSpPr>
        <p:spPr>
          <a:xfrm>
            <a:off x="609480" y="1599840"/>
            <a:ext cx="10973160" cy="4800960"/>
          </a:xfrm>
          <a:custGeom>
            <a:avLst/>
            <a:gdLst/>
            <a:ahLst/>
            <a:rect l="0" t="0" r="r" b="b"/>
            <a:pathLst>
              <a:path w="30481" h="13336">
                <a:moveTo>
                  <a:pt x="0" y="13125"/>
                </a:moveTo>
                <a:lnTo>
                  <a:pt x="0" y="212"/>
                </a:lnTo>
                <a:cubicBezTo>
                  <a:pt x="0" y="198"/>
                  <a:pt x="1" y="185"/>
                  <a:pt x="4" y="171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1" y="118"/>
                  <a:pt x="28" y="106"/>
                  <a:pt x="36" y="95"/>
                </a:cubicBezTo>
                <a:cubicBezTo>
                  <a:pt x="43" y="83"/>
                  <a:pt x="52" y="72"/>
                  <a:pt x="62" y="62"/>
                </a:cubicBezTo>
                <a:cubicBezTo>
                  <a:pt x="72" y="53"/>
                  <a:pt x="82" y="44"/>
                  <a:pt x="94" y="36"/>
                </a:cubicBezTo>
                <a:cubicBezTo>
                  <a:pt x="105" y="28"/>
                  <a:pt x="118" y="22"/>
                  <a:pt x="130" y="17"/>
                </a:cubicBezTo>
                <a:cubicBezTo>
                  <a:pt x="143" y="11"/>
                  <a:pt x="157" y="7"/>
                  <a:pt x="170" y="5"/>
                </a:cubicBezTo>
                <a:cubicBezTo>
                  <a:pt x="184" y="2"/>
                  <a:pt x="198" y="0"/>
                  <a:pt x="211" y="0"/>
                </a:cubicBezTo>
                <a:lnTo>
                  <a:pt x="30269" y="0"/>
                </a:lnTo>
                <a:cubicBezTo>
                  <a:pt x="30283" y="0"/>
                  <a:pt x="30297" y="2"/>
                  <a:pt x="30310" y="5"/>
                </a:cubicBezTo>
                <a:cubicBezTo>
                  <a:pt x="30324" y="7"/>
                  <a:pt x="30337" y="11"/>
                  <a:pt x="30350" y="17"/>
                </a:cubicBezTo>
                <a:cubicBezTo>
                  <a:pt x="30363" y="22"/>
                  <a:pt x="30375" y="28"/>
                  <a:pt x="30387" y="36"/>
                </a:cubicBezTo>
                <a:cubicBezTo>
                  <a:pt x="30398" y="44"/>
                  <a:pt x="30409" y="53"/>
                  <a:pt x="30419" y="62"/>
                </a:cubicBezTo>
                <a:cubicBezTo>
                  <a:pt x="30429" y="72"/>
                  <a:pt x="30437" y="83"/>
                  <a:pt x="30445" y="95"/>
                </a:cubicBezTo>
                <a:cubicBezTo>
                  <a:pt x="30453" y="106"/>
                  <a:pt x="30459" y="118"/>
                  <a:pt x="30465" y="131"/>
                </a:cubicBezTo>
                <a:cubicBezTo>
                  <a:pt x="30470" y="144"/>
                  <a:pt x="30474" y="157"/>
                  <a:pt x="30477" y="171"/>
                </a:cubicBezTo>
                <a:cubicBezTo>
                  <a:pt x="30479" y="185"/>
                  <a:pt x="30481" y="198"/>
                  <a:pt x="30481" y="212"/>
                </a:cubicBezTo>
                <a:lnTo>
                  <a:pt x="30481" y="13125"/>
                </a:lnTo>
                <a:cubicBezTo>
                  <a:pt x="30481" y="13139"/>
                  <a:pt x="30479" y="13152"/>
                  <a:pt x="30477" y="13166"/>
                </a:cubicBezTo>
                <a:cubicBezTo>
                  <a:pt x="30474" y="13180"/>
                  <a:pt x="30470" y="13193"/>
                  <a:pt x="30465" y="13206"/>
                </a:cubicBezTo>
                <a:cubicBezTo>
                  <a:pt x="30459" y="13219"/>
                  <a:pt x="30453" y="13231"/>
                  <a:pt x="30445" y="13242"/>
                </a:cubicBezTo>
                <a:cubicBezTo>
                  <a:pt x="30437" y="13254"/>
                  <a:pt x="30429" y="13265"/>
                  <a:pt x="30419" y="13275"/>
                </a:cubicBezTo>
                <a:cubicBezTo>
                  <a:pt x="30409" y="13284"/>
                  <a:pt x="30398" y="13293"/>
                  <a:pt x="30387" y="13301"/>
                </a:cubicBezTo>
                <a:cubicBezTo>
                  <a:pt x="30375" y="13309"/>
                  <a:pt x="30363" y="13315"/>
                  <a:pt x="30350" y="13320"/>
                </a:cubicBezTo>
                <a:cubicBezTo>
                  <a:pt x="30337" y="13326"/>
                  <a:pt x="30324" y="13330"/>
                  <a:pt x="30310" y="13332"/>
                </a:cubicBezTo>
                <a:cubicBezTo>
                  <a:pt x="30297" y="13335"/>
                  <a:pt x="30283" y="13336"/>
                  <a:pt x="30269" y="13336"/>
                </a:cubicBezTo>
                <a:lnTo>
                  <a:pt x="211" y="13336"/>
                </a:lnTo>
                <a:cubicBezTo>
                  <a:pt x="198" y="13336"/>
                  <a:pt x="184" y="13335"/>
                  <a:pt x="170" y="13332"/>
                </a:cubicBezTo>
                <a:cubicBezTo>
                  <a:pt x="157" y="13330"/>
                  <a:pt x="143" y="13326"/>
                  <a:pt x="130" y="13320"/>
                </a:cubicBezTo>
                <a:cubicBezTo>
                  <a:pt x="118" y="13315"/>
                  <a:pt x="105" y="13309"/>
                  <a:pt x="94" y="13301"/>
                </a:cubicBezTo>
                <a:cubicBezTo>
                  <a:pt x="82" y="13293"/>
                  <a:pt x="72" y="13284"/>
                  <a:pt x="62" y="13275"/>
                </a:cubicBezTo>
                <a:cubicBezTo>
                  <a:pt x="52" y="13265"/>
                  <a:pt x="43" y="13254"/>
                  <a:pt x="36" y="13242"/>
                </a:cubicBezTo>
                <a:cubicBezTo>
                  <a:pt x="28" y="13231"/>
                  <a:pt x="21" y="13219"/>
                  <a:pt x="16" y="13206"/>
                </a:cubicBezTo>
                <a:cubicBezTo>
                  <a:pt x="11" y="13193"/>
                  <a:pt x="7" y="13180"/>
                  <a:pt x="4" y="13166"/>
                </a:cubicBezTo>
                <a:cubicBezTo>
                  <a:pt x="1" y="13152"/>
                  <a:pt x="0" y="13139"/>
                  <a:pt x="0" y="13125"/>
                </a:cubicBezTo>
                <a:close/>
              </a:path>
            </a:pathLst>
          </a:custGeom>
          <a:solidFill>
            <a:srgbClr val="e8f1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79" name=""/>
          <p:cNvSpPr txBox="1"/>
          <p:nvPr/>
        </p:nvSpPr>
        <p:spPr>
          <a:xfrm>
            <a:off x="609480" y="1090800"/>
            <a:ext cx="586800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利用開始では、申請と承認を経て環境を払い出す</a:t>
            </a:r>
            <a:endParaRPr b="0" lang="ja-JP" sz="21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80" name=""/>
          <p:cNvSpPr/>
          <p:nvPr/>
        </p:nvSpPr>
        <p:spPr>
          <a:xfrm>
            <a:off x="1952280" y="3200040"/>
            <a:ext cx="1200600" cy="1981800"/>
          </a:xfrm>
          <a:custGeom>
            <a:avLst/>
            <a:gdLst/>
            <a:ahLst/>
            <a:rect l="0" t="0" r="r" b="b"/>
            <a:pathLst>
              <a:path w="3335" h="5505">
                <a:moveTo>
                  <a:pt x="0" y="5320"/>
                </a:moveTo>
                <a:lnTo>
                  <a:pt x="0" y="186"/>
                </a:lnTo>
                <a:cubicBezTo>
                  <a:pt x="0" y="174"/>
                  <a:pt x="2" y="162"/>
                  <a:pt x="4" y="150"/>
                </a:cubicBezTo>
                <a:cubicBezTo>
                  <a:pt x="6" y="138"/>
                  <a:pt x="10" y="126"/>
                  <a:pt x="15" y="115"/>
                </a:cubicBezTo>
                <a:cubicBezTo>
                  <a:pt x="19" y="104"/>
                  <a:pt x="25" y="93"/>
                  <a:pt x="32" y="83"/>
                </a:cubicBezTo>
                <a:cubicBezTo>
                  <a:pt x="38" y="73"/>
                  <a:pt x="46" y="63"/>
                  <a:pt x="55" y="55"/>
                </a:cubicBezTo>
                <a:cubicBezTo>
                  <a:pt x="63" y="46"/>
                  <a:pt x="73" y="38"/>
                  <a:pt x="83" y="32"/>
                </a:cubicBezTo>
                <a:cubicBezTo>
                  <a:pt x="93" y="25"/>
                  <a:pt x="104" y="19"/>
                  <a:pt x="115" y="15"/>
                </a:cubicBezTo>
                <a:cubicBezTo>
                  <a:pt x="126" y="10"/>
                  <a:pt x="138" y="6"/>
                  <a:pt x="150" y="4"/>
                </a:cubicBezTo>
                <a:cubicBezTo>
                  <a:pt x="161" y="2"/>
                  <a:pt x="174" y="0"/>
                  <a:pt x="186" y="0"/>
                </a:cubicBezTo>
                <a:lnTo>
                  <a:pt x="3150" y="0"/>
                </a:lnTo>
                <a:cubicBezTo>
                  <a:pt x="3162" y="0"/>
                  <a:pt x="3174" y="2"/>
                  <a:pt x="3186" y="4"/>
                </a:cubicBezTo>
                <a:cubicBezTo>
                  <a:pt x="3198" y="6"/>
                  <a:pt x="3210" y="10"/>
                  <a:pt x="3221" y="15"/>
                </a:cubicBezTo>
                <a:cubicBezTo>
                  <a:pt x="3232" y="19"/>
                  <a:pt x="3243" y="25"/>
                  <a:pt x="3253" y="32"/>
                </a:cubicBezTo>
                <a:cubicBezTo>
                  <a:pt x="3263" y="38"/>
                  <a:pt x="3272" y="46"/>
                  <a:pt x="3281" y="55"/>
                </a:cubicBezTo>
                <a:cubicBezTo>
                  <a:pt x="3290" y="63"/>
                  <a:pt x="3297" y="73"/>
                  <a:pt x="3304" y="83"/>
                </a:cubicBezTo>
                <a:cubicBezTo>
                  <a:pt x="3311" y="93"/>
                  <a:pt x="3316" y="104"/>
                  <a:pt x="3321" y="115"/>
                </a:cubicBezTo>
                <a:cubicBezTo>
                  <a:pt x="3326" y="126"/>
                  <a:pt x="3329" y="138"/>
                  <a:pt x="3332" y="150"/>
                </a:cubicBezTo>
                <a:cubicBezTo>
                  <a:pt x="3334" y="162"/>
                  <a:pt x="3335" y="174"/>
                  <a:pt x="3335" y="186"/>
                </a:cubicBezTo>
                <a:lnTo>
                  <a:pt x="3335" y="5320"/>
                </a:lnTo>
                <a:cubicBezTo>
                  <a:pt x="3335" y="5332"/>
                  <a:pt x="3334" y="5344"/>
                  <a:pt x="3332" y="5356"/>
                </a:cubicBezTo>
                <a:cubicBezTo>
                  <a:pt x="3329" y="5368"/>
                  <a:pt x="3326" y="5379"/>
                  <a:pt x="3321" y="5391"/>
                </a:cubicBezTo>
                <a:cubicBezTo>
                  <a:pt x="3316" y="5402"/>
                  <a:pt x="3311" y="5412"/>
                  <a:pt x="3304" y="5423"/>
                </a:cubicBezTo>
                <a:cubicBezTo>
                  <a:pt x="3297" y="5433"/>
                  <a:pt x="3290" y="5442"/>
                  <a:pt x="3281" y="5451"/>
                </a:cubicBezTo>
                <a:cubicBezTo>
                  <a:pt x="3272" y="5459"/>
                  <a:pt x="3263" y="5467"/>
                  <a:pt x="3253" y="5474"/>
                </a:cubicBezTo>
                <a:cubicBezTo>
                  <a:pt x="3243" y="5480"/>
                  <a:pt x="3232" y="5486"/>
                  <a:pt x="3221" y="5491"/>
                </a:cubicBezTo>
                <a:cubicBezTo>
                  <a:pt x="3210" y="5495"/>
                  <a:pt x="3198" y="5499"/>
                  <a:pt x="3186" y="5501"/>
                </a:cubicBezTo>
                <a:cubicBezTo>
                  <a:pt x="3174" y="5504"/>
                  <a:pt x="3162" y="5505"/>
                  <a:pt x="3150" y="5505"/>
                </a:cubicBezTo>
                <a:lnTo>
                  <a:pt x="186" y="5505"/>
                </a:lnTo>
                <a:cubicBezTo>
                  <a:pt x="174" y="5505"/>
                  <a:pt x="161" y="5504"/>
                  <a:pt x="150" y="5501"/>
                </a:cubicBezTo>
                <a:cubicBezTo>
                  <a:pt x="138" y="5499"/>
                  <a:pt x="126" y="5495"/>
                  <a:pt x="115" y="5491"/>
                </a:cubicBezTo>
                <a:cubicBezTo>
                  <a:pt x="104" y="5486"/>
                  <a:pt x="93" y="5480"/>
                  <a:pt x="83" y="5474"/>
                </a:cubicBezTo>
                <a:cubicBezTo>
                  <a:pt x="73" y="5467"/>
                  <a:pt x="63" y="5459"/>
                  <a:pt x="55" y="5451"/>
                </a:cubicBezTo>
                <a:cubicBezTo>
                  <a:pt x="46" y="5442"/>
                  <a:pt x="38" y="5433"/>
                  <a:pt x="32" y="5423"/>
                </a:cubicBezTo>
                <a:cubicBezTo>
                  <a:pt x="25" y="5412"/>
                  <a:pt x="19" y="5402"/>
                  <a:pt x="15" y="5391"/>
                </a:cubicBezTo>
                <a:cubicBezTo>
                  <a:pt x="10" y="5379"/>
                  <a:pt x="6" y="5368"/>
                  <a:pt x="4" y="5356"/>
                </a:cubicBezTo>
                <a:cubicBezTo>
                  <a:pt x="2" y="5344"/>
                  <a:pt x="0" y="5332"/>
                  <a:pt x="0" y="532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81" name=""/>
          <p:cNvSpPr/>
          <p:nvPr/>
        </p:nvSpPr>
        <p:spPr>
          <a:xfrm>
            <a:off x="1952280" y="3200040"/>
            <a:ext cx="1200600" cy="1981800"/>
          </a:xfrm>
          <a:custGeom>
            <a:avLst/>
            <a:gdLst/>
            <a:ahLst/>
            <a:rect l="0" t="0" r="r" b="b"/>
            <a:pathLst>
              <a:path w="3335" h="5505">
                <a:moveTo>
                  <a:pt x="0" y="5320"/>
                </a:moveTo>
                <a:lnTo>
                  <a:pt x="0" y="186"/>
                </a:lnTo>
                <a:cubicBezTo>
                  <a:pt x="0" y="174"/>
                  <a:pt x="2" y="162"/>
                  <a:pt x="4" y="150"/>
                </a:cubicBezTo>
                <a:cubicBezTo>
                  <a:pt x="6" y="138"/>
                  <a:pt x="10" y="126"/>
                  <a:pt x="15" y="115"/>
                </a:cubicBezTo>
                <a:cubicBezTo>
                  <a:pt x="19" y="104"/>
                  <a:pt x="25" y="93"/>
                  <a:pt x="32" y="83"/>
                </a:cubicBezTo>
                <a:cubicBezTo>
                  <a:pt x="38" y="73"/>
                  <a:pt x="46" y="63"/>
                  <a:pt x="55" y="55"/>
                </a:cubicBezTo>
                <a:cubicBezTo>
                  <a:pt x="63" y="46"/>
                  <a:pt x="73" y="38"/>
                  <a:pt x="83" y="32"/>
                </a:cubicBezTo>
                <a:cubicBezTo>
                  <a:pt x="93" y="25"/>
                  <a:pt x="104" y="19"/>
                  <a:pt x="115" y="15"/>
                </a:cubicBezTo>
                <a:cubicBezTo>
                  <a:pt x="126" y="10"/>
                  <a:pt x="138" y="6"/>
                  <a:pt x="150" y="4"/>
                </a:cubicBezTo>
                <a:cubicBezTo>
                  <a:pt x="161" y="2"/>
                  <a:pt x="174" y="0"/>
                  <a:pt x="186" y="0"/>
                </a:cubicBezTo>
                <a:lnTo>
                  <a:pt x="3150" y="0"/>
                </a:lnTo>
                <a:cubicBezTo>
                  <a:pt x="3162" y="0"/>
                  <a:pt x="3174" y="2"/>
                  <a:pt x="3186" y="4"/>
                </a:cubicBezTo>
                <a:cubicBezTo>
                  <a:pt x="3198" y="6"/>
                  <a:pt x="3210" y="10"/>
                  <a:pt x="3221" y="15"/>
                </a:cubicBezTo>
                <a:cubicBezTo>
                  <a:pt x="3232" y="19"/>
                  <a:pt x="3243" y="25"/>
                  <a:pt x="3253" y="32"/>
                </a:cubicBezTo>
                <a:cubicBezTo>
                  <a:pt x="3263" y="38"/>
                  <a:pt x="3272" y="46"/>
                  <a:pt x="3281" y="55"/>
                </a:cubicBezTo>
                <a:cubicBezTo>
                  <a:pt x="3290" y="63"/>
                  <a:pt x="3297" y="73"/>
                  <a:pt x="3304" y="83"/>
                </a:cubicBezTo>
                <a:cubicBezTo>
                  <a:pt x="3311" y="93"/>
                  <a:pt x="3316" y="104"/>
                  <a:pt x="3321" y="115"/>
                </a:cubicBezTo>
                <a:cubicBezTo>
                  <a:pt x="3326" y="126"/>
                  <a:pt x="3329" y="138"/>
                  <a:pt x="3332" y="150"/>
                </a:cubicBezTo>
                <a:cubicBezTo>
                  <a:pt x="3334" y="162"/>
                  <a:pt x="3335" y="174"/>
                  <a:pt x="3335" y="186"/>
                </a:cubicBezTo>
                <a:lnTo>
                  <a:pt x="3335" y="5320"/>
                </a:lnTo>
                <a:cubicBezTo>
                  <a:pt x="3335" y="5332"/>
                  <a:pt x="3334" y="5344"/>
                  <a:pt x="3332" y="5356"/>
                </a:cubicBezTo>
                <a:cubicBezTo>
                  <a:pt x="3329" y="5368"/>
                  <a:pt x="3326" y="5379"/>
                  <a:pt x="3321" y="5391"/>
                </a:cubicBezTo>
                <a:cubicBezTo>
                  <a:pt x="3316" y="5402"/>
                  <a:pt x="3311" y="5412"/>
                  <a:pt x="3304" y="5423"/>
                </a:cubicBezTo>
                <a:cubicBezTo>
                  <a:pt x="3297" y="5433"/>
                  <a:pt x="3290" y="5442"/>
                  <a:pt x="3281" y="5451"/>
                </a:cubicBezTo>
                <a:cubicBezTo>
                  <a:pt x="3272" y="5459"/>
                  <a:pt x="3263" y="5467"/>
                  <a:pt x="3253" y="5474"/>
                </a:cubicBezTo>
                <a:cubicBezTo>
                  <a:pt x="3243" y="5480"/>
                  <a:pt x="3232" y="5486"/>
                  <a:pt x="3221" y="5491"/>
                </a:cubicBezTo>
                <a:cubicBezTo>
                  <a:pt x="3210" y="5495"/>
                  <a:pt x="3198" y="5499"/>
                  <a:pt x="3186" y="5501"/>
                </a:cubicBezTo>
                <a:cubicBezTo>
                  <a:pt x="3174" y="5504"/>
                  <a:pt x="3162" y="5505"/>
                  <a:pt x="3150" y="5505"/>
                </a:cubicBezTo>
                <a:lnTo>
                  <a:pt x="186" y="5505"/>
                </a:lnTo>
                <a:cubicBezTo>
                  <a:pt x="174" y="5505"/>
                  <a:pt x="161" y="5504"/>
                  <a:pt x="150" y="5501"/>
                </a:cubicBezTo>
                <a:cubicBezTo>
                  <a:pt x="138" y="5499"/>
                  <a:pt x="126" y="5495"/>
                  <a:pt x="115" y="5491"/>
                </a:cubicBezTo>
                <a:cubicBezTo>
                  <a:pt x="104" y="5486"/>
                  <a:pt x="93" y="5480"/>
                  <a:pt x="83" y="5474"/>
                </a:cubicBezTo>
                <a:cubicBezTo>
                  <a:pt x="73" y="5467"/>
                  <a:pt x="63" y="5459"/>
                  <a:pt x="55" y="5451"/>
                </a:cubicBezTo>
                <a:cubicBezTo>
                  <a:pt x="46" y="5442"/>
                  <a:pt x="38" y="5433"/>
                  <a:pt x="32" y="5423"/>
                </a:cubicBezTo>
                <a:cubicBezTo>
                  <a:pt x="25" y="5412"/>
                  <a:pt x="19" y="5402"/>
                  <a:pt x="15" y="5391"/>
                </a:cubicBezTo>
                <a:cubicBezTo>
                  <a:pt x="10" y="5379"/>
                  <a:pt x="6" y="5368"/>
                  <a:pt x="4" y="5356"/>
                </a:cubicBezTo>
                <a:cubicBezTo>
                  <a:pt x="2" y="5344"/>
                  <a:pt x="0" y="5332"/>
                  <a:pt x="0" y="5320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82" name=""/>
          <p:cNvSpPr/>
          <p:nvPr/>
        </p:nvSpPr>
        <p:spPr>
          <a:xfrm>
            <a:off x="2323800" y="3381120"/>
            <a:ext cx="457920" cy="572040"/>
          </a:xfrm>
          <a:custGeom>
            <a:avLst/>
            <a:gdLst/>
            <a:ahLst/>
            <a:rect l="0" t="0" r="r" b="b"/>
            <a:pathLst>
              <a:path w="1272" h="1589">
                <a:moveTo>
                  <a:pt x="317" y="1251"/>
                </a:moveTo>
                <a:lnTo>
                  <a:pt x="957" y="1251"/>
                </a:lnTo>
                <a:lnTo>
                  <a:pt x="957" y="1132"/>
                </a:lnTo>
                <a:lnTo>
                  <a:pt x="317" y="1132"/>
                </a:lnTo>
                <a:lnTo>
                  <a:pt x="317" y="1251"/>
                </a:lnTo>
                <a:moveTo>
                  <a:pt x="317" y="913"/>
                </a:moveTo>
                <a:lnTo>
                  <a:pt x="957" y="913"/>
                </a:lnTo>
                <a:lnTo>
                  <a:pt x="957" y="794"/>
                </a:lnTo>
                <a:lnTo>
                  <a:pt x="317" y="794"/>
                </a:lnTo>
                <a:lnTo>
                  <a:pt x="317" y="913"/>
                </a:lnTo>
                <a:moveTo>
                  <a:pt x="119" y="1589"/>
                </a:moveTo>
                <a:cubicBezTo>
                  <a:pt x="88" y="1589"/>
                  <a:pt x="60" y="1577"/>
                  <a:pt x="36" y="1553"/>
                </a:cubicBezTo>
                <a:cubicBezTo>
                  <a:pt x="12" y="1529"/>
                  <a:pt x="0" y="1501"/>
                  <a:pt x="0" y="1470"/>
                </a:cubicBezTo>
                <a:lnTo>
                  <a:pt x="0" y="119"/>
                </a:lnTo>
                <a:cubicBezTo>
                  <a:pt x="0" y="88"/>
                  <a:pt x="12" y="60"/>
                  <a:pt x="36" y="36"/>
                </a:cubicBezTo>
                <a:cubicBezTo>
                  <a:pt x="60" y="12"/>
                  <a:pt x="88" y="0"/>
                  <a:pt x="119" y="0"/>
                </a:cubicBezTo>
                <a:lnTo>
                  <a:pt x="837" y="0"/>
                </a:lnTo>
                <a:lnTo>
                  <a:pt x="1272" y="435"/>
                </a:lnTo>
                <a:lnTo>
                  <a:pt x="1272" y="1470"/>
                </a:lnTo>
                <a:cubicBezTo>
                  <a:pt x="1272" y="1501"/>
                  <a:pt x="1260" y="1529"/>
                  <a:pt x="1237" y="1553"/>
                </a:cubicBezTo>
                <a:cubicBezTo>
                  <a:pt x="1213" y="1577"/>
                  <a:pt x="1185" y="1589"/>
                  <a:pt x="1153" y="1589"/>
                </a:cubicBezTo>
                <a:lnTo>
                  <a:pt x="119" y="1589"/>
                </a:lnTo>
                <a:moveTo>
                  <a:pt x="777" y="488"/>
                </a:moveTo>
                <a:lnTo>
                  <a:pt x="777" y="119"/>
                </a:lnTo>
                <a:lnTo>
                  <a:pt x="119" y="119"/>
                </a:lnTo>
                <a:lnTo>
                  <a:pt x="119" y="1470"/>
                </a:lnTo>
                <a:lnTo>
                  <a:pt x="1153" y="1470"/>
                </a:lnTo>
                <a:lnTo>
                  <a:pt x="1153" y="488"/>
                </a:lnTo>
                <a:lnTo>
                  <a:pt x="777" y="488"/>
                </a:lnTo>
                <a:moveTo>
                  <a:pt x="119" y="119"/>
                </a:moveTo>
                <a:lnTo>
                  <a:pt x="119" y="488"/>
                </a:lnTo>
                <a:lnTo>
                  <a:pt x="119" y="119"/>
                </a:lnTo>
                <a:lnTo>
                  <a:pt x="119" y="1470"/>
                </a:lnTo>
                <a:lnTo>
                  <a:pt x="119" y="119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883" name=""/>
          <p:cNvSpPr txBox="1"/>
          <p:nvPr/>
        </p:nvSpPr>
        <p:spPr>
          <a:xfrm>
            <a:off x="799920" y="1716120"/>
            <a:ext cx="36673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4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つの手順を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3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つの役割が分担する</a:t>
            </a:r>
            <a:endParaRPr b="0" lang="ja-JP" sz="18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84" name=""/>
          <p:cNvSpPr txBox="1"/>
          <p:nvPr/>
        </p:nvSpPr>
        <p:spPr>
          <a:xfrm>
            <a:off x="2344320" y="4005000"/>
            <a:ext cx="418320" cy="30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650" spc="-1" strike="noStrike">
                <a:solidFill>
                  <a:srgbClr val="1a1a1a"/>
                </a:solidFill>
                <a:latin typeface="Noto Sans JP"/>
                <a:ea typeface="Noto Sans JP"/>
              </a:rPr>
              <a:t>申請</a:t>
            </a:r>
            <a:endParaRPr b="0" lang="ja-JP" sz="16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85" name=""/>
          <p:cNvSpPr txBox="1"/>
          <p:nvPr/>
        </p:nvSpPr>
        <p:spPr>
          <a:xfrm>
            <a:off x="2325240" y="4357080"/>
            <a:ext cx="4579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利用者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86" name=""/>
          <p:cNvSpPr txBox="1"/>
          <p:nvPr/>
        </p:nvSpPr>
        <p:spPr>
          <a:xfrm>
            <a:off x="2172960" y="4623840"/>
            <a:ext cx="7628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使う目的を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87" name=""/>
          <p:cNvSpPr/>
          <p:nvPr/>
        </p:nvSpPr>
        <p:spPr>
          <a:xfrm>
            <a:off x="3552480" y="3200040"/>
            <a:ext cx="1953000" cy="1981800"/>
          </a:xfrm>
          <a:custGeom>
            <a:avLst/>
            <a:gdLst/>
            <a:ahLst/>
            <a:rect l="0" t="0" r="r" b="b"/>
            <a:pathLst>
              <a:path w="5425" h="5505">
                <a:moveTo>
                  <a:pt x="0" y="5320"/>
                </a:moveTo>
                <a:lnTo>
                  <a:pt x="0" y="186"/>
                </a:lnTo>
                <a:cubicBezTo>
                  <a:pt x="0" y="174"/>
                  <a:pt x="2" y="162"/>
                  <a:pt x="4" y="150"/>
                </a:cubicBezTo>
                <a:cubicBezTo>
                  <a:pt x="6" y="138"/>
                  <a:pt x="10" y="126"/>
                  <a:pt x="15" y="115"/>
                </a:cubicBezTo>
                <a:cubicBezTo>
                  <a:pt x="19" y="104"/>
                  <a:pt x="25" y="93"/>
                  <a:pt x="32" y="83"/>
                </a:cubicBezTo>
                <a:cubicBezTo>
                  <a:pt x="38" y="73"/>
                  <a:pt x="46" y="63"/>
                  <a:pt x="55" y="55"/>
                </a:cubicBezTo>
                <a:cubicBezTo>
                  <a:pt x="63" y="46"/>
                  <a:pt x="73" y="38"/>
                  <a:pt x="83" y="32"/>
                </a:cubicBezTo>
                <a:cubicBezTo>
                  <a:pt x="93" y="25"/>
                  <a:pt x="104" y="19"/>
                  <a:pt x="115" y="15"/>
                </a:cubicBezTo>
                <a:cubicBezTo>
                  <a:pt x="126" y="10"/>
                  <a:pt x="138" y="6"/>
                  <a:pt x="150" y="4"/>
                </a:cubicBezTo>
                <a:cubicBezTo>
                  <a:pt x="161" y="2"/>
                  <a:pt x="174" y="0"/>
                  <a:pt x="186" y="0"/>
                </a:cubicBezTo>
                <a:lnTo>
                  <a:pt x="5240" y="0"/>
                </a:lnTo>
                <a:cubicBezTo>
                  <a:pt x="5252" y="0"/>
                  <a:pt x="5264" y="2"/>
                  <a:pt x="5276" y="4"/>
                </a:cubicBezTo>
                <a:cubicBezTo>
                  <a:pt x="5288" y="6"/>
                  <a:pt x="5300" y="10"/>
                  <a:pt x="5311" y="15"/>
                </a:cubicBezTo>
                <a:cubicBezTo>
                  <a:pt x="5322" y="19"/>
                  <a:pt x="5333" y="25"/>
                  <a:pt x="5343" y="32"/>
                </a:cubicBezTo>
                <a:cubicBezTo>
                  <a:pt x="5353" y="38"/>
                  <a:pt x="5363" y="46"/>
                  <a:pt x="5371" y="55"/>
                </a:cubicBezTo>
                <a:cubicBezTo>
                  <a:pt x="5380" y="63"/>
                  <a:pt x="5387" y="73"/>
                  <a:pt x="5394" y="83"/>
                </a:cubicBezTo>
                <a:cubicBezTo>
                  <a:pt x="5401" y="93"/>
                  <a:pt x="5407" y="104"/>
                  <a:pt x="5411" y="115"/>
                </a:cubicBezTo>
                <a:cubicBezTo>
                  <a:pt x="5416" y="126"/>
                  <a:pt x="5419" y="138"/>
                  <a:pt x="5422" y="150"/>
                </a:cubicBezTo>
                <a:cubicBezTo>
                  <a:pt x="5424" y="162"/>
                  <a:pt x="5425" y="174"/>
                  <a:pt x="5425" y="186"/>
                </a:cubicBezTo>
                <a:lnTo>
                  <a:pt x="5425" y="5320"/>
                </a:lnTo>
                <a:cubicBezTo>
                  <a:pt x="5425" y="5332"/>
                  <a:pt x="5424" y="5344"/>
                  <a:pt x="5422" y="5356"/>
                </a:cubicBezTo>
                <a:cubicBezTo>
                  <a:pt x="5419" y="5368"/>
                  <a:pt x="5416" y="5379"/>
                  <a:pt x="5411" y="5391"/>
                </a:cubicBezTo>
                <a:cubicBezTo>
                  <a:pt x="5407" y="5402"/>
                  <a:pt x="5401" y="5412"/>
                  <a:pt x="5394" y="5423"/>
                </a:cubicBezTo>
                <a:cubicBezTo>
                  <a:pt x="5387" y="5433"/>
                  <a:pt x="5380" y="5442"/>
                  <a:pt x="5371" y="5451"/>
                </a:cubicBezTo>
                <a:cubicBezTo>
                  <a:pt x="5363" y="5459"/>
                  <a:pt x="5353" y="5467"/>
                  <a:pt x="5343" y="5474"/>
                </a:cubicBezTo>
                <a:cubicBezTo>
                  <a:pt x="5333" y="5480"/>
                  <a:pt x="5322" y="5486"/>
                  <a:pt x="5311" y="5491"/>
                </a:cubicBezTo>
                <a:cubicBezTo>
                  <a:pt x="5300" y="5495"/>
                  <a:pt x="5288" y="5499"/>
                  <a:pt x="5276" y="5501"/>
                </a:cubicBezTo>
                <a:cubicBezTo>
                  <a:pt x="5264" y="5504"/>
                  <a:pt x="5252" y="5505"/>
                  <a:pt x="5240" y="5505"/>
                </a:cubicBezTo>
                <a:lnTo>
                  <a:pt x="186" y="5505"/>
                </a:lnTo>
                <a:cubicBezTo>
                  <a:pt x="174" y="5505"/>
                  <a:pt x="161" y="5504"/>
                  <a:pt x="150" y="5501"/>
                </a:cubicBezTo>
                <a:cubicBezTo>
                  <a:pt x="138" y="5499"/>
                  <a:pt x="126" y="5495"/>
                  <a:pt x="115" y="5491"/>
                </a:cubicBezTo>
                <a:cubicBezTo>
                  <a:pt x="104" y="5486"/>
                  <a:pt x="93" y="5480"/>
                  <a:pt x="83" y="5474"/>
                </a:cubicBezTo>
                <a:cubicBezTo>
                  <a:pt x="73" y="5467"/>
                  <a:pt x="63" y="5459"/>
                  <a:pt x="55" y="5451"/>
                </a:cubicBezTo>
                <a:cubicBezTo>
                  <a:pt x="46" y="5442"/>
                  <a:pt x="38" y="5433"/>
                  <a:pt x="32" y="5423"/>
                </a:cubicBezTo>
                <a:cubicBezTo>
                  <a:pt x="25" y="5412"/>
                  <a:pt x="19" y="5402"/>
                  <a:pt x="15" y="5391"/>
                </a:cubicBezTo>
                <a:cubicBezTo>
                  <a:pt x="10" y="5379"/>
                  <a:pt x="6" y="5368"/>
                  <a:pt x="4" y="5356"/>
                </a:cubicBezTo>
                <a:cubicBezTo>
                  <a:pt x="2" y="5344"/>
                  <a:pt x="0" y="5332"/>
                  <a:pt x="0" y="532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88" name=""/>
          <p:cNvSpPr/>
          <p:nvPr/>
        </p:nvSpPr>
        <p:spPr>
          <a:xfrm>
            <a:off x="3552480" y="3200040"/>
            <a:ext cx="1953000" cy="1981800"/>
          </a:xfrm>
          <a:custGeom>
            <a:avLst/>
            <a:gdLst/>
            <a:ahLst/>
            <a:rect l="0" t="0" r="r" b="b"/>
            <a:pathLst>
              <a:path w="5425" h="5505">
                <a:moveTo>
                  <a:pt x="0" y="5320"/>
                </a:moveTo>
                <a:lnTo>
                  <a:pt x="0" y="186"/>
                </a:lnTo>
                <a:cubicBezTo>
                  <a:pt x="0" y="174"/>
                  <a:pt x="2" y="162"/>
                  <a:pt x="4" y="150"/>
                </a:cubicBezTo>
                <a:cubicBezTo>
                  <a:pt x="6" y="138"/>
                  <a:pt x="10" y="126"/>
                  <a:pt x="15" y="115"/>
                </a:cubicBezTo>
                <a:cubicBezTo>
                  <a:pt x="19" y="104"/>
                  <a:pt x="25" y="93"/>
                  <a:pt x="32" y="83"/>
                </a:cubicBezTo>
                <a:cubicBezTo>
                  <a:pt x="38" y="73"/>
                  <a:pt x="46" y="63"/>
                  <a:pt x="55" y="55"/>
                </a:cubicBezTo>
                <a:cubicBezTo>
                  <a:pt x="63" y="46"/>
                  <a:pt x="73" y="38"/>
                  <a:pt x="83" y="32"/>
                </a:cubicBezTo>
                <a:cubicBezTo>
                  <a:pt x="93" y="25"/>
                  <a:pt x="104" y="19"/>
                  <a:pt x="115" y="15"/>
                </a:cubicBezTo>
                <a:cubicBezTo>
                  <a:pt x="126" y="10"/>
                  <a:pt x="138" y="6"/>
                  <a:pt x="150" y="4"/>
                </a:cubicBezTo>
                <a:cubicBezTo>
                  <a:pt x="161" y="2"/>
                  <a:pt x="174" y="0"/>
                  <a:pt x="186" y="0"/>
                </a:cubicBezTo>
                <a:lnTo>
                  <a:pt x="5240" y="0"/>
                </a:lnTo>
                <a:cubicBezTo>
                  <a:pt x="5252" y="0"/>
                  <a:pt x="5264" y="2"/>
                  <a:pt x="5276" y="4"/>
                </a:cubicBezTo>
                <a:cubicBezTo>
                  <a:pt x="5288" y="6"/>
                  <a:pt x="5300" y="10"/>
                  <a:pt x="5311" y="15"/>
                </a:cubicBezTo>
                <a:cubicBezTo>
                  <a:pt x="5322" y="19"/>
                  <a:pt x="5333" y="25"/>
                  <a:pt x="5343" y="32"/>
                </a:cubicBezTo>
                <a:cubicBezTo>
                  <a:pt x="5353" y="38"/>
                  <a:pt x="5363" y="46"/>
                  <a:pt x="5371" y="55"/>
                </a:cubicBezTo>
                <a:cubicBezTo>
                  <a:pt x="5380" y="63"/>
                  <a:pt x="5387" y="73"/>
                  <a:pt x="5394" y="83"/>
                </a:cubicBezTo>
                <a:cubicBezTo>
                  <a:pt x="5401" y="93"/>
                  <a:pt x="5407" y="104"/>
                  <a:pt x="5411" y="115"/>
                </a:cubicBezTo>
                <a:cubicBezTo>
                  <a:pt x="5416" y="126"/>
                  <a:pt x="5419" y="138"/>
                  <a:pt x="5422" y="150"/>
                </a:cubicBezTo>
                <a:cubicBezTo>
                  <a:pt x="5424" y="162"/>
                  <a:pt x="5425" y="174"/>
                  <a:pt x="5425" y="186"/>
                </a:cubicBezTo>
                <a:lnTo>
                  <a:pt x="5425" y="5320"/>
                </a:lnTo>
                <a:cubicBezTo>
                  <a:pt x="5425" y="5332"/>
                  <a:pt x="5424" y="5344"/>
                  <a:pt x="5422" y="5356"/>
                </a:cubicBezTo>
                <a:cubicBezTo>
                  <a:pt x="5419" y="5368"/>
                  <a:pt x="5416" y="5379"/>
                  <a:pt x="5411" y="5391"/>
                </a:cubicBezTo>
                <a:cubicBezTo>
                  <a:pt x="5407" y="5402"/>
                  <a:pt x="5401" y="5412"/>
                  <a:pt x="5394" y="5423"/>
                </a:cubicBezTo>
                <a:cubicBezTo>
                  <a:pt x="5387" y="5433"/>
                  <a:pt x="5380" y="5442"/>
                  <a:pt x="5371" y="5451"/>
                </a:cubicBezTo>
                <a:cubicBezTo>
                  <a:pt x="5363" y="5459"/>
                  <a:pt x="5353" y="5467"/>
                  <a:pt x="5343" y="5474"/>
                </a:cubicBezTo>
                <a:cubicBezTo>
                  <a:pt x="5333" y="5480"/>
                  <a:pt x="5322" y="5486"/>
                  <a:pt x="5311" y="5491"/>
                </a:cubicBezTo>
                <a:cubicBezTo>
                  <a:pt x="5300" y="5495"/>
                  <a:pt x="5288" y="5499"/>
                  <a:pt x="5276" y="5501"/>
                </a:cubicBezTo>
                <a:cubicBezTo>
                  <a:pt x="5264" y="5504"/>
                  <a:pt x="5252" y="5505"/>
                  <a:pt x="5240" y="5505"/>
                </a:cubicBezTo>
                <a:lnTo>
                  <a:pt x="186" y="5505"/>
                </a:lnTo>
                <a:cubicBezTo>
                  <a:pt x="174" y="5505"/>
                  <a:pt x="161" y="5504"/>
                  <a:pt x="150" y="5501"/>
                </a:cubicBezTo>
                <a:cubicBezTo>
                  <a:pt x="138" y="5499"/>
                  <a:pt x="126" y="5495"/>
                  <a:pt x="115" y="5491"/>
                </a:cubicBezTo>
                <a:cubicBezTo>
                  <a:pt x="104" y="5486"/>
                  <a:pt x="93" y="5480"/>
                  <a:pt x="83" y="5474"/>
                </a:cubicBezTo>
                <a:cubicBezTo>
                  <a:pt x="73" y="5467"/>
                  <a:pt x="63" y="5459"/>
                  <a:pt x="55" y="5451"/>
                </a:cubicBezTo>
                <a:cubicBezTo>
                  <a:pt x="46" y="5442"/>
                  <a:pt x="38" y="5433"/>
                  <a:pt x="32" y="5423"/>
                </a:cubicBezTo>
                <a:cubicBezTo>
                  <a:pt x="25" y="5412"/>
                  <a:pt x="19" y="5402"/>
                  <a:pt x="15" y="5391"/>
                </a:cubicBezTo>
                <a:cubicBezTo>
                  <a:pt x="10" y="5379"/>
                  <a:pt x="6" y="5368"/>
                  <a:pt x="4" y="5356"/>
                </a:cubicBezTo>
                <a:cubicBezTo>
                  <a:pt x="2" y="5344"/>
                  <a:pt x="0" y="5332"/>
                  <a:pt x="0" y="5320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89" name=""/>
          <p:cNvSpPr/>
          <p:nvPr/>
        </p:nvSpPr>
        <p:spPr>
          <a:xfrm>
            <a:off x="4305240" y="3381120"/>
            <a:ext cx="457920" cy="572040"/>
          </a:xfrm>
          <a:custGeom>
            <a:avLst/>
            <a:gdLst/>
            <a:ahLst/>
            <a:rect l="0" t="0" r="r" b="b"/>
            <a:pathLst>
              <a:path w="1272" h="1589">
                <a:moveTo>
                  <a:pt x="0" y="1589"/>
                </a:moveTo>
                <a:lnTo>
                  <a:pt x="0" y="1073"/>
                </a:lnTo>
                <a:cubicBezTo>
                  <a:pt x="0" y="1041"/>
                  <a:pt x="12" y="1013"/>
                  <a:pt x="35" y="989"/>
                </a:cubicBezTo>
                <a:cubicBezTo>
                  <a:pt x="59" y="966"/>
                  <a:pt x="87" y="954"/>
                  <a:pt x="119" y="954"/>
                </a:cubicBezTo>
                <a:lnTo>
                  <a:pt x="1153" y="954"/>
                </a:lnTo>
                <a:cubicBezTo>
                  <a:pt x="1184" y="954"/>
                  <a:pt x="1212" y="966"/>
                  <a:pt x="1236" y="989"/>
                </a:cubicBezTo>
                <a:cubicBezTo>
                  <a:pt x="1260" y="1013"/>
                  <a:pt x="1272" y="1041"/>
                  <a:pt x="1272" y="1073"/>
                </a:cubicBezTo>
                <a:lnTo>
                  <a:pt x="1272" y="1589"/>
                </a:lnTo>
                <a:lnTo>
                  <a:pt x="0" y="1589"/>
                </a:lnTo>
                <a:moveTo>
                  <a:pt x="119" y="1271"/>
                </a:moveTo>
                <a:lnTo>
                  <a:pt x="1153" y="1271"/>
                </a:lnTo>
                <a:lnTo>
                  <a:pt x="1153" y="1073"/>
                </a:lnTo>
                <a:lnTo>
                  <a:pt x="119" y="1073"/>
                </a:lnTo>
                <a:lnTo>
                  <a:pt x="119" y="1271"/>
                </a:lnTo>
                <a:moveTo>
                  <a:pt x="636" y="954"/>
                </a:moveTo>
                <a:lnTo>
                  <a:pt x="240" y="397"/>
                </a:lnTo>
                <a:cubicBezTo>
                  <a:pt x="240" y="287"/>
                  <a:pt x="278" y="194"/>
                  <a:pt x="355" y="116"/>
                </a:cubicBezTo>
                <a:cubicBezTo>
                  <a:pt x="433" y="39"/>
                  <a:pt x="526" y="0"/>
                  <a:pt x="636" y="0"/>
                </a:cubicBezTo>
                <a:cubicBezTo>
                  <a:pt x="745" y="0"/>
                  <a:pt x="838" y="39"/>
                  <a:pt x="915" y="116"/>
                </a:cubicBezTo>
                <a:cubicBezTo>
                  <a:pt x="992" y="194"/>
                  <a:pt x="1031" y="287"/>
                  <a:pt x="1031" y="397"/>
                </a:cubicBezTo>
                <a:lnTo>
                  <a:pt x="636" y="954"/>
                </a:lnTo>
                <a:moveTo>
                  <a:pt x="636" y="798"/>
                </a:moveTo>
                <a:lnTo>
                  <a:pt x="911" y="397"/>
                </a:lnTo>
                <a:cubicBezTo>
                  <a:pt x="911" y="320"/>
                  <a:pt x="885" y="254"/>
                  <a:pt x="831" y="200"/>
                </a:cubicBezTo>
                <a:cubicBezTo>
                  <a:pt x="777" y="146"/>
                  <a:pt x="712" y="119"/>
                  <a:pt x="636" y="119"/>
                </a:cubicBezTo>
                <a:cubicBezTo>
                  <a:pt x="559" y="119"/>
                  <a:pt x="494" y="146"/>
                  <a:pt x="440" y="200"/>
                </a:cubicBezTo>
                <a:cubicBezTo>
                  <a:pt x="386" y="254"/>
                  <a:pt x="359" y="320"/>
                  <a:pt x="359" y="397"/>
                </a:cubicBezTo>
                <a:lnTo>
                  <a:pt x="636" y="798"/>
                </a:lnTo>
                <a:moveTo>
                  <a:pt x="636" y="459"/>
                </a:moveTo>
                <a:lnTo>
                  <a:pt x="636" y="459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890" name=""/>
          <p:cNvSpPr txBox="1"/>
          <p:nvPr/>
        </p:nvSpPr>
        <p:spPr>
          <a:xfrm>
            <a:off x="2401560" y="4842720"/>
            <a:ext cx="3056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書く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91" name=""/>
          <p:cNvSpPr txBox="1"/>
          <p:nvPr/>
        </p:nvSpPr>
        <p:spPr>
          <a:xfrm>
            <a:off x="4321080" y="4005000"/>
            <a:ext cx="418320" cy="30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650" spc="-1" strike="noStrike">
                <a:solidFill>
                  <a:srgbClr val="1a1a1a"/>
                </a:solidFill>
                <a:latin typeface="Noto Sans JP"/>
                <a:ea typeface="Noto Sans JP"/>
              </a:rPr>
              <a:t>承認</a:t>
            </a:r>
            <a:endParaRPr b="0" lang="ja-JP" sz="16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92" name=""/>
          <p:cNvSpPr txBox="1"/>
          <p:nvPr/>
        </p:nvSpPr>
        <p:spPr>
          <a:xfrm>
            <a:off x="3697200" y="4357080"/>
            <a:ext cx="16772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情報セキュリティ責任者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93" name=""/>
          <p:cNvSpPr txBox="1"/>
          <p:nvPr/>
        </p:nvSpPr>
        <p:spPr>
          <a:xfrm>
            <a:off x="4149720" y="4623840"/>
            <a:ext cx="7628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使う目的を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94" name=""/>
          <p:cNvSpPr/>
          <p:nvPr/>
        </p:nvSpPr>
        <p:spPr>
          <a:xfrm>
            <a:off x="5905440" y="3200040"/>
            <a:ext cx="2267280" cy="1981800"/>
          </a:xfrm>
          <a:custGeom>
            <a:avLst/>
            <a:gdLst/>
            <a:ahLst/>
            <a:rect l="0" t="0" r="r" b="b"/>
            <a:pathLst>
              <a:path w="6298" h="5505">
                <a:moveTo>
                  <a:pt x="0" y="5320"/>
                </a:moveTo>
                <a:lnTo>
                  <a:pt x="0" y="186"/>
                </a:lnTo>
                <a:cubicBezTo>
                  <a:pt x="0" y="174"/>
                  <a:pt x="1" y="162"/>
                  <a:pt x="3" y="150"/>
                </a:cubicBezTo>
                <a:cubicBezTo>
                  <a:pt x="6" y="138"/>
                  <a:pt x="9" y="126"/>
                  <a:pt x="14" y="115"/>
                </a:cubicBezTo>
                <a:cubicBezTo>
                  <a:pt x="18" y="104"/>
                  <a:pt x="24" y="93"/>
                  <a:pt x="31" y="83"/>
                </a:cubicBezTo>
                <a:cubicBezTo>
                  <a:pt x="38" y="73"/>
                  <a:pt x="45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2" y="25"/>
                  <a:pt x="103" y="19"/>
                  <a:pt x="114" y="15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6113" y="0"/>
                </a:lnTo>
                <a:cubicBezTo>
                  <a:pt x="6125" y="0"/>
                  <a:pt x="6137" y="2"/>
                  <a:pt x="6149" y="4"/>
                </a:cubicBezTo>
                <a:cubicBezTo>
                  <a:pt x="6161" y="6"/>
                  <a:pt x="6172" y="10"/>
                  <a:pt x="6183" y="15"/>
                </a:cubicBezTo>
                <a:cubicBezTo>
                  <a:pt x="6195" y="19"/>
                  <a:pt x="6205" y="25"/>
                  <a:pt x="6215" y="32"/>
                </a:cubicBezTo>
                <a:cubicBezTo>
                  <a:pt x="6226" y="38"/>
                  <a:pt x="6235" y="46"/>
                  <a:pt x="6244" y="55"/>
                </a:cubicBezTo>
                <a:cubicBezTo>
                  <a:pt x="6252" y="63"/>
                  <a:pt x="6260" y="73"/>
                  <a:pt x="6267" y="83"/>
                </a:cubicBezTo>
                <a:cubicBezTo>
                  <a:pt x="6273" y="93"/>
                  <a:pt x="6279" y="104"/>
                  <a:pt x="6284" y="115"/>
                </a:cubicBezTo>
                <a:cubicBezTo>
                  <a:pt x="6288" y="126"/>
                  <a:pt x="6292" y="138"/>
                  <a:pt x="6294" y="150"/>
                </a:cubicBezTo>
                <a:cubicBezTo>
                  <a:pt x="6297" y="162"/>
                  <a:pt x="6298" y="174"/>
                  <a:pt x="6298" y="186"/>
                </a:cubicBezTo>
                <a:lnTo>
                  <a:pt x="6298" y="5320"/>
                </a:lnTo>
                <a:cubicBezTo>
                  <a:pt x="6298" y="5332"/>
                  <a:pt x="6297" y="5344"/>
                  <a:pt x="6294" y="5356"/>
                </a:cubicBezTo>
                <a:cubicBezTo>
                  <a:pt x="6292" y="5368"/>
                  <a:pt x="6288" y="5379"/>
                  <a:pt x="6284" y="5391"/>
                </a:cubicBezTo>
                <a:cubicBezTo>
                  <a:pt x="6279" y="5402"/>
                  <a:pt x="6273" y="5412"/>
                  <a:pt x="6267" y="5423"/>
                </a:cubicBezTo>
                <a:cubicBezTo>
                  <a:pt x="6260" y="5433"/>
                  <a:pt x="6252" y="5442"/>
                  <a:pt x="6244" y="5451"/>
                </a:cubicBezTo>
                <a:cubicBezTo>
                  <a:pt x="6235" y="5459"/>
                  <a:pt x="6226" y="5467"/>
                  <a:pt x="6215" y="5474"/>
                </a:cubicBezTo>
                <a:cubicBezTo>
                  <a:pt x="6205" y="5480"/>
                  <a:pt x="6195" y="5486"/>
                  <a:pt x="6183" y="5491"/>
                </a:cubicBezTo>
                <a:cubicBezTo>
                  <a:pt x="6172" y="5495"/>
                  <a:pt x="6161" y="5499"/>
                  <a:pt x="6149" y="5501"/>
                </a:cubicBezTo>
                <a:cubicBezTo>
                  <a:pt x="6137" y="5504"/>
                  <a:pt x="6125" y="5505"/>
                  <a:pt x="6113" y="5505"/>
                </a:cubicBezTo>
                <a:lnTo>
                  <a:pt x="185" y="5505"/>
                </a:lnTo>
                <a:cubicBezTo>
                  <a:pt x="173" y="5505"/>
                  <a:pt x="161" y="5504"/>
                  <a:pt x="149" y="5501"/>
                </a:cubicBezTo>
                <a:cubicBezTo>
                  <a:pt x="137" y="5499"/>
                  <a:pt x="125" y="5495"/>
                  <a:pt x="114" y="5491"/>
                </a:cubicBezTo>
                <a:cubicBezTo>
                  <a:pt x="103" y="5486"/>
                  <a:pt x="92" y="5480"/>
                  <a:pt x="82" y="5474"/>
                </a:cubicBezTo>
                <a:cubicBezTo>
                  <a:pt x="72" y="5467"/>
                  <a:pt x="63" y="5459"/>
                  <a:pt x="54" y="5451"/>
                </a:cubicBezTo>
                <a:cubicBezTo>
                  <a:pt x="45" y="5442"/>
                  <a:pt x="38" y="5433"/>
                  <a:pt x="31" y="5423"/>
                </a:cubicBezTo>
                <a:cubicBezTo>
                  <a:pt x="24" y="5412"/>
                  <a:pt x="18" y="5402"/>
                  <a:pt x="14" y="5391"/>
                </a:cubicBezTo>
                <a:cubicBezTo>
                  <a:pt x="9" y="5379"/>
                  <a:pt x="6" y="5368"/>
                  <a:pt x="3" y="5356"/>
                </a:cubicBezTo>
                <a:cubicBezTo>
                  <a:pt x="1" y="5344"/>
                  <a:pt x="0" y="5332"/>
                  <a:pt x="0" y="532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95" name=""/>
          <p:cNvSpPr/>
          <p:nvPr/>
        </p:nvSpPr>
        <p:spPr>
          <a:xfrm>
            <a:off x="5905440" y="3200040"/>
            <a:ext cx="2267280" cy="1981800"/>
          </a:xfrm>
          <a:custGeom>
            <a:avLst/>
            <a:gdLst/>
            <a:ahLst/>
            <a:rect l="0" t="0" r="r" b="b"/>
            <a:pathLst>
              <a:path w="6298" h="5505">
                <a:moveTo>
                  <a:pt x="0" y="5320"/>
                </a:moveTo>
                <a:lnTo>
                  <a:pt x="0" y="186"/>
                </a:lnTo>
                <a:cubicBezTo>
                  <a:pt x="0" y="174"/>
                  <a:pt x="1" y="162"/>
                  <a:pt x="3" y="150"/>
                </a:cubicBezTo>
                <a:cubicBezTo>
                  <a:pt x="6" y="138"/>
                  <a:pt x="9" y="126"/>
                  <a:pt x="14" y="115"/>
                </a:cubicBezTo>
                <a:cubicBezTo>
                  <a:pt x="18" y="104"/>
                  <a:pt x="24" y="93"/>
                  <a:pt x="31" y="83"/>
                </a:cubicBezTo>
                <a:cubicBezTo>
                  <a:pt x="38" y="73"/>
                  <a:pt x="45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2" y="25"/>
                  <a:pt x="103" y="19"/>
                  <a:pt x="114" y="15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6113" y="0"/>
                </a:lnTo>
                <a:cubicBezTo>
                  <a:pt x="6125" y="0"/>
                  <a:pt x="6137" y="2"/>
                  <a:pt x="6149" y="4"/>
                </a:cubicBezTo>
                <a:cubicBezTo>
                  <a:pt x="6161" y="6"/>
                  <a:pt x="6172" y="10"/>
                  <a:pt x="6183" y="15"/>
                </a:cubicBezTo>
                <a:cubicBezTo>
                  <a:pt x="6195" y="19"/>
                  <a:pt x="6205" y="25"/>
                  <a:pt x="6215" y="32"/>
                </a:cubicBezTo>
                <a:cubicBezTo>
                  <a:pt x="6226" y="38"/>
                  <a:pt x="6235" y="46"/>
                  <a:pt x="6244" y="55"/>
                </a:cubicBezTo>
                <a:cubicBezTo>
                  <a:pt x="6252" y="63"/>
                  <a:pt x="6260" y="73"/>
                  <a:pt x="6267" y="83"/>
                </a:cubicBezTo>
                <a:cubicBezTo>
                  <a:pt x="6273" y="93"/>
                  <a:pt x="6279" y="104"/>
                  <a:pt x="6284" y="115"/>
                </a:cubicBezTo>
                <a:cubicBezTo>
                  <a:pt x="6288" y="126"/>
                  <a:pt x="6292" y="138"/>
                  <a:pt x="6294" y="150"/>
                </a:cubicBezTo>
                <a:cubicBezTo>
                  <a:pt x="6297" y="162"/>
                  <a:pt x="6298" y="174"/>
                  <a:pt x="6298" y="186"/>
                </a:cubicBezTo>
                <a:lnTo>
                  <a:pt x="6298" y="5320"/>
                </a:lnTo>
                <a:cubicBezTo>
                  <a:pt x="6298" y="5332"/>
                  <a:pt x="6297" y="5344"/>
                  <a:pt x="6294" y="5356"/>
                </a:cubicBezTo>
                <a:cubicBezTo>
                  <a:pt x="6292" y="5368"/>
                  <a:pt x="6288" y="5379"/>
                  <a:pt x="6284" y="5391"/>
                </a:cubicBezTo>
                <a:cubicBezTo>
                  <a:pt x="6279" y="5402"/>
                  <a:pt x="6273" y="5412"/>
                  <a:pt x="6267" y="5423"/>
                </a:cubicBezTo>
                <a:cubicBezTo>
                  <a:pt x="6260" y="5433"/>
                  <a:pt x="6252" y="5442"/>
                  <a:pt x="6244" y="5451"/>
                </a:cubicBezTo>
                <a:cubicBezTo>
                  <a:pt x="6235" y="5459"/>
                  <a:pt x="6226" y="5467"/>
                  <a:pt x="6215" y="5474"/>
                </a:cubicBezTo>
                <a:cubicBezTo>
                  <a:pt x="6205" y="5480"/>
                  <a:pt x="6195" y="5486"/>
                  <a:pt x="6183" y="5491"/>
                </a:cubicBezTo>
                <a:cubicBezTo>
                  <a:pt x="6172" y="5495"/>
                  <a:pt x="6161" y="5499"/>
                  <a:pt x="6149" y="5501"/>
                </a:cubicBezTo>
                <a:cubicBezTo>
                  <a:pt x="6137" y="5504"/>
                  <a:pt x="6125" y="5505"/>
                  <a:pt x="6113" y="5505"/>
                </a:cubicBezTo>
                <a:lnTo>
                  <a:pt x="185" y="5505"/>
                </a:lnTo>
                <a:cubicBezTo>
                  <a:pt x="173" y="5505"/>
                  <a:pt x="161" y="5504"/>
                  <a:pt x="149" y="5501"/>
                </a:cubicBezTo>
                <a:cubicBezTo>
                  <a:pt x="137" y="5499"/>
                  <a:pt x="125" y="5495"/>
                  <a:pt x="114" y="5491"/>
                </a:cubicBezTo>
                <a:cubicBezTo>
                  <a:pt x="103" y="5486"/>
                  <a:pt x="92" y="5480"/>
                  <a:pt x="82" y="5474"/>
                </a:cubicBezTo>
                <a:cubicBezTo>
                  <a:pt x="72" y="5467"/>
                  <a:pt x="63" y="5459"/>
                  <a:pt x="54" y="5451"/>
                </a:cubicBezTo>
                <a:cubicBezTo>
                  <a:pt x="45" y="5442"/>
                  <a:pt x="38" y="5433"/>
                  <a:pt x="31" y="5423"/>
                </a:cubicBezTo>
                <a:cubicBezTo>
                  <a:pt x="24" y="5412"/>
                  <a:pt x="18" y="5402"/>
                  <a:pt x="14" y="5391"/>
                </a:cubicBezTo>
                <a:cubicBezTo>
                  <a:pt x="9" y="5379"/>
                  <a:pt x="6" y="5368"/>
                  <a:pt x="3" y="5356"/>
                </a:cubicBezTo>
                <a:cubicBezTo>
                  <a:pt x="1" y="5344"/>
                  <a:pt x="0" y="5332"/>
                  <a:pt x="0" y="5320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96" name=""/>
          <p:cNvSpPr/>
          <p:nvPr/>
        </p:nvSpPr>
        <p:spPr>
          <a:xfrm>
            <a:off x="6781680" y="3378960"/>
            <a:ext cx="514800" cy="576360"/>
          </a:xfrm>
          <a:custGeom>
            <a:avLst/>
            <a:gdLst/>
            <a:ahLst/>
            <a:rect l="0" t="0" r="r" b="b"/>
            <a:pathLst>
              <a:path w="1430" h="1601">
                <a:moveTo>
                  <a:pt x="656" y="1448"/>
                </a:moveTo>
                <a:lnTo>
                  <a:pt x="656" y="834"/>
                </a:lnTo>
                <a:lnTo>
                  <a:pt x="119" y="524"/>
                </a:lnTo>
                <a:lnTo>
                  <a:pt x="119" y="1138"/>
                </a:lnTo>
                <a:lnTo>
                  <a:pt x="656" y="1448"/>
                </a:lnTo>
                <a:moveTo>
                  <a:pt x="775" y="1448"/>
                </a:moveTo>
                <a:lnTo>
                  <a:pt x="1311" y="1138"/>
                </a:lnTo>
                <a:lnTo>
                  <a:pt x="1311" y="522"/>
                </a:lnTo>
                <a:lnTo>
                  <a:pt x="775" y="833"/>
                </a:lnTo>
                <a:lnTo>
                  <a:pt x="775" y="1448"/>
                </a:lnTo>
                <a:moveTo>
                  <a:pt x="715" y="732"/>
                </a:moveTo>
                <a:lnTo>
                  <a:pt x="1243" y="425"/>
                </a:lnTo>
                <a:lnTo>
                  <a:pt x="715" y="119"/>
                </a:lnTo>
                <a:lnTo>
                  <a:pt x="184" y="425"/>
                </a:lnTo>
                <a:lnTo>
                  <a:pt x="715" y="732"/>
                </a:lnTo>
                <a:moveTo>
                  <a:pt x="59" y="1241"/>
                </a:moveTo>
                <a:cubicBezTo>
                  <a:pt x="41" y="1230"/>
                  <a:pt x="26" y="1216"/>
                  <a:pt x="15" y="1197"/>
                </a:cubicBezTo>
                <a:cubicBezTo>
                  <a:pt x="5" y="1179"/>
                  <a:pt x="0" y="1159"/>
                  <a:pt x="0" y="1138"/>
                </a:cubicBezTo>
                <a:lnTo>
                  <a:pt x="0" y="463"/>
                </a:lnTo>
                <a:cubicBezTo>
                  <a:pt x="0" y="441"/>
                  <a:pt x="5" y="422"/>
                  <a:pt x="15" y="403"/>
                </a:cubicBezTo>
                <a:cubicBezTo>
                  <a:pt x="26" y="385"/>
                  <a:pt x="41" y="371"/>
                  <a:pt x="59" y="359"/>
                </a:cubicBezTo>
                <a:lnTo>
                  <a:pt x="656" y="16"/>
                </a:lnTo>
                <a:cubicBezTo>
                  <a:pt x="675" y="6"/>
                  <a:pt x="695" y="0"/>
                  <a:pt x="716" y="0"/>
                </a:cubicBezTo>
                <a:cubicBezTo>
                  <a:pt x="736" y="0"/>
                  <a:pt x="756" y="6"/>
                  <a:pt x="775" y="16"/>
                </a:cubicBezTo>
                <a:lnTo>
                  <a:pt x="1370" y="359"/>
                </a:lnTo>
                <a:cubicBezTo>
                  <a:pt x="1389" y="371"/>
                  <a:pt x="1404" y="385"/>
                  <a:pt x="1414" y="403"/>
                </a:cubicBezTo>
                <a:cubicBezTo>
                  <a:pt x="1424" y="422"/>
                  <a:pt x="1430" y="441"/>
                  <a:pt x="1430" y="463"/>
                </a:cubicBezTo>
                <a:lnTo>
                  <a:pt x="1430" y="1138"/>
                </a:lnTo>
                <a:cubicBezTo>
                  <a:pt x="1430" y="1159"/>
                  <a:pt x="1424" y="1179"/>
                  <a:pt x="1414" y="1197"/>
                </a:cubicBezTo>
                <a:cubicBezTo>
                  <a:pt x="1404" y="1216"/>
                  <a:pt x="1389" y="1230"/>
                  <a:pt x="1370" y="1241"/>
                </a:cubicBezTo>
                <a:lnTo>
                  <a:pt x="775" y="1585"/>
                </a:lnTo>
                <a:cubicBezTo>
                  <a:pt x="756" y="1595"/>
                  <a:pt x="736" y="1601"/>
                  <a:pt x="715" y="1601"/>
                </a:cubicBezTo>
                <a:cubicBezTo>
                  <a:pt x="694" y="1601"/>
                  <a:pt x="674" y="1595"/>
                  <a:pt x="656" y="1585"/>
                </a:cubicBezTo>
                <a:lnTo>
                  <a:pt x="59" y="1241"/>
                </a:lnTo>
                <a:moveTo>
                  <a:pt x="715" y="800"/>
                </a:moveTo>
                <a:lnTo>
                  <a:pt x="715" y="80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897" name=""/>
          <p:cNvSpPr txBox="1"/>
          <p:nvPr/>
        </p:nvSpPr>
        <p:spPr>
          <a:xfrm>
            <a:off x="4225680" y="4842720"/>
            <a:ext cx="6102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確かめる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98" name=""/>
          <p:cNvSpPr txBox="1"/>
          <p:nvPr/>
        </p:nvSpPr>
        <p:spPr>
          <a:xfrm>
            <a:off x="6620040" y="4005000"/>
            <a:ext cx="835920" cy="30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650" spc="-1" strike="noStrike">
                <a:solidFill>
                  <a:srgbClr val="1a1a1a"/>
                </a:solidFill>
                <a:latin typeface="Noto Sans JP"/>
                <a:ea typeface="Noto Sans JP"/>
              </a:rPr>
              <a:t>払い出し</a:t>
            </a:r>
            <a:endParaRPr b="0" lang="ja-JP" sz="16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899" name=""/>
          <p:cNvSpPr txBox="1"/>
          <p:nvPr/>
        </p:nvSpPr>
        <p:spPr>
          <a:xfrm>
            <a:off x="6658200" y="4357080"/>
            <a:ext cx="7628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基盤の担当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00" name=""/>
          <p:cNvSpPr txBox="1"/>
          <p:nvPr/>
        </p:nvSpPr>
        <p:spPr>
          <a:xfrm>
            <a:off x="6050160" y="4623840"/>
            <a:ext cx="19818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設定を入れたイメージを渡す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01" name=""/>
          <p:cNvSpPr/>
          <p:nvPr/>
        </p:nvSpPr>
        <p:spPr>
          <a:xfrm>
            <a:off x="8572320" y="3200040"/>
            <a:ext cx="1667160" cy="1981800"/>
          </a:xfrm>
          <a:custGeom>
            <a:avLst/>
            <a:gdLst/>
            <a:ahLst/>
            <a:rect l="0" t="0" r="r" b="b"/>
            <a:pathLst>
              <a:path w="4631" h="5505">
                <a:moveTo>
                  <a:pt x="0" y="5320"/>
                </a:moveTo>
                <a:lnTo>
                  <a:pt x="0" y="186"/>
                </a:lnTo>
                <a:cubicBezTo>
                  <a:pt x="0" y="174"/>
                  <a:pt x="1" y="162"/>
                  <a:pt x="4" y="150"/>
                </a:cubicBezTo>
                <a:cubicBezTo>
                  <a:pt x="6" y="138"/>
                  <a:pt x="9" y="126"/>
                  <a:pt x="14" y="115"/>
                </a:cubicBezTo>
                <a:cubicBezTo>
                  <a:pt x="19" y="104"/>
                  <a:pt x="24" y="93"/>
                  <a:pt x="31" y="83"/>
                </a:cubicBezTo>
                <a:cubicBezTo>
                  <a:pt x="38" y="73"/>
                  <a:pt x="46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2" y="25"/>
                  <a:pt x="103" y="19"/>
                  <a:pt x="114" y="15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4446" y="0"/>
                </a:lnTo>
                <a:cubicBezTo>
                  <a:pt x="4458" y="0"/>
                  <a:pt x="4470" y="2"/>
                  <a:pt x="4482" y="4"/>
                </a:cubicBezTo>
                <a:cubicBezTo>
                  <a:pt x="4494" y="6"/>
                  <a:pt x="4506" y="10"/>
                  <a:pt x="4517" y="15"/>
                </a:cubicBezTo>
                <a:cubicBezTo>
                  <a:pt x="4528" y="19"/>
                  <a:pt x="4539" y="25"/>
                  <a:pt x="4549" y="32"/>
                </a:cubicBezTo>
                <a:cubicBezTo>
                  <a:pt x="4559" y="38"/>
                  <a:pt x="4568" y="46"/>
                  <a:pt x="4577" y="55"/>
                </a:cubicBezTo>
                <a:cubicBezTo>
                  <a:pt x="4586" y="63"/>
                  <a:pt x="4593" y="73"/>
                  <a:pt x="4600" y="83"/>
                </a:cubicBezTo>
                <a:cubicBezTo>
                  <a:pt x="4607" y="93"/>
                  <a:pt x="4612" y="104"/>
                  <a:pt x="4617" y="115"/>
                </a:cubicBezTo>
                <a:cubicBezTo>
                  <a:pt x="4622" y="126"/>
                  <a:pt x="4625" y="138"/>
                  <a:pt x="4628" y="150"/>
                </a:cubicBezTo>
                <a:cubicBezTo>
                  <a:pt x="4630" y="162"/>
                  <a:pt x="4631" y="174"/>
                  <a:pt x="4631" y="186"/>
                </a:cubicBezTo>
                <a:lnTo>
                  <a:pt x="4631" y="5320"/>
                </a:lnTo>
                <a:cubicBezTo>
                  <a:pt x="4631" y="5332"/>
                  <a:pt x="4630" y="5344"/>
                  <a:pt x="4628" y="5356"/>
                </a:cubicBezTo>
                <a:cubicBezTo>
                  <a:pt x="4625" y="5368"/>
                  <a:pt x="4622" y="5379"/>
                  <a:pt x="4617" y="5391"/>
                </a:cubicBezTo>
                <a:cubicBezTo>
                  <a:pt x="4612" y="5402"/>
                  <a:pt x="4607" y="5412"/>
                  <a:pt x="4600" y="5423"/>
                </a:cubicBezTo>
                <a:cubicBezTo>
                  <a:pt x="4593" y="5433"/>
                  <a:pt x="4586" y="5442"/>
                  <a:pt x="4577" y="5451"/>
                </a:cubicBezTo>
                <a:cubicBezTo>
                  <a:pt x="4568" y="5459"/>
                  <a:pt x="4559" y="5467"/>
                  <a:pt x="4549" y="5474"/>
                </a:cubicBezTo>
                <a:cubicBezTo>
                  <a:pt x="4539" y="5480"/>
                  <a:pt x="4528" y="5486"/>
                  <a:pt x="4517" y="5491"/>
                </a:cubicBezTo>
                <a:cubicBezTo>
                  <a:pt x="4506" y="5495"/>
                  <a:pt x="4494" y="5499"/>
                  <a:pt x="4482" y="5501"/>
                </a:cubicBezTo>
                <a:cubicBezTo>
                  <a:pt x="4470" y="5504"/>
                  <a:pt x="4458" y="5505"/>
                  <a:pt x="4446" y="5505"/>
                </a:cubicBezTo>
                <a:lnTo>
                  <a:pt x="185" y="5505"/>
                </a:lnTo>
                <a:cubicBezTo>
                  <a:pt x="173" y="5505"/>
                  <a:pt x="161" y="5504"/>
                  <a:pt x="149" y="5501"/>
                </a:cubicBezTo>
                <a:cubicBezTo>
                  <a:pt x="137" y="5499"/>
                  <a:pt x="126" y="5495"/>
                  <a:pt x="114" y="5491"/>
                </a:cubicBezTo>
                <a:cubicBezTo>
                  <a:pt x="103" y="5486"/>
                  <a:pt x="92" y="5480"/>
                  <a:pt x="82" y="5474"/>
                </a:cubicBezTo>
                <a:cubicBezTo>
                  <a:pt x="72" y="5467"/>
                  <a:pt x="63" y="5459"/>
                  <a:pt x="54" y="5451"/>
                </a:cubicBezTo>
                <a:cubicBezTo>
                  <a:pt x="46" y="5442"/>
                  <a:pt x="38" y="5433"/>
                  <a:pt x="31" y="5423"/>
                </a:cubicBezTo>
                <a:cubicBezTo>
                  <a:pt x="24" y="5412"/>
                  <a:pt x="19" y="5402"/>
                  <a:pt x="14" y="5391"/>
                </a:cubicBezTo>
                <a:cubicBezTo>
                  <a:pt x="9" y="5379"/>
                  <a:pt x="6" y="5368"/>
                  <a:pt x="4" y="5356"/>
                </a:cubicBezTo>
                <a:cubicBezTo>
                  <a:pt x="1" y="5344"/>
                  <a:pt x="0" y="5332"/>
                  <a:pt x="0" y="532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02" name=""/>
          <p:cNvSpPr/>
          <p:nvPr/>
        </p:nvSpPr>
        <p:spPr>
          <a:xfrm>
            <a:off x="8572320" y="3200040"/>
            <a:ext cx="1667160" cy="1981800"/>
          </a:xfrm>
          <a:custGeom>
            <a:avLst/>
            <a:gdLst/>
            <a:ahLst/>
            <a:rect l="0" t="0" r="r" b="b"/>
            <a:pathLst>
              <a:path w="4631" h="5505">
                <a:moveTo>
                  <a:pt x="0" y="5320"/>
                </a:moveTo>
                <a:lnTo>
                  <a:pt x="0" y="186"/>
                </a:lnTo>
                <a:cubicBezTo>
                  <a:pt x="0" y="174"/>
                  <a:pt x="1" y="162"/>
                  <a:pt x="4" y="150"/>
                </a:cubicBezTo>
                <a:cubicBezTo>
                  <a:pt x="6" y="138"/>
                  <a:pt x="9" y="126"/>
                  <a:pt x="14" y="115"/>
                </a:cubicBezTo>
                <a:cubicBezTo>
                  <a:pt x="19" y="104"/>
                  <a:pt x="24" y="93"/>
                  <a:pt x="31" y="83"/>
                </a:cubicBezTo>
                <a:cubicBezTo>
                  <a:pt x="38" y="73"/>
                  <a:pt x="46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2" y="25"/>
                  <a:pt x="103" y="19"/>
                  <a:pt x="114" y="15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4446" y="0"/>
                </a:lnTo>
                <a:cubicBezTo>
                  <a:pt x="4458" y="0"/>
                  <a:pt x="4470" y="2"/>
                  <a:pt x="4482" y="4"/>
                </a:cubicBezTo>
                <a:cubicBezTo>
                  <a:pt x="4494" y="6"/>
                  <a:pt x="4506" y="10"/>
                  <a:pt x="4517" y="15"/>
                </a:cubicBezTo>
                <a:cubicBezTo>
                  <a:pt x="4528" y="19"/>
                  <a:pt x="4539" y="25"/>
                  <a:pt x="4549" y="32"/>
                </a:cubicBezTo>
                <a:cubicBezTo>
                  <a:pt x="4559" y="38"/>
                  <a:pt x="4568" y="46"/>
                  <a:pt x="4577" y="55"/>
                </a:cubicBezTo>
                <a:cubicBezTo>
                  <a:pt x="4586" y="63"/>
                  <a:pt x="4593" y="73"/>
                  <a:pt x="4600" y="83"/>
                </a:cubicBezTo>
                <a:cubicBezTo>
                  <a:pt x="4607" y="93"/>
                  <a:pt x="4612" y="104"/>
                  <a:pt x="4617" y="115"/>
                </a:cubicBezTo>
                <a:cubicBezTo>
                  <a:pt x="4622" y="126"/>
                  <a:pt x="4625" y="138"/>
                  <a:pt x="4628" y="150"/>
                </a:cubicBezTo>
                <a:cubicBezTo>
                  <a:pt x="4630" y="162"/>
                  <a:pt x="4631" y="174"/>
                  <a:pt x="4631" y="186"/>
                </a:cubicBezTo>
                <a:lnTo>
                  <a:pt x="4631" y="5320"/>
                </a:lnTo>
                <a:cubicBezTo>
                  <a:pt x="4631" y="5332"/>
                  <a:pt x="4630" y="5344"/>
                  <a:pt x="4628" y="5356"/>
                </a:cubicBezTo>
                <a:cubicBezTo>
                  <a:pt x="4625" y="5368"/>
                  <a:pt x="4622" y="5379"/>
                  <a:pt x="4617" y="5391"/>
                </a:cubicBezTo>
                <a:cubicBezTo>
                  <a:pt x="4612" y="5402"/>
                  <a:pt x="4607" y="5412"/>
                  <a:pt x="4600" y="5423"/>
                </a:cubicBezTo>
                <a:cubicBezTo>
                  <a:pt x="4593" y="5433"/>
                  <a:pt x="4586" y="5442"/>
                  <a:pt x="4577" y="5451"/>
                </a:cubicBezTo>
                <a:cubicBezTo>
                  <a:pt x="4568" y="5459"/>
                  <a:pt x="4559" y="5467"/>
                  <a:pt x="4549" y="5474"/>
                </a:cubicBezTo>
                <a:cubicBezTo>
                  <a:pt x="4539" y="5480"/>
                  <a:pt x="4528" y="5486"/>
                  <a:pt x="4517" y="5491"/>
                </a:cubicBezTo>
                <a:cubicBezTo>
                  <a:pt x="4506" y="5495"/>
                  <a:pt x="4494" y="5499"/>
                  <a:pt x="4482" y="5501"/>
                </a:cubicBezTo>
                <a:cubicBezTo>
                  <a:pt x="4470" y="5504"/>
                  <a:pt x="4458" y="5505"/>
                  <a:pt x="4446" y="5505"/>
                </a:cubicBezTo>
                <a:lnTo>
                  <a:pt x="185" y="5505"/>
                </a:lnTo>
                <a:cubicBezTo>
                  <a:pt x="173" y="5505"/>
                  <a:pt x="161" y="5504"/>
                  <a:pt x="149" y="5501"/>
                </a:cubicBezTo>
                <a:cubicBezTo>
                  <a:pt x="137" y="5499"/>
                  <a:pt x="126" y="5495"/>
                  <a:pt x="114" y="5491"/>
                </a:cubicBezTo>
                <a:cubicBezTo>
                  <a:pt x="103" y="5486"/>
                  <a:pt x="92" y="5480"/>
                  <a:pt x="82" y="5474"/>
                </a:cubicBezTo>
                <a:cubicBezTo>
                  <a:pt x="72" y="5467"/>
                  <a:pt x="63" y="5459"/>
                  <a:pt x="54" y="5451"/>
                </a:cubicBezTo>
                <a:cubicBezTo>
                  <a:pt x="46" y="5442"/>
                  <a:pt x="38" y="5433"/>
                  <a:pt x="31" y="5423"/>
                </a:cubicBezTo>
                <a:cubicBezTo>
                  <a:pt x="24" y="5412"/>
                  <a:pt x="19" y="5402"/>
                  <a:pt x="14" y="5391"/>
                </a:cubicBezTo>
                <a:cubicBezTo>
                  <a:pt x="9" y="5379"/>
                  <a:pt x="6" y="5368"/>
                  <a:pt x="4" y="5356"/>
                </a:cubicBezTo>
                <a:cubicBezTo>
                  <a:pt x="1" y="5344"/>
                  <a:pt x="0" y="5332"/>
                  <a:pt x="0" y="5320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03" name=""/>
          <p:cNvSpPr/>
          <p:nvPr/>
        </p:nvSpPr>
        <p:spPr>
          <a:xfrm>
            <a:off x="9086760" y="3409920"/>
            <a:ext cx="628920" cy="514440"/>
          </a:xfrm>
          <a:custGeom>
            <a:avLst/>
            <a:gdLst/>
            <a:ahLst/>
            <a:rect l="0" t="0" r="r" b="b"/>
            <a:pathLst>
              <a:path w="1747" h="1429">
                <a:moveTo>
                  <a:pt x="872" y="1429"/>
                </a:moveTo>
                <a:lnTo>
                  <a:pt x="296" y="1113"/>
                </a:lnTo>
                <a:lnTo>
                  <a:pt x="296" y="637"/>
                </a:lnTo>
                <a:lnTo>
                  <a:pt x="0" y="476"/>
                </a:lnTo>
                <a:lnTo>
                  <a:pt x="872" y="0"/>
                </a:lnTo>
                <a:lnTo>
                  <a:pt x="1747" y="476"/>
                </a:lnTo>
                <a:lnTo>
                  <a:pt x="1747" y="1105"/>
                </a:lnTo>
                <a:lnTo>
                  <a:pt x="1628" y="1105"/>
                </a:lnTo>
                <a:lnTo>
                  <a:pt x="1628" y="545"/>
                </a:lnTo>
                <a:lnTo>
                  <a:pt x="1447" y="637"/>
                </a:lnTo>
                <a:lnTo>
                  <a:pt x="1447" y="1113"/>
                </a:lnTo>
                <a:lnTo>
                  <a:pt x="872" y="1429"/>
                </a:lnTo>
                <a:moveTo>
                  <a:pt x="872" y="817"/>
                </a:moveTo>
                <a:lnTo>
                  <a:pt x="1497" y="476"/>
                </a:lnTo>
                <a:lnTo>
                  <a:pt x="872" y="140"/>
                </a:lnTo>
                <a:lnTo>
                  <a:pt x="251" y="476"/>
                </a:lnTo>
                <a:lnTo>
                  <a:pt x="872" y="817"/>
                </a:lnTo>
                <a:moveTo>
                  <a:pt x="872" y="1294"/>
                </a:moveTo>
                <a:lnTo>
                  <a:pt x="1328" y="1041"/>
                </a:lnTo>
                <a:lnTo>
                  <a:pt x="1328" y="708"/>
                </a:lnTo>
                <a:lnTo>
                  <a:pt x="872" y="952"/>
                </a:lnTo>
                <a:lnTo>
                  <a:pt x="415" y="704"/>
                </a:lnTo>
                <a:lnTo>
                  <a:pt x="415" y="1041"/>
                </a:lnTo>
                <a:lnTo>
                  <a:pt x="872" y="1294"/>
                </a:lnTo>
                <a:moveTo>
                  <a:pt x="874" y="817"/>
                </a:moveTo>
                <a:lnTo>
                  <a:pt x="874" y="817"/>
                </a:lnTo>
                <a:moveTo>
                  <a:pt x="872" y="964"/>
                </a:moveTo>
                <a:lnTo>
                  <a:pt x="872" y="964"/>
                </a:lnTo>
                <a:moveTo>
                  <a:pt x="872" y="964"/>
                </a:moveTo>
                <a:lnTo>
                  <a:pt x="872" y="964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904" name=""/>
          <p:cNvSpPr txBox="1"/>
          <p:nvPr/>
        </p:nvSpPr>
        <p:spPr>
          <a:xfrm>
            <a:off x="6505560" y="4842720"/>
            <a:ext cx="10674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認証は渡さない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05" name=""/>
          <p:cNvSpPr txBox="1"/>
          <p:nvPr/>
        </p:nvSpPr>
        <p:spPr>
          <a:xfrm>
            <a:off x="9194760" y="4005000"/>
            <a:ext cx="418320" cy="30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650" spc="-1" strike="noStrike">
                <a:solidFill>
                  <a:srgbClr val="1a1a1a"/>
                </a:solidFill>
                <a:latin typeface="Noto Sans JP"/>
                <a:ea typeface="Noto Sans JP"/>
              </a:rPr>
              <a:t>教育</a:t>
            </a:r>
            <a:endParaRPr b="0" lang="ja-JP" sz="16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06" name=""/>
          <p:cNvSpPr txBox="1"/>
          <p:nvPr/>
        </p:nvSpPr>
        <p:spPr>
          <a:xfrm>
            <a:off x="9175680" y="4357080"/>
            <a:ext cx="4579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利用者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07" name=""/>
          <p:cNvSpPr txBox="1"/>
          <p:nvPr/>
        </p:nvSpPr>
        <p:spPr>
          <a:xfrm>
            <a:off x="8714160" y="4623840"/>
            <a:ext cx="143316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10</a:t>
            </a:r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の決まりを学んで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08" name=""/>
          <p:cNvSpPr txBox="1"/>
          <p:nvPr/>
        </p:nvSpPr>
        <p:spPr>
          <a:xfrm>
            <a:off x="9023400" y="4842720"/>
            <a:ext cx="7628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使い始める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09" name=""/>
          <p:cNvSpPr/>
          <p:nvPr/>
        </p:nvSpPr>
        <p:spPr>
          <a:xfrm>
            <a:off x="3162240" y="4181400"/>
            <a:ext cx="381240" cy="19440"/>
          </a:xfrm>
          <a:custGeom>
            <a:avLst/>
            <a:gdLst/>
            <a:ahLst/>
            <a:rect l="0" t="0" r="r" b="b"/>
            <a:pathLst>
              <a:path w="1059" h="54">
                <a:moveTo>
                  <a:pt x="0" y="0"/>
                </a:moveTo>
                <a:lnTo>
                  <a:pt x="1059" y="0"/>
                </a:lnTo>
                <a:lnTo>
                  <a:pt x="1059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910" name=""/>
          <p:cNvSpPr/>
          <p:nvPr/>
        </p:nvSpPr>
        <p:spPr>
          <a:xfrm>
            <a:off x="3447720" y="4133520"/>
            <a:ext cx="95760" cy="114840"/>
          </a:xfrm>
          <a:custGeom>
            <a:avLst/>
            <a:gdLst/>
            <a:ahLst/>
            <a:rect l="0" t="0" r="r" b="b"/>
            <a:pathLst>
              <a:path w="266" h="319">
                <a:moveTo>
                  <a:pt x="0" y="0"/>
                </a:moveTo>
                <a:lnTo>
                  <a:pt x="0" y="319"/>
                </a:lnTo>
                <a:lnTo>
                  <a:pt x="266" y="16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911" name=""/>
          <p:cNvSpPr/>
          <p:nvPr/>
        </p:nvSpPr>
        <p:spPr>
          <a:xfrm>
            <a:off x="5514840" y="4181400"/>
            <a:ext cx="381240" cy="19440"/>
          </a:xfrm>
          <a:custGeom>
            <a:avLst/>
            <a:gdLst/>
            <a:ahLst/>
            <a:rect l="0" t="0" r="r" b="b"/>
            <a:pathLst>
              <a:path w="1059" h="54">
                <a:moveTo>
                  <a:pt x="0" y="0"/>
                </a:moveTo>
                <a:lnTo>
                  <a:pt x="1059" y="0"/>
                </a:lnTo>
                <a:lnTo>
                  <a:pt x="1059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912" name=""/>
          <p:cNvSpPr/>
          <p:nvPr/>
        </p:nvSpPr>
        <p:spPr>
          <a:xfrm>
            <a:off x="5800680" y="4133520"/>
            <a:ext cx="95400" cy="114840"/>
          </a:xfrm>
          <a:custGeom>
            <a:avLst/>
            <a:gdLst/>
            <a:ahLst/>
            <a:rect l="0" t="0" r="r" b="b"/>
            <a:pathLst>
              <a:path w="265" h="319">
                <a:moveTo>
                  <a:pt x="0" y="0"/>
                </a:moveTo>
                <a:lnTo>
                  <a:pt x="0" y="319"/>
                </a:lnTo>
                <a:lnTo>
                  <a:pt x="265" y="16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913" name=""/>
          <p:cNvSpPr/>
          <p:nvPr/>
        </p:nvSpPr>
        <p:spPr>
          <a:xfrm>
            <a:off x="8181720" y="4181400"/>
            <a:ext cx="381600" cy="19440"/>
          </a:xfrm>
          <a:custGeom>
            <a:avLst/>
            <a:gdLst/>
            <a:ahLst/>
            <a:rect l="0" t="0" r="r" b="b"/>
            <a:pathLst>
              <a:path w="1060" h="54">
                <a:moveTo>
                  <a:pt x="0" y="0"/>
                </a:moveTo>
                <a:lnTo>
                  <a:pt x="1060" y="0"/>
                </a:lnTo>
                <a:lnTo>
                  <a:pt x="1060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914" name=""/>
          <p:cNvSpPr/>
          <p:nvPr/>
        </p:nvSpPr>
        <p:spPr>
          <a:xfrm>
            <a:off x="8467560" y="4133520"/>
            <a:ext cx="95760" cy="114840"/>
          </a:xfrm>
          <a:custGeom>
            <a:avLst/>
            <a:gdLst/>
            <a:ahLst/>
            <a:rect l="0" t="0" r="r" b="b"/>
            <a:pathLst>
              <a:path w="266" h="319">
                <a:moveTo>
                  <a:pt x="0" y="0"/>
                </a:moveTo>
                <a:lnTo>
                  <a:pt x="0" y="319"/>
                </a:lnTo>
                <a:lnTo>
                  <a:pt x="266" y="16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915" name=""/>
          <p:cNvSpPr txBox="1"/>
          <p:nvPr/>
        </p:nvSpPr>
        <p:spPr>
          <a:xfrm>
            <a:off x="8497440" y="556560"/>
            <a:ext cx="293148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全体 ∕ 計画 ∕ </a:t>
            </a:r>
            <a:r>
              <a:rPr b="1" lang="ja-JP" sz="1200" spc="-1" strike="noStrike">
                <a:solidFill>
                  <a:srgbClr val="0017c1"/>
                </a:solidFill>
                <a:latin typeface="Noto Sans JP"/>
                <a:ea typeface="Noto Sans JP"/>
              </a:rPr>
              <a:t>運用</a:t>
            </a:r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 ∕ 評価 ∕ 改善 ∕ 承認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16" name=""/>
          <p:cNvSpPr txBox="1"/>
          <p:nvPr/>
        </p:nvSpPr>
        <p:spPr>
          <a:xfrm>
            <a:off x="11413080" y="6442920"/>
            <a:ext cx="1699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11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1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1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20" name=""/>
          <p:cNvSpPr/>
          <p:nvPr/>
        </p:nvSpPr>
        <p:spPr>
          <a:xfrm>
            <a:off x="609480" y="971280"/>
            <a:ext cx="10973160" cy="38520"/>
          </a:xfrm>
          <a:custGeom>
            <a:avLst/>
            <a:gdLst/>
            <a:ahLst/>
            <a:rect l="0" t="0" r="r" b="b"/>
            <a:pathLst>
              <a:path w="30481" h="107">
                <a:moveTo>
                  <a:pt x="0" y="0"/>
                </a:moveTo>
                <a:lnTo>
                  <a:pt x="30481" y="0"/>
                </a:lnTo>
                <a:lnTo>
                  <a:pt x="3048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921" name=""/>
          <p:cNvSpPr txBox="1"/>
          <p:nvPr/>
        </p:nvSpPr>
        <p:spPr>
          <a:xfrm>
            <a:off x="609480" y="392760"/>
            <a:ext cx="3087000" cy="497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2700" spc="-1" strike="noStrike">
                <a:solidFill>
                  <a:srgbClr val="1a1a1a"/>
                </a:solidFill>
                <a:latin typeface="Noto Sans JP"/>
                <a:ea typeface="Noto Sans JP"/>
              </a:rPr>
              <a:t>日々の利用の決まり</a:t>
            </a:r>
            <a:endParaRPr b="0" lang="ja-JP" sz="27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22" name=""/>
          <p:cNvSpPr/>
          <p:nvPr/>
        </p:nvSpPr>
        <p:spPr>
          <a:xfrm>
            <a:off x="609480" y="1599840"/>
            <a:ext cx="10973160" cy="4800960"/>
          </a:xfrm>
          <a:custGeom>
            <a:avLst/>
            <a:gdLst/>
            <a:ahLst/>
            <a:rect l="0" t="0" r="r" b="b"/>
            <a:pathLst>
              <a:path w="30481" h="13336">
                <a:moveTo>
                  <a:pt x="0" y="13125"/>
                </a:moveTo>
                <a:lnTo>
                  <a:pt x="0" y="212"/>
                </a:lnTo>
                <a:cubicBezTo>
                  <a:pt x="0" y="198"/>
                  <a:pt x="1" y="185"/>
                  <a:pt x="4" y="171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1" y="118"/>
                  <a:pt x="28" y="106"/>
                  <a:pt x="36" y="95"/>
                </a:cubicBezTo>
                <a:cubicBezTo>
                  <a:pt x="43" y="83"/>
                  <a:pt x="52" y="72"/>
                  <a:pt x="62" y="62"/>
                </a:cubicBezTo>
                <a:cubicBezTo>
                  <a:pt x="72" y="53"/>
                  <a:pt x="82" y="44"/>
                  <a:pt x="94" y="36"/>
                </a:cubicBezTo>
                <a:cubicBezTo>
                  <a:pt x="105" y="28"/>
                  <a:pt x="118" y="22"/>
                  <a:pt x="130" y="17"/>
                </a:cubicBezTo>
                <a:cubicBezTo>
                  <a:pt x="143" y="11"/>
                  <a:pt x="157" y="7"/>
                  <a:pt x="170" y="5"/>
                </a:cubicBezTo>
                <a:cubicBezTo>
                  <a:pt x="184" y="2"/>
                  <a:pt x="198" y="0"/>
                  <a:pt x="211" y="0"/>
                </a:cubicBezTo>
                <a:lnTo>
                  <a:pt x="30269" y="0"/>
                </a:lnTo>
                <a:cubicBezTo>
                  <a:pt x="30283" y="0"/>
                  <a:pt x="30297" y="2"/>
                  <a:pt x="30310" y="5"/>
                </a:cubicBezTo>
                <a:cubicBezTo>
                  <a:pt x="30324" y="7"/>
                  <a:pt x="30337" y="11"/>
                  <a:pt x="30350" y="17"/>
                </a:cubicBezTo>
                <a:cubicBezTo>
                  <a:pt x="30363" y="22"/>
                  <a:pt x="30375" y="28"/>
                  <a:pt x="30387" y="36"/>
                </a:cubicBezTo>
                <a:cubicBezTo>
                  <a:pt x="30398" y="44"/>
                  <a:pt x="30409" y="53"/>
                  <a:pt x="30419" y="62"/>
                </a:cubicBezTo>
                <a:cubicBezTo>
                  <a:pt x="30429" y="72"/>
                  <a:pt x="30437" y="83"/>
                  <a:pt x="30445" y="95"/>
                </a:cubicBezTo>
                <a:cubicBezTo>
                  <a:pt x="30453" y="106"/>
                  <a:pt x="30459" y="118"/>
                  <a:pt x="30465" y="131"/>
                </a:cubicBezTo>
                <a:cubicBezTo>
                  <a:pt x="30470" y="144"/>
                  <a:pt x="30474" y="157"/>
                  <a:pt x="30477" y="171"/>
                </a:cubicBezTo>
                <a:cubicBezTo>
                  <a:pt x="30479" y="185"/>
                  <a:pt x="30481" y="198"/>
                  <a:pt x="30481" y="212"/>
                </a:cubicBezTo>
                <a:lnTo>
                  <a:pt x="30481" y="13125"/>
                </a:lnTo>
                <a:cubicBezTo>
                  <a:pt x="30481" y="13139"/>
                  <a:pt x="30479" y="13152"/>
                  <a:pt x="30477" y="13166"/>
                </a:cubicBezTo>
                <a:cubicBezTo>
                  <a:pt x="30474" y="13180"/>
                  <a:pt x="30470" y="13193"/>
                  <a:pt x="30465" y="13206"/>
                </a:cubicBezTo>
                <a:cubicBezTo>
                  <a:pt x="30459" y="13219"/>
                  <a:pt x="30453" y="13231"/>
                  <a:pt x="30445" y="13242"/>
                </a:cubicBezTo>
                <a:cubicBezTo>
                  <a:pt x="30437" y="13254"/>
                  <a:pt x="30429" y="13265"/>
                  <a:pt x="30419" y="13275"/>
                </a:cubicBezTo>
                <a:cubicBezTo>
                  <a:pt x="30409" y="13284"/>
                  <a:pt x="30398" y="13293"/>
                  <a:pt x="30387" y="13301"/>
                </a:cubicBezTo>
                <a:cubicBezTo>
                  <a:pt x="30375" y="13309"/>
                  <a:pt x="30363" y="13315"/>
                  <a:pt x="30350" y="13320"/>
                </a:cubicBezTo>
                <a:cubicBezTo>
                  <a:pt x="30337" y="13326"/>
                  <a:pt x="30324" y="13330"/>
                  <a:pt x="30310" y="13332"/>
                </a:cubicBezTo>
                <a:cubicBezTo>
                  <a:pt x="30297" y="13335"/>
                  <a:pt x="30283" y="13336"/>
                  <a:pt x="30269" y="13336"/>
                </a:cubicBezTo>
                <a:lnTo>
                  <a:pt x="211" y="13336"/>
                </a:lnTo>
                <a:cubicBezTo>
                  <a:pt x="198" y="13336"/>
                  <a:pt x="184" y="13335"/>
                  <a:pt x="170" y="13332"/>
                </a:cubicBezTo>
                <a:cubicBezTo>
                  <a:pt x="157" y="13330"/>
                  <a:pt x="143" y="13326"/>
                  <a:pt x="130" y="13320"/>
                </a:cubicBezTo>
                <a:cubicBezTo>
                  <a:pt x="118" y="13315"/>
                  <a:pt x="105" y="13309"/>
                  <a:pt x="94" y="13301"/>
                </a:cubicBezTo>
                <a:cubicBezTo>
                  <a:pt x="82" y="13293"/>
                  <a:pt x="72" y="13284"/>
                  <a:pt x="62" y="13275"/>
                </a:cubicBezTo>
                <a:cubicBezTo>
                  <a:pt x="52" y="13265"/>
                  <a:pt x="43" y="13254"/>
                  <a:pt x="36" y="13242"/>
                </a:cubicBezTo>
                <a:cubicBezTo>
                  <a:pt x="28" y="13231"/>
                  <a:pt x="21" y="13219"/>
                  <a:pt x="16" y="13206"/>
                </a:cubicBezTo>
                <a:cubicBezTo>
                  <a:pt x="11" y="13193"/>
                  <a:pt x="7" y="13180"/>
                  <a:pt x="4" y="13166"/>
                </a:cubicBezTo>
                <a:cubicBezTo>
                  <a:pt x="1" y="13152"/>
                  <a:pt x="0" y="13139"/>
                  <a:pt x="0" y="13125"/>
                </a:cubicBezTo>
                <a:close/>
              </a:path>
            </a:pathLst>
          </a:custGeom>
          <a:solidFill>
            <a:srgbClr val="e8f1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23" name=""/>
          <p:cNvSpPr txBox="1"/>
          <p:nvPr/>
        </p:nvSpPr>
        <p:spPr>
          <a:xfrm>
            <a:off x="609480" y="1090800"/>
            <a:ext cx="744732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払い出した環境では、</a:t>
            </a:r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10</a:t>
            </a:r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の決まりのうち</a:t>
            </a:r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5</a:t>
            </a:r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つを利用者が守る</a:t>
            </a:r>
            <a:endParaRPr b="0" lang="ja-JP" sz="21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24" name=""/>
          <p:cNvSpPr/>
          <p:nvPr/>
        </p:nvSpPr>
        <p:spPr>
          <a:xfrm>
            <a:off x="1095120" y="2199960"/>
            <a:ext cx="3143520" cy="362520"/>
          </a:xfrm>
          <a:custGeom>
            <a:avLst/>
            <a:gdLst/>
            <a:ahLst/>
            <a:rect l="0" t="0" r="r" b="b"/>
            <a:pathLst>
              <a:path w="8732" h="1007">
                <a:moveTo>
                  <a:pt x="0" y="0"/>
                </a:moveTo>
                <a:lnTo>
                  <a:pt x="8732" y="0"/>
                </a:lnTo>
                <a:lnTo>
                  <a:pt x="8732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25" name=""/>
          <p:cNvSpPr/>
          <p:nvPr/>
        </p:nvSpPr>
        <p:spPr>
          <a:xfrm>
            <a:off x="4238280" y="2199960"/>
            <a:ext cx="2953440" cy="362520"/>
          </a:xfrm>
          <a:custGeom>
            <a:avLst/>
            <a:gdLst/>
            <a:ahLst/>
            <a:rect l="0" t="0" r="r" b="b"/>
            <a:pathLst>
              <a:path w="8204" h="1007">
                <a:moveTo>
                  <a:pt x="0" y="0"/>
                </a:moveTo>
                <a:lnTo>
                  <a:pt x="8204" y="0"/>
                </a:lnTo>
                <a:lnTo>
                  <a:pt x="8204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26" name=""/>
          <p:cNvSpPr/>
          <p:nvPr/>
        </p:nvSpPr>
        <p:spPr>
          <a:xfrm>
            <a:off x="7191360" y="2199960"/>
            <a:ext cx="1714680" cy="362520"/>
          </a:xfrm>
          <a:custGeom>
            <a:avLst/>
            <a:gdLst/>
            <a:ahLst/>
            <a:rect l="0" t="0" r="r" b="b"/>
            <a:pathLst>
              <a:path w="4763" h="1007">
                <a:moveTo>
                  <a:pt x="0" y="0"/>
                </a:moveTo>
                <a:lnTo>
                  <a:pt x="4763" y="0"/>
                </a:lnTo>
                <a:lnTo>
                  <a:pt x="4763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27" name=""/>
          <p:cNvSpPr/>
          <p:nvPr/>
        </p:nvSpPr>
        <p:spPr>
          <a:xfrm>
            <a:off x="8905680" y="2199960"/>
            <a:ext cx="2190960" cy="362520"/>
          </a:xfrm>
          <a:custGeom>
            <a:avLst/>
            <a:gdLst/>
            <a:ahLst/>
            <a:rect l="0" t="0" r="r" b="b"/>
            <a:pathLst>
              <a:path w="6086" h="1007">
                <a:moveTo>
                  <a:pt x="0" y="0"/>
                </a:moveTo>
                <a:lnTo>
                  <a:pt x="6086" y="0"/>
                </a:lnTo>
                <a:lnTo>
                  <a:pt x="6086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28" name=""/>
          <p:cNvSpPr/>
          <p:nvPr/>
        </p:nvSpPr>
        <p:spPr>
          <a:xfrm>
            <a:off x="1095120" y="2562120"/>
            <a:ext cx="3143520" cy="362160"/>
          </a:xfrm>
          <a:custGeom>
            <a:avLst/>
            <a:gdLst/>
            <a:ahLst/>
            <a:rect l="0" t="0" r="r" b="b"/>
            <a:pathLst>
              <a:path w="8732" h="1006">
                <a:moveTo>
                  <a:pt x="0" y="0"/>
                </a:moveTo>
                <a:lnTo>
                  <a:pt x="8732" y="0"/>
                </a:lnTo>
                <a:lnTo>
                  <a:pt x="8732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29" name=""/>
          <p:cNvSpPr/>
          <p:nvPr/>
        </p:nvSpPr>
        <p:spPr>
          <a:xfrm>
            <a:off x="4238280" y="2562120"/>
            <a:ext cx="2953440" cy="362160"/>
          </a:xfrm>
          <a:custGeom>
            <a:avLst/>
            <a:gdLst/>
            <a:ahLst/>
            <a:rect l="0" t="0" r="r" b="b"/>
            <a:pathLst>
              <a:path w="8204" h="1006">
                <a:moveTo>
                  <a:pt x="0" y="0"/>
                </a:moveTo>
                <a:lnTo>
                  <a:pt x="8204" y="0"/>
                </a:lnTo>
                <a:lnTo>
                  <a:pt x="8204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30" name=""/>
          <p:cNvSpPr/>
          <p:nvPr/>
        </p:nvSpPr>
        <p:spPr>
          <a:xfrm>
            <a:off x="7191360" y="2562120"/>
            <a:ext cx="1714680" cy="362160"/>
          </a:xfrm>
          <a:custGeom>
            <a:avLst/>
            <a:gdLst/>
            <a:ahLst/>
            <a:rect l="0" t="0" r="r" b="b"/>
            <a:pathLst>
              <a:path w="4763" h="1006">
                <a:moveTo>
                  <a:pt x="0" y="0"/>
                </a:moveTo>
                <a:lnTo>
                  <a:pt x="4763" y="0"/>
                </a:lnTo>
                <a:lnTo>
                  <a:pt x="4763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31" name=""/>
          <p:cNvSpPr/>
          <p:nvPr/>
        </p:nvSpPr>
        <p:spPr>
          <a:xfrm>
            <a:off x="8905680" y="2562120"/>
            <a:ext cx="2190960" cy="362160"/>
          </a:xfrm>
          <a:custGeom>
            <a:avLst/>
            <a:gdLst/>
            <a:ahLst/>
            <a:rect l="0" t="0" r="r" b="b"/>
            <a:pathLst>
              <a:path w="6086" h="1006">
                <a:moveTo>
                  <a:pt x="0" y="0"/>
                </a:moveTo>
                <a:lnTo>
                  <a:pt x="6086" y="0"/>
                </a:lnTo>
                <a:lnTo>
                  <a:pt x="6086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32" name=""/>
          <p:cNvSpPr/>
          <p:nvPr/>
        </p:nvSpPr>
        <p:spPr>
          <a:xfrm>
            <a:off x="1095120" y="2923920"/>
            <a:ext cx="3143520" cy="362520"/>
          </a:xfrm>
          <a:custGeom>
            <a:avLst/>
            <a:gdLst/>
            <a:ahLst/>
            <a:rect l="0" t="0" r="r" b="b"/>
            <a:pathLst>
              <a:path w="8732" h="1007">
                <a:moveTo>
                  <a:pt x="0" y="0"/>
                </a:moveTo>
                <a:lnTo>
                  <a:pt x="8732" y="0"/>
                </a:lnTo>
                <a:lnTo>
                  <a:pt x="8732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33" name=""/>
          <p:cNvSpPr/>
          <p:nvPr/>
        </p:nvSpPr>
        <p:spPr>
          <a:xfrm>
            <a:off x="4238280" y="2923920"/>
            <a:ext cx="2953440" cy="362520"/>
          </a:xfrm>
          <a:custGeom>
            <a:avLst/>
            <a:gdLst/>
            <a:ahLst/>
            <a:rect l="0" t="0" r="r" b="b"/>
            <a:pathLst>
              <a:path w="8204" h="1007">
                <a:moveTo>
                  <a:pt x="0" y="0"/>
                </a:moveTo>
                <a:lnTo>
                  <a:pt x="8204" y="0"/>
                </a:lnTo>
                <a:lnTo>
                  <a:pt x="8204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34" name=""/>
          <p:cNvSpPr/>
          <p:nvPr/>
        </p:nvSpPr>
        <p:spPr>
          <a:xfrm>
            <a:off x="7191360" y="2923920"/>
            <a:ext cx="1714680" cy="362520"/>
          </a:xfrm>
          <a:custGeom>
            <a:avLst/>
            <a:gdLst/>
            <a:ahLst/>
            <a:rect l="0" t="0" r="r" b="b"/>
            <a:pathLst>
              <a:path w="4763" h="1007">
                <a:moveTo>
                  <a:pt x="0" y="0"/>
                </a:moveTo>
                <a:lnTo>
                  <a:pt x="4763" y="0"/>
                </a:lnTo>
                <a:lnTo>
                  <a:pt x="4763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35" name=""/>
          <p:cNvSpPr/>
          <p:nvPr/>
        </p:nvSpPr>
        <p:spPr>
          <a:xfrm>
            <a:off x="8905680" y="2923920"/>
            <a:ext cx="2190960" cy="362520"/>
          </a:xfrm>
          <a:custGeom>
            <a:avLst/>
            <a:gdLst/>
            <a:ahLst/>
            <a:rect l="0" t="0" r="r" b="b"/>
            <a:pathLst>
              <a:path w="6086" h="1007">
                <a:moveTo>
                  <a:pt x="0" y="0"/>
                </a:moveTo>
                <a:lnTo>
                  <a:pt x="6086" y="0"/>
                </a:lnTo>
                <a:lnTo>
                  <a:pt x="6086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36" name=""/>
          <p:cNvSpPr/>
          <p:nvPr/>
        </p:nvSpPr>
        <p:spPr>
          <a:xfrm>
            <a:off x="1095120" y="3286080"/>
            <a:ext cx="3143520" cy="362160"/>
          </a:xfrm>
          <a:custGeom>
            <a:avLst/>
            <a:gdLst/>
            <a:ahLst/>
            <a:rect l="0" t="0" r="r" b="b"/>
            <a:pathLst>
              <a:path w="8732" h="1006">
                <a:moveTo>
                  <a:pt x="0" y="0"/>
                </a:moveTo>
                <a:lnTo>
                  <a:pt x="8732" y="0"/>
                </a:lnTo>
                <a:lnTo>
                  <a:pt x="8732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37" name=""/>
          <p:cNvSpPr/>
          <p:nvPr/>
        </p:nvSpPr>
        <p:spPr>
          <a:xfrm>
            <a:off x="4238280" y="3286080"/>
            <a:ext cx="2953440" cy="362160"/>
          </a:xfrm>
          <a:custGeom>
            <a:avLst/>
            <a:gdLst/>
            <a:ahLst/>
            <a:rect l="0" t="0" r="r" b="b"/>
            <a:pathLst>
              <a:path w="8204" h="1006">
                <a:moveTo>
                  <a:pt x="0" y="0"/>
                </a:moveTo>
                <a:lnTo>
                  <a:pt x="8204" y="0"/>
                </a:lnTo>
                <a:lnTo>
                  <a:pt x="8204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38" name=""/>
          <p:cNvSpPr/>
          <p:nvPr/>
        </p:nvSpPr>
        <p:spPr>
          <a:xfrm>
            <a:off x="7191360" y="3286080"/>
            <a:ext cx="1714680" cy="362160"/>
          </a:xfrm>
          <a:custGeom>
            <a:avLst/>
            <a:gdLst/>
            <a:ahLst/>
            <a:rect l="0" t="0" r="r" b="b"/>
            <a:pathLst>
              <a:path w="4763" h="1006">
                <a:moveTo>
                  <a:pt x="0" y="0"/>
                </a:moveTo>
                <a:lnTo>
                  <a:pt x="4763" y="0"/>
                </a:lnTo>
                <a:lnTo>
                  <a:pt x="4763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39" name=""/>
          <p:cNvSpPr/>
          <p:nvPr/>
        </p:nvSpPr>
        <p:spPr>
          <a:xfrm>
            <a:off x="8905680" y="3286080"/>
            <a:ext cx="2190960" cy="362160"/>
          </a:xfrm>
          <a:custGeom>
            <a:avLst/>
            <a:gdLst/>
            <a:ahLst/>
            <a:rect l="0" t="0" r="r" b="b"/>
            <a:pathLst>
              <a:path w="6086" h="1006">
                <a:moveTo>
                  <a:pt x="0" y="0"/>
                </a:moveTo>
                <a:lnTo>
                  <a:pt x="6086" y="0"/>
                </a:lnTo>
                <a:lnTo>
                  <a:pt x="6086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40" name=""/>
          <p:cNvSpPr/>
          <p:nvPr/>
        </p:nvSpPr>
        <p:spPr>
          <a:xfrm>
            <a:off x="1095120" y="3647880"/>
            <a:ext cx="3143520" cy="362160"/>
          </a:xfrm>
          <a:custGeom>
            <a:avLst/>
            <a:gdLst/>
            <a:ahLst/>
            <a:rect l="0" t="0" r="r" b="b"/>
            <a:pathLst>
              <a:path w="8732" h="1006">
                <a:moveTo>
                  <a:pt x="0" y="0"/>
                </a:moveTo>
                <a:lnTo>
                  <a:pt x="8732" y="0"/>
                </a:lnTo>
                <a:lnTo>
                  <a:pt x="8732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41" name=""/>
          <p:cNvSpPr/>
          <p:nvPr/>
        </p:nvSpPr>
        <p:spPr>
          <a:xfrm>
            <a:off x="4238280" y="3647880"/>
            <a:ext cx="2953440" cy="362160"/>
          </a:xfrm>
          <a:custGeom>
            <a:avLst/>
            <a:gdLst/>
            <a:ahLst/>
            <a:rect l="0" t="0" r="r" b="b"/>
            <a:pathLst>
              <a:path w="8204" h="1006">
                <a:moveTo>
                  <a:pt x="0" y="0"/>
                </a:moveTo>
                <a:lnTo>
                  <a:pt x="8204" y="0"/>
                </a:lnTo>
                <a:lnTo>
                  <a:pt x="8204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42" name=""/>
          <p:cNvSpPr/>
          <p:nvPr/>
        </p:nvSpPr>
        <p:spPr>
          <a:xfrm>
            <a:off x="7191360" y="3647880"/>
            <a:ext cx="1714680" cy="362160"/>
          </a:xfrm>
          <a:custGeom>
            <a:avLst/>
            <a:gdLst/>
            <a:ahLst/>
            <a:rect l="0" t="0" r="r" b="b"/>
            <a:pathLst>
              <a:path w="4763" h="1006">
                <a:moveTo>
                  <a:pt x="0" y="0"/>
                </a:moveTo>
                <a:lnTo>
                  <a:pt x="4763" y="0"/>
                </a:lnTo>
                <a:lnTo>
                  <a:pt x="4763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43" name=""/>
          <p:cNvSpPr/>
          <p:nvPr/>
        </p:nvSpPr>
        <p:spPr>
          <a:xfrm>
            <a:off x="8905680" y="3647880"/>
            <a:ext cx="2190960" cy="362160"/>
          </a:xfrm>
          <a:custGeom>
            <a:avLst/>
            <a:gdLst/>
            <a:ahLst/>
            <a:rect l="0" t="0" r="r" b="b"/>
            <a:pathLst>
              <a:path w="6086" h="1006">
                <a:moveTo>
                  <a:pt x="0" y="0"/>
                </a:moveTo>
                <a:lnTo>
                  <a:pt x="6086" y="0"/>
                </a:lnTo>
                <a:lnTo>
                  <a:pt x="6086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44" name=""/>
          <p:cNvSpPr/>
          <p:nvPr/>
        </p:nvSpPr>
        <p:spPr>
          <a:xfrm>
            <a:off x="1095120" y="4009680"/>
            <a:ext cx="3143520" cy="362520"/>
          </a:xfrm>
          <a:custGeom>
            <a:avLst/>
            <a:gdLst/>
            <a:ahLst/>
            <a:rect l="0" t="0" r="r" b="b"/>
            <a:pathLst>
              <a:path w="8732" h="1007">
                <a:moveTo>
                  <a:pt x="0" y="0"/>
                </a:moveTo>
                <a:lnTo>
                  <a:pt x="8732" y="0"/>
                </a:lnTo>
                <a:lnTo>
                  <a:pt x="8732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45" name=""/>
          <p:cNvSpPr/>
          <p:nvPr/>
        </p:nvSpPr>
        <p:spPr>
          <a:xfrm>
            <a:off x="4238280" y="4009680"/>
            <a:ext cx="2953440" cy="362520"/>
          </a:xfrm>
          <a:custGeom>
            <a:avLst/>
            <a:gdLst/>
            <a:ahLst/>
            <a:rect l="0" t="0" r="r" b="b"/>
            <a:pathLst>
              <a:path w="8204" h="1007">
                <a:moveTo>
                  <a:pt x="0" y="0"/>
                </a:moveTo>
                <a:lnTo>
                  <a:pt x="8204" y="0"/>
                </a:lnTo>
                <a:lnTo>
                  <a:pt x="8204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46" name=""/>
          <p:cNvSpPr/>
          <p:nvPr/>
        </p:nvSpPr>
        <p:spPr>
          <a:xfrm>
            <a:off x="7191360" y="4009680"/>
            <a:ext cx="1714680" cy="362520"/>
          </a:xfrm>
          <a:custGeom>
            <a:avLst/>
            <a:gdLst/>
            <a:ahLst/>
            <a:rect l="0" t="0" r="r" b="b"/>
            <a:pathLst>
              <a:path w="4763" h="1007">
                <a:moveTo>
                  <a:pt x="0" y="0"/>
                </a:moveTo>
                <a:lnTo>
                  <a:pt x="4763" y="0"/>
                </a:lnTo>
                <a:lnTo>
                  <a:pt x="4763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47" name=""/>
          <p:cNvSpPr/>
          <p:nvPr/>
        </p:nvSpPr>
        <p:spPr>
          <a:xfrm>
            <a:off x="8905680" y="4009680"/>
            <a:ext cx="2190960" cy="362520"/>
          </a:xfrm>
          <a:custGeom>
            <a:avLst/>
            <a:gdLst/>
            <a:ahLst/>
            <a:rect l="0" t="0" r="r" b="b"/>
            <a:pathLst>
              <a:path w="6086" h="1007">
                <a:moveTo>
                  <a:pt x="0" y="0"/>
                </a:moveTo>
                <a:lnTo>
                  <a:pt x="6086" y="0"/>
                </a:lnTo>
                <a:lnTo>
                  <a:pt x="6086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48" name=""/>
          <p:cNvSpPr/>
          <p:nvPr/>
        </p:nvSpPr>
        <p:spPr>
          <a:xfrm>
            <a:off x="1095120" y="4371840"/>
            <a:ext cx="3143520" cy="362160"/>
          </a:xfrm>
          <a:custGeom>
            <a:avLst/>
            <a:gdLst/>
            <a:ahLst/>
            <a:rect l="0" t="0" r="r" b="b"/>
            <a:pathLst>
              <a:path w="8732" h="1006">
                <a:moveTo>
                  <a:pt x="0" y="0"/>
                </a:moveTo>
                <a:lnTo>
                  <a:pt x="8732" y="0"/>
                </a:lnTo>
                <a:lnTo>
                  <a:pt x="8732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49" name=""/>
          <p:cNvSpPr/>
          <p:nvPr/>
        </p:nvSpPr>
        <p:spPr>
          <a:xfrm>
            <a:off x="4238280" y="4371840"/>
            <a:ext cx="2953440" cy="362160"/>
          </a:xfrm>
          <a:custGeom>
            <a:avLst/>
            <a:gdLst/>
            <a:ahLst/>
            <a:rect l="0" t="0" r="r" b="b"/>
            <a:pathLst>
              <a:path w="8204" h="1006">
                <a:moveTo>
                  <a:pt x="0" y="0"/>
                </a:moveTo>
                <a:lnTo>
                  <a:pt x="8204" y="0"/>
                </a:lnTo>
                <a:lnTo>
                  <a:pt x="8204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50" name=""/>
          <p:cNvSpPr/>
          <p:nvPr/>
        </p:nvSpPr>
        <p:spPr>
          <a:xfrm>
            <a:off x="7191360" y="4371840"/>
            <a:ext cx="1714680" cy="362160"/>
          </a:xfrm>
          <a:custGeom>
            <a:avLst/>
            <a:gdLst/>
            <a:ahLst/>
            <a:rect l="0" t="0" r="r" b="b"/>
            <a:pathLst>
              <a:path w="4763" h="1006">
                <a:moveTo>
                  <a:pt x="0" y="0"/>
                </a:moveTo>
                <a:lnTo>
                  <a:pt x="4763" y="0"/>
                </a:lnTo>
                <a:lnTo>
                  <a:pt x="4763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51" name=""/>
          <p:cNvSpPr/>
          <p:nvPr/>
        </p:nvSpPr>
        <p:spPr>
          <a:xfrm>
            <a:off x="8905680" y="4371840"/>
            <a:ext cx="2190960" cy="362160"/>
          </a:xfrm>
          <a:custGeom>
            <a:avLst/>
            <a:gdLst/>
            <a:ahLst/>
            <a:rect l="0" t="0" r="r" b="b"/>
            <a:pathLst>
              <a:path w="6086" h="1006">
                <a:moveTo>
                  <a:pt x="0" y="0"/>
                </a:moveTo>
                <a:lnTo>
                  <a:pt x="6086" y="0"/>
                </a:lnTo>
                <a:lnTo>
                  <a:pt x="6086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52" name=""/>
          <p:cNvSpPr/>
          <p:nvPr/>
        </p:nvSpPr>
        <p:spPr>
          <a:xfrm>
            <a:off x="1095120" y="4733640"/>
            <a:ext cx="3143520" cy="362520"/>
          </a:xfrm>
          <a:custGeom>
            <a:avLst/>
            <a:gdLst/>
            <a:ahLst/>
            <a:rect l="0" t="0" r="r" b="b"/>
            <a:pathLst>
              <a:path w="8732" h="1007">
                <a:moveTo>
                  <a:pt x="0" y="0"/>
                </a:moveTo>
                <a:lnTo>
                  <a:pt x="8732" y="0"/>
                </a:lnTo>
                <a:lnTo>
                  <a:pt x="8732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53" name=""/>
          <p:cNvSpPr/>
          <p:nvPr/>
        </p:nvSpPr>
        <p:spPr>
          <a:xfrm>
            <a:off x="4238280" y="4733640"/>
            <a:ext cx="2953440" cy="362520"/>
          </a:xfrm>
          <a:custGeom>
            <a:avLst/>
            <a:gdLst/>
            <a:ahLst/>
            <a:rect l="0" t="0" r="r" b="b"/>
            <a:pathLst>
              <a:path w="8204" h="1007">
                <a:moveTo>
                  <a:pt x="0" y="0"/>
                </a:moveTo>
                <a:lnTo>
                  <a:pt x="8204" y="0"/>
                </a:lnTo>
                <a:lnTo>
                  <a:pt x="8204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54" name=""/>
          <p:cNvSpPr/>
          <p:nvPr/>
        </p:nvSpPr>
        <p:spPr>
          <a:xfrm>
            <a:off x="7191360" y="4733640"/>
            <a:ext cx="1714680" cy="362520"/>
          </a:xfrm>
          <a:custGeom>
            <a:avLst/>
            <a:gdLst/>
            <a:ahLst/>
            <a:rect l="0" t="0" r="r" b="b"/>
            <a:pathLst>
              <a:path w="4763" h="1007">
                <a:moveTo>
                  <a:pt x="0" y="0"/>
                </a:moveTo>
                <a:lnTo>
                  <a:pt x="4763" y="0"/>
                </a:lnTo>
                <a:lnTo>
                  <a:pt x="4763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55" name=""/>
          <p:cNvSpPr/>
          <p:nvPr/>
        </p:nvSpPr>
        <p:spPr>
          <a:xfrm>
            <a:off x="8905680" y="4733640"/>
            <a:ext cx="2190960" cy="362520"/>
          </a:xfrm>
          <a:custGeom>
            <a:avLst/>
            <a:gdLst/>
            <a:ahLst/>
            <a:rect l="0" t="0" r="r" b="b"/>
            <a:pathLst>
              <a:path w="6086" h="1007">
                <a:moveTo>
                  <a:pt x="0" y="0"/>
                </a:moveTo>
                <a:lnTo>
                  <a:pt x="6086" y="0"/>
                </a:lnTo>
                <a:lnTo>
                  <a:pt x="6086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56" name=""/>
          <p:cNvSpPr/>
          <p:nvPr/>
        </p:nvSpPr>
        <p:spPr>
          <a:xfrm>
            <a:off x="1095120" y="5095800"/>
            <a:ext cx="3143520" cy="362160"/>
          </a:xfrm>
          <a:custGeom>
            <a:avLst/>
            <a:gdLst/>
            <a:ahLst/>
            <a:rect l="0" t="0" r="r" b="b"/>
            <a:pathLst>
              <a:path w="8732" h="1006">
                <a:moveTo>
                  <a:pt x="0" y="0"/>
                </a:moveTo>
                <a:lnTo>
                  <a:pt x="8732" y="0"/>
                </a:lnTo>
                <a:lnTo>
                  <a:pt x="8732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57" name=""/>
          <p:cNvSpPr/>
          <p:nvPr/>
        </p:nvSpPr>
        <p:spPr>
          <a:xfrm>
            <a:off x="4238280" y="5095800"/>
            <a:ext cx="2953440" cy="362160"/>
          </a:xfrm>
          <a:custGeom>
            <a:avLst/>
            <a:gdLst/>
            <a:ahLst/>
            <a:rect l="0" t="0" r="r" b="b"/>
            <a:pathLst>
              <a:path w="8204" h="1006">
                <a:moveTo>
                  <a:pt x="0" y="0"/>
                </a:moveTo>
                <a:lnTo>
                  <a:pt x="8204" y="0"/>
                </a:lnTo>
                <a:lnTo>
                  <a:pt x="8204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58" name=""/>
          <p:cNvSpPr/>
          <p:nvPr/>
        </p:nvSpPr>
        <p:spPr>
          <a:xfrm>
            <a:off x="7191360" y="5095800"/>
            <a:ext cx="1714680" cy="362160"/>
          </a:xfrm>
          <a:custGeom>
            <a:avLst/>
            <a:gdLst/>
            <a:ahLst/>
            <a:rect l="0" t="0" r="r" b="b"/>
            <a:pathLst>
              <a:path w="4763" h="1006">
                <a:moveTo>
                  <a:pt x="0" y="0"/>
                </a:moveTo>
                <a:lnTo>
                  <a:pt x="4763" y="0"/>
                </a:lnTo>
                <a:lnTo>
                  <a:pt x="4763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59" name=""/>
          <p:cNvSpPr/>
          <p:nvPr/>
        </p:nvSpPr>
        <p:spPr>
          <a:xfrm>
            <a:off x="8905680" y="5095800"/>
            <a:ext cx="2190960" cy="362160"/>
          </a:xfrm>
          <a:custGeom>
            <a:avLst/>
            <a:gdLst/>
            <a:ahLst/>
            <a:rect l="0" t="0" r="r" b="b"/>
            <a:pathLst>
              <a:path w="6086" h="1006">
                <a:moveTo>
                  <a:pt x="0" y="0"/>
                </a:moveTo>
                <a:lnTo>
                  <a:pt x="6086" y="0"/>
                </a:lnTo>
                <a:lnTo>
                  <a:pt x="6086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60" name=""/>
          <p:cNvSpPr/>
          <p:nvPr/>
        </p:nvSpPr>
        <p:spPr>
          <a:xfrm>
            <a:off x="1095120" y="5457600"/>
            <a:ext cx="3143520" cy="362520"/>
          </a:xfrm>
          <a:custGeom>
            <a:avLst/>
            <a:gdLst/>
            <a:ahLst/>
            <a:rect l="0" t="0" r="r" b="b"/>
            <a:pathLst>
              <a:path w="8732" h="1007">
                <a:moveTo>
                  <a:pt x="0" y="0"/>
                </a:moveTo>
                <a:lnTo>
                  <a:pt x="8732" y="0"/>
                </a:lnTo>
                <a:lnTo>
                  <a:pt x="8732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61" name=""/>
          <p:cNvSpPr/>
          <p:nvPr/>
        </p:nvSpPr>
        <p:spPr>
          <a:xfrm>
            <a:off x="4238280" y="5457600"/>
            <a:ext cx="2953440" cy="362520"/>
          </a:xfrm>
          <a:custGeom>
            <a:avLst/>
            <a:gdLst/>
            <a:ahLst/>
            <a:rect l="0" t="0" r="r" b="b"/>
            <a:pathLst>
              <a:path w="8204" h="1007">
                <a:moveTo>
                  <a:pt x="0" y="0"/>
                </a:moveTo>
                <a:lnTo>
                  <a:pt x="8204" y="0"/>
                </a:lnTo>
                <a:lnTo>
                  <a:pt x="8204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62" name=""/>
          <p:cNvSpPr/>
          <p:nvPr/>
        </p:nvSpPr>
        <p:spPr>
          <a:xfrm>
            <a:off x="7191360" y="5457600"/>
            <a:ext cx="1714680" cy="362520"/>
          </a:xfrm>
          <a:custGeom>
            <a:avLst/>
            <a:gdLst/>
            <a:ahLst/>
            <a:rect l="0" t="0" r="r" b="b"/>
            <a:pathLst>
              <a:path w="4763" h="1007">
                <a:moveTo>
                  <a:pt x="0" y="0"/>
                </a:moveTo>
                <a:lnTo>
                  <a:pt x="4763" y="0"/>
                </a:lnTo>
                <a:lnTo>
                  <a:pt x="4763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63" name=""/>
          <p:cNvSpPr/>
          <p:nvPr/>
        </p:nvSpPr>
        <p:spPr>
          <a:xfrm>
            <a:off x="8905680" y="5457600"/>
            <a:ext cx="2190960" cy="362520"/>
          </a:xfrm>
          <a:custGeom>
            <a:avLst/>
            <a:gdLst/>
            <a:ahLst/>
            <a:rect l="0" t="0" r="r" b="b"/>
            <a:pathLst>
              <a:path w="6086" h="1007">
                <a:moveTo>
                  <a:pt x="0" y="0"/>
                </a:moveTo>
                <a:lnTo>
                  <a:pt x="6086" y="0"/>
                </a:lnTo>
                <a:lnTo>
                  <a:pt x="6086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64" name=""/>
          <p:cNvSpPr/>
          <p:nvPr/>
        </p:nvSpPr>
        <p:spPr>
          <a:xfrm>
            <a:off x="1095120" y="5819760"/>
            <a:ext cx="3143520" cy="362160"/>
          </a:xfrm>
          <a:custGeom>
            <a:avLst/>
            <a:gdLst/>
            <a:ahLst/>
            <a:rect l="0" t="0" r="r" b="b"/>
            <a:pathLst>
              <a:path w="8732" h="1006">
                <a:moveTo>
                  <a:pt x="0" y="0"/>
                </a:moveTo>
                <a:lnTo>
                  <a:pt x="8732" y="0"/>
                </a:lnTo>
                <a:lnTo>
                  <a:pt x="8732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65" name=""/>
          <p:cNvSpPr/>
          <p:nvPr/>
        </p:nvSpPr>
        <p:spPr>
          <a:xfrm>
            <a:off x="4238280" y="5819760"/>
            <a:ext cx="2953440" cy="362160"/>
          </a:xfrm>
          <a:custGeom>
            <a:avLst/>
            <a:gdLst/>
            <a:ahLst/>
            <a:rect l="0" t="0" r="r" b="b"/>
            <a:pathLst>
              <a:path w="8204" h="1006">
                <a:moveTo>
                  <a:pt x="0" y="0"/>
                </a:moveTo>
                <a:lnTo>
                  <a:pt x="8204" y="0"/>
                </a:lnTo>
                <a:lnTo>
                  <a:pt x="8204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66" name=""/>
          <p:cNvSpPr/>
          <p:nvPr/>
        </p:nvSpPr>
        <p:spPr>
          <a:xfrm>
            <a:off x="7191360" y="5819760"/>
            <a:ext cx="1714680" cy="362160"/>
          </a:xfrm>
          <a:custGeom>
            <a:avLst/>
            <a:gdLst/>
            <a:ahLst/>
            <a:rect l="0" t="0" r="r" b="b"/>
            <a:pathLst>
              <a:path w="4763" h="1006">
                <a:moveTo>
                  <a:pt x="0" y="0"/>
                </a:moveTo>
                <a:lnTo>
                  <a:pt x="4763" y="0"/>
                </a:lnTo>
                <a:lnTo>
                  <a:pt x="4763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67" name=""/>
          <p:cNvSpPr/>
          <p:nvPr/>
        </p:nvSpPr>
        <p:spPr>
          <a:xfrm>
            <a:off x="8905680" y="5819760"/>
            <a:ext cx="2190960" cy="362160"/>
          </a:xfrm>
          <a:custGeom>
            <a:avLst/>
            <a:gdLst/>
            <a:ahLst/>
            <a:rect l="0" t="0" r="r" b="b"/>
            <a:pathLst>
              <a:path w="6086" h="1006">
                <a:moveTo>
                  <a:pt x="0" y="0"/>
                </a:moveTo>
                <a:lnTo>
                  <a:pt x="6086" y="0"/>
                </a:lnTo>
                <a:lnTo>
                  <a:pt x="6086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68" name=""/>
          <p:cNvSpPr/>
          <p:nvPr/>
        </p:nvSpPr>
        <p:spPr>
          <a:xfrm>
            <a:off x="1095120" y="2552400"/>
            <a:ext cx="3143520" cy="19440"/>
          </a:xfrm>
          <a:custGeom>
            <a:avLst/>
            <a:gdLst/>
            <a:ahLst/>
            <a:rect l="0" t="0" r="r" b="b"/>
            <a:pathLst>
              <a:path w="8732" h="54">
                <a:moveTo>
                  <a:pt x="0" y="0"/>
                </a:moveTo>
                <a:lnTo>
                  <a:pt x="8732" y="0"/>
                </a:lnTo>
                <a:lnTo>
                  <a:pt x="8732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969" name=""/>
          <p:cNvSpPr/>
          <p:nvPr/>
        </p:nvSpPr>
        <p:spPr>
          <a:xfrm>
            <a:off x="4238280" y="2552400"/>
            <a:ext cx="2953440" cy="19440"/>
          </a:xfrm>
          <a:custGeom>
            <a:avLst/>
            <a:gdLst/>
            <a:ahLst/>
            <a:rect l="0" t="0" r="r" b="b"/>
            <a:pathLst>
              <a:path w="8204" h="54">
                <a:moveTo>
                  <a:pt x="0" y="0"/>
                </a:moveTo>
                <a:lnTo>
                  <a:pt x="8204" y="0"/>
                </a:lnTo>
                <a:lnTo>
                  <a:pt x="8204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970" name=""/>
          <p:cNvSpPr/>
          <p:nvPr/>
        </p:nvSpPr>
        <p:spPr>
          <a:xfrm>
            <a:off x="7191360" y="2552400"/>
            <a:ext cx="1714680" cy="19440"/>
          </a:xfrm>
          <a:custGeom>
            <a:avLst/>
            <a:gdLst/>
            <a:ahLst/>
            <a:rect l="0" t="0" r="r" b="b"/>
            <a:pathLst>
              <a:path w="4763" h="54">
                <a:moveTo>
                  <a:pt x="0" y="0"/>
                </a:moveTo>
                <a:lnTo>
                  <a:pt x="4763" y="0"/>
                </a:lnTo>
                <a:lnTo>
                  <a:pt x="4763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971" name=""/>
          <p:cNvSpPr/>
          <p:nvPr/>
        </p:nvSpPr>
        <p:spPr>
          <a:xfrm>
            <a:off x="8905680" y="2552400"/>
            <a:ext cx="2190960" cy="19440"/>
          </a:xfrm>
          <a:custGeom>
            <a:avLst/>
            <a:gdLst/>
            <a:ahLst/>
            <a:rect l="0" t="0" r="r" b="b"/>
            <a:pathLst>
              <a:path w="6086" h="54">
                <a:moveTo>
                  <a:pt x="0" y="0"/>
                </a:moveTo>
                <a:lnTo>
                  <a:pt x="6086" y="0"/>
                </a:lnTo>
                <a:lnTo>
                  <a:pt x="6086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972" name=""/>
          <p:cNvSpPr/>
          <p:nvPr/>
        </p:nvSpPr>
        <p:spPr>
          <a:xfrm>
            <a:off x="1095120" y="2923920"/>
            <a:ext cx="3143520" cy="10080"/>
          </a:xfrm>
          <a:custGeom>
            <a:avLst/>
            <a:gdLst/>
            <a:ahLst/>
            <a:rect l="0" t="0" r="r" b="b"/>
            <a:pathLst>
              <a:path w="8732" h="28">
                <a:moveTo>
                  <a:pt x="0" y="0"/>
                </a:moveTo>
                <a:lnTo>
                  <a:pt x="8732" y="0"/>
                </a:lnTo>
                <a:lnTo>
                  <a:pt x="873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73" name=""/>
          <p:cNvSpPr/>
          <p:nvPr/>
        </p:nvSpPr>
        <p:spPr>
          <a:xfrm>
            <a:off x="4238280" y="2923920"/>
            <a:ext cx="2953440" cy="10080"/>
          </a:xfrm>
          <a:custGeom>
            <a:avLst/>
            <a:gdLst/>
            <a:ahLst/>
            <a:rect l="0" t="0" r="r" b="b"/>
            <a:pathLst>
              <a:path w="8204" h="28">
                <a:moveTo>
                  <a:pt x="0" y="0"/>
                </a:moveTo>
                <a:lnTo>
                  <a:pt x="8204" y="0"/>
                </a:lnTo>
                <a:lnTo>
                  <a:pt x="820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74" name=""/>
          <p:cNvSpPr/>
          <p:nvPr/>
        </p:nvSpPr>
        <p:spPr>
          <a:xfrm>
            <a:off x="7191360" y="2923920"/>
            <a:ext cx="1714680" cy="10080"/>
          </a:xfrm>
          <a:custGeom>
            <a:avLst/>
            <a:gdLst/>
            <a:ahLst/>
            <a:rect l="0" t="0" r="r" b="b"/>
            <a:pathLst>
              <a:path w="4763" h="28">
                <a:moveTo>
                  <a:pt x="0" y="0"/>
                </a:moveTo>
                <a:lnTo>
                  <a:pt x="4763" y="0"/>
                </a:lnTo>
                <a:lnTo>
                  <a:pt x="476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75" name=""/>
          <p:cNvSpPr/>
          <p:nvPr/>
        </p:nvSpPr>
        <p:spPr>
          <a:xfrm>
            <a:off x="8905680" y="2923920"/>
            <a:ext cx="2190960" cy="10080"/>
          </a:xfrm>
          <a:custGeom>
            <a:avLst/>
            <a:gdLst/>
            <a:ahLst/>
            <a:rect l="0" t="0" r="r" b="b"/>
            <a:pathLst>
              <a:path w="6086" h="28">
                <a:moveTo>
                  <a:pt x="0" y="0"/>
                </a:moveTo>
                <a:lnTo>
                  <a:pt x="6086" y="0"/>
                </a:lnTo>
                <a:lnTo>
                  <a:pt x="608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76" name=""/>
          <p:cNvSpPr/>
          <p:nvPr/>
        </p:nvSpPr>
        <p:spPr>
          <a:xfrm>
            <a:off x="1095120" y="3286080"/>
            <a:ext cx="3143520" cy="9720"/>
          </a:xfrm>
          <a:custGeom>
            <a:avLst/>
            <a:gdLst/>
            <a:ahLst/>
            <a:rect l="0" t="0" r="r" b="b"/>
            <a:pathLst>
              <a:path w="8732" h="27">
                <a:moveTo>
                  <a:pt x="0" y="0"/>
                </a:moveTo>
                <a:lnTo>
                  <a:pt x="8732" y="0"/>
                </a:lnTo>
                <a:lnTo>
                  <a:pt x="873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77" name=""/>
          <p:cNvSpPr/>
          <p:nvPr/>
        </p:nvSpPr>
        <p:spPr>
          <a:xfrm>
            <a:off x="4238280" y="3286080"/>
            <a:ext cx="2953440" cy="9720"/>
          </a:xfrm>
          <a:custGeom>
            <a:avLst/>
            <a:gdLst/>
            <a:ahLst/>
            <a:rect l="0" t="0" r="r" b="b"/>
            <a:pathLst>
              <a:path w="8204" h="27">
                <a:moveTo>
                  <a:pt x="0" y="0"/>
                </a:moveTo>
                <a:lnTo>
                  <a:pt x="8204" y="0"/>
                </a:lnTo>
                <a:lnTo>
                  <a:pt x="820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78" name=""/>
          <p:cNvSpPr/>
          <p:nvPr/>
        </p:nvSpPr>
        <p:spPr>
          <a:xfrm>
            <a:off x="7191360" y="3286080"/>
            <a:ext cx="1714680" cy="9720"/>
          </a:xfrm>
          <a:custGeom>
            <a:avLst/>
            <a:gdLst/>
            <a:ahLst/>
            <a:rect l="0" t="0" r="r" b="b"/>
            <a:pathLst>
              <a:path w="4763" h="27">
                <a:moveTo>
                  <a:pt x="0" y="0"/>
                </a:moveTo>
                <a:lnTo>
                  <a:pt x="4763" y="0"/>
                </a:lnTo>
                <a:lnTo>
                  <a:pt x="476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79" name=""/>
          <p:cNvSpPr/>
          <p:nvPr/>
        </p:nvSpPr>
        <p:spPr>
          <a:xfrm>
            <a:off x="8905680" y="3286080"/>
            <a:ext cx="2190960" cy="9720"/>
          </a:xfrm>
          <a:custGeom>
            <a:avLst/>
            <a:gdLst/>
            <a:ahLst/>
            <a:rect l="0" t="0" r="r" b="b"/>
            <a:pathLst>
              <a:path w="6086" h="27">
                <a:moveTo>
                  <a:pt x="0" y="0"/>
                </a:moveTo>
                <a:lnTo>
                  <a:pt x="6086" y="0"/>
                </a:lnTo>
                <a:lnTo>
                  <a:pt x="608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80" name=""/>
          <p:cNvSpPr/>
          <p:nvPr/>
        </p:nvSpPr>
        <p:spPr>
          <a:xfrm>
            <a:off x="1095120" y="3647880"/>
            <a:ext cx="3143520" cy="9720"/>
          </a:xfrm>
          <a:custGeom>
            <a:avLst/>
            <a:gdLst/>
            <a:ahLst/>
            <a:rect l="0" t="0" r="r" b="b"/>
            <a:pathLst>
              <a:path w="8732" h="27">
                <a:moveTo>
                  <a:pt x="0" y="0"/>
                </a:moveTo>
                <a:lnTo>
                  <a:pt x="8732" y="0"/>
                </a:lnTo>
                <a:lnTo>
                  <a:pt x="873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81" name=""/>
          <p:cNvSpPr/>
          <p:nvPr/>
        </p:nvSpPr>
        <p:spPr>
          <a:xfrm>
            <a:off x="4238280" y="3647880"/>
            <a:ext cx="2953440" cy="9720"/>
          </a:xfrm>
          <a:custGeom>
            <a:avLst/>
            <a:gdLst/>
            <a:ahLst/>
            <a:rect l="0" t="0" r="r" b="b"/>
            <a:pathLst>
              <a:path w="8204" h="27">
                <a:moveTo>
                  <a:pt x="0" y="0"/>
                </a:moveTo>
                <a:lnTo>
                  <a:pt x="8204" y="0"/>
                </a:lnTo>
                <a:lnTo>
                  <a:pt x="820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82" name=""/>
          <p:cNvSpPr/>
          <p:nvPr/>
        </p:nvSpPr>
        <p:spPr>
          <a:xfrm>
            <a:off x="7191360" y="3647880"/>
            <a:ext cx="1714680" cy="9720"/>
          </a:xfrm>
          <a:custGeom>
            <a:avLst/>
            <a:gdLst/>
            <a:ahLst/>
            <a:rect l="0" t="0" r="r" b="b"/>
            <a:pathLst>
              <a:path w="4763" h="27">
                <a:moveTo>
                  <a:pt x="0" y="0"/>
                </a:moveTo>
                <a:lnTo>
                  <a:pt x="4763" y="0"/>
                </a:lnTo>
                <a:lnTo>
                  <a:pt x="476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83" name=""/>
          <p:cNvSpPr/>
          <p:nvPr/>
        </p:nvSpPr>
        <p:spPr>
          <a:xfrm>
            <a:off x="8905680" y="3647880"/>
            <a:ext cx="2190960" cy="9720"/>
          </a:xfrm>
          <a:custGeom>
            <a:avLst/>
            <a:gdLst/>
            <a:ahLst/>
            <a:rect l="0" t="0" r="r" b="b"/>
            <a:pathLst>
              <a:path w="6086" h="27">
                <a:moveTo>
                  <a:pt x="0" y="0"/>
                </a:moveTo>
                <a:lnTo>
                  <a:pt x="6086" y="0"/>
                </a:lnTo>
                <a:lnTo>
                  <a:pt x="608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84" name=""/>
          <p:cNvSpPr/>
          <p:nvPr/>
        </p:nvSpPr>
        <p:spPr>
          <a:xfrm>
            <a:off x="1095120" y="4009680"/>
            <a:ext cx="3143520" cy="10080"/>
          </a:xfrm>
          <a:custGeom>
            <a:avLst/>
            <a:gdLst/>
            <a:ahLst/>
            <a:rect l="0" t="0" r="r" b="b"/>
            <a:pathLst>
              <a:path w="8732" h="28">
                <a:moveTo>
                  <a:pt x="0" y="0"/>
                </a:moveTo>
                <a:lnTo>
                  <a:pt x="8732" y="0"/>
                </a:lnTo>
                <a:lnTo>
                  <a:pt x="873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85" name=""/>
          <p:cNvSpPr/>
          <p:nvPr/>
        </p:nvSpPr>
        <p:spPr>
          <a:xfrm>
            <a:off x="4238280" y="4009680"/>
            <a:ext cx="2953440" cy="10080"/>
          </a:xfrm>
          <a:custGeom>
            <a:avLst/>
            <a:gdLst/>
            <a:ahLst/>
            <a:rect l="0" t="0" r="r" b="b"/>
            <a:pathLst>
              <a:path w="8204" h="28">
                <a:moveTo>
                  <a:pt x="0" y="0"/>
                </a:moveTo>
                <a:lnTo>
                  <a:pt x="8204" y="0"/>
                </a:lnTo>
                <a:lnTo>
                  <a:pt x="820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86" name=""/>
          <p:cNvSpPr/>
          <p:nvPr/>
        </p:nvSpPr>
        <p:spPr>
          <a:xfrm>
            <a:off x="7191360" y="4009680"/>
            <a:ext cx="1714680" cy="10080"/>
          </a:xfrm>
          <a:custGeom>
            <a:avLst/>
            <a:gdLst/>
            <a:ahLst/>
            <a:rect l="0" t="0" r="r" b="b"/>
            <a:pathLst>
              <a:path w="4763" h="28">
                <a:moveTo>
                  <a:pt x="0" y="0"/>
                </a:moveTo>
                <a:lnTo>
                  <a:pt x="4763" y="0"/>
                </a:lnTo>
                <a:lnTo>
                  <a:pt x="476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87" name=""/>
          <p:cNvSpPr/>
          <p:nvPr/>
        </p:nvSpPr>
        <p:spPr>
          <a:xfrm>
            <a:off x="8905680" y="4009680"/>
            <a:ext cx="2190960" cy="10080"/>
          </a:xfrm>
          <a:custGeom>
            <a:avLst/>
            <a:gdLst/>
            <a:ahLst/>
            <a:rect l="0" t="0" r="r" b="b"/>
            <a:pathLst>
              <a:path w="6086" h="28">
                <a:moveTo>
                  <a:pt x="0" y="0"/>
                </a:moveTo>
                <a:lnTo>
                  <a:pt x="6086" y="0"/>
                </a:lnTo>
                <a:lnTo>
                  <a:pt x="608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88" name=""/>
          <p:cNvSpPr/>
          <p:nvPr/>
        </p:nvSpPr>
        <p:spPr>
          <a:xfrm>
            <a:off x="1095120" y="4371840"/>
            <a:ext cx="3143520" cy="9720"/>
          </a:xfrm>
          <a:custGeom>
            <a:avLst/>
            <a:gdLst/>
            <a:ahLst/>
            <a:rect l="0" t="0" r="r" b="b"/>
            <a:pathLst>
              <a:path w="8732" h="27">
                <a:moveTo>
                  <a:pt x="0" y="0"/>
                </a:moveTo>
                <a:lnTo>
                  <a:pt x="8732" y="0"/>
                </a:lnTo>
                <a:lnTo>
                  <a:pt x="873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89" name=""/>
          <p:cNvSpPr/>
          <p:nvPr/>
        </p:nvSpPr>
        <p:spPr>
          <a:xfrm>
            <a:off x="4238280" y="4371840"/>
            <a:ext cx="2953440" cy="9720"/>
          </a:xfrm>
          <a:custGeom>
            <a:avLst/>
            <a:gdLst/>
            <a:ahLst/>
            <a:rect l="0" t="0" r="r" b="b"/>
            <a:pathLst>
              <a:path w="8204" h="27">
                <a:moveTo>
                  <a:pt x="0" y="0"/>
                </a:moveTo>
                <a:lnTo>
                  <a:pt x="8204" y="0"/>
                </a:lnTo>
                <a:lnTo>
                  <a:pt x="820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90" name=""/>
          <p:cNvSpPr/>
          <p:nvPr/>
        </p:nvSpPr>
        <p:spPr>
          <a:xfrm>
            <a:off x="7191360" y="4371840"/>
            <a:ext cx="1714680" cy="9720"/>
          </a:xfrm>
          <a:custGeom>
            <a:avLst/>
            <a:gdLst/>
            <a:ahLst/>
            <a:rect l="0" t="0" r="r" b="b"/>
            <a:pathLst>
              <a:path w="4763" h="27">
                <a:moveTo>
                  <a:pt x="0" y="0"/>
                </a:moveTo>
                <a:lnTo>
                  <a:pt x="4763" y="0"/>
                </a:lnTo>
                <a:lnTo>
                  <a:pt x="476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91" name=""/>
          <p:cNvSpPr/>
          <p:nvPr/>
        </p:nvSpPr>
        <p:spPr>
          <a:xfrm>
            <a:off x="8905680" y="4371840"/>
            <a:ext cx="2190960" cy="9720"/>
          </a:xfrm>
          <a:custGeom>
            <a:avLst/>
            <a:gdLst/>
            <a:ahLst/>
            <a:rect l="0" t="0" r="r" b="b"/>
            <a:pathLst>
              <a:path w="6086" h="27">
                <a:moveTo>
                  <a:pt x="0" y="0"/>
                </a:moveTo>
                <a:lnTo>
                  <a:pt x="6086" y="0"/>
                </a:lnTo>
                <a:lnTo>
                  <a:pt x="608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92" name=""/>
          <p:cNvSpPr/>
          <p:nvPr/>
        </p:nvSpPr>
        <p:spPr>
          <a:xfrm>
            <a:off x="1095120" y="4733640"/>
            <a:ext cx="3143520" cy="10080"/>
          </a:xfrm>
          <a:custGeom>
            <a:avLst/>
            <a:gdLst/>
            <a:ahLst/>
            <a:rect l="0" t="0" r="r" b="b"/>
            <a:pathLst>
              <a:path w="8732" h="28">
                <a:moveTo>
                  <a:pt x="0" y="0"/>
                </a:moveTo>
                <a:lnTo>
                  <a:pt x="8732" y="0"/>
                </a:lnTo>
                <a:lnTo>
                  <a:pt x="873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93" name=""/>
          <p:cNvSpPr/>
          <p:nvPr/>
        </p:nvSpPr>
        <p:spPr>
          <a:xfrm>
            <a:off x="4238280" y="4733640"/>
            <a:ext cx="2953440" cy="10080"/>
          </a:xfrm>
          <a:custGeom>
            <a:avLst/>
            <a:gdLst/>
            <a:ahLst/>
            <a:rect l="0" t="0" r="r" b="b"/>
            <a:pathLst>
              <a:path w="8204" h="28">
                <a:moveTo>
                  <a:pt x="0" y="0"/>
                </a:moveTo>
                <a:lnTo>
                  <a:pt x="8204" y="0"/>
                </a:lnTo>
                <a:lnTo>
                  <a:pt x="820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94" name=""/>
          <p:cNvSpPr/>
          <p:nvPr/>
        </p:nvSpPr>
        <p:spPr>
          <a:xfrm>
            <a:off x="7191360" y="4733640"/>
            <a:ext cx="1714680" cy="10080"/>
          </a:xfrm>
          <a:custGeom>
            <a:avLst/>
            <a:gdLst/>
            <a:ahLst/>
            <a:rect l="0" t="0" r="r" b="b"/>
            <a:pathLst>
              <a:path w="4763" h="28">
                <a:moveTo>
                  <a:pt x="0" y="0"/>
                </a:moveTo>
                <a:lnTo>
                  <a:pt x="4763" y="0"/>
                </a:lnTo>
                <a:lnTo>
                  <a:pt x="476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95" name=""/>
          <p:cNvSpPr/>
          <p:nvPr/>
        </p:nvSpPr>
        <p:spPr>
          <a:xfrm>
            <a:off x="8905680" y="4733640"/>
            <a:ext cx="2190960" cy="10080"/>
          </a:xfrm>
          <a:custGeom>
            <a:avLst/>
            <a:gdLst/>
            <a:ahLst/>
            <a:rect l="0" t="0" r="r" b="b"/>
            <a:pathLst>
              <a:path w="6086" h="28">
                <a:moveTo>
                  <a:pt x="0" y="0"/>
                </a:moveTo>
                <a:lnTo>
                  <a:pt x="6086" y="0"/>
                </a:lnTo>
                <a:lnTo>
                  <a:pt x="608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96" name=""/>
          <p:cNvSpPr/>
          <p:nvPr/>
        </p:nvSpPr>
        <p:spPr>
          <a:xfrm>
            <a:off x="1095120" y="5095800"/>
            <a:ext cx="3143520" cy="9720"/>
          </a:xfrm>
          <a:custGeom>
            <a:avLst/>
            <a:gdLst/>
            <a:ahLst/>
            <a:rect l="0" t="0" r="r" b="b"/>
            <a:pathLst>
              <a:path w="8732" h="27">
                <a:moveTo>
                  <a:pt x="0" y="0"/>
                </a:moveTo>
                <a:lnTo>
                  <a:pt x="8732" y="0"/>
                </a:lnTo>
                <a:lnTo>
                  <a:pt x="873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97" name=""/>
          <p:cNvSpPr/>
          <p:nvPr/>
        </p:nvSpPr>
        <p:spPr>
          <a:xfrm>
            <a:off x="4238280" y="5095800"/>
            <a:ext cx="2953440" cy="9720"/>
          </a:xfrm>
          <a:custGeom>
            <a:avLst/>
            <a:gdLst/>
            <a:ahLst/>
            <a:rect l="0" t="0" r="r" b="b"/>
            <a:pathLst>
              <a:path w="8204" h="27">
                <a:moveTo>
                  <a:pt x="0" y="0"/>
                </a:moveTo>
                <a:lnTo>
                  <a:pt x="8204" y="0"/>
                </a:lnTo>
                <a:lnTo>
                  <a:pt x="820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98" name=""/>
          <p:cNvSpPr/>
          <p:nvPr/>
        </p:nvSpPr>
        <p:spPr>
          <a:xfrm>
            <a:off x="7191360" y="5095800"/>
            <a:ext cx="1714680" cy="9720"/>
          </a:xfrm>
          <a:custGeom>
            <a:avLst/>
            <a:gdLst/>
            <a:ahLst/>
            <a:rect l="0" t="0" r="r" b="b"/>
            <a:pathLst>
              <a:path w="4763" h="27">
                <a:moveTo>
                  <a:pt x="0" y="0"/>
                </a:moveTo>
                <a:lnTo>
                  <a:pt x="4763" y="0"/>
                </a:lnTo>
                <a:lnTo>
                  <a:pt x="476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999" name=""/>
          <p:cNvSpPr/>
          <p:nvPr/>
        </p:nvSpPr>
        <p:spPr>
          <a:xfrm>
            <a:off x="8905680" y="5095800"/>
            <a:ext cx="2190960" cy="9720"/>
          </a:xfrm>
          <a:custGeom>
            <a:avLst/>
            <a:gdLst/>
            <a:ahLst/>
            <a:rect l="0" t="0" r="r" b="b"/>
            <a:pathLst>
              <a:path w="6086" h="27">
                <a:moveTo>
                  <a:pt x="0" y="0"/>
                </a:moveTo>
                <a:lnTo>
                  <a:pt x="6086" y="0"/>
                </a:lnTo>
                <a:lnTo>
                  <a:pt x="608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00" name=""/>
          <p:cNvSpPr/>
          <p:nvPr/>
        </p:nvSpPr>
        <p:spPr>
          <a:xfrm>
            <a:off x="1095120" y="5457600"/>
            <a:ext cx="3143520" cy="10080"/>
          </a:xfrm>
          <a:custGeom>
            <a:avLst/>
            <a:gdLst/>
            <a:ahLst/>
            <a:rect l="0" t="0" r="r" b="b"/>
            <a:pathLst>
              <a:path w="8732" h="28">
                <a:moveTo>
                  <a:pt x="0" y="0"/>
                </a:moveTo>
                <a:lnTo>
                  <a:pt x="8732" y="0"/>
                </a:lnTo>
                <a:lnTo>
                  <a:pt x="873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01" name=""/>
          <p:cNvSpPr/>
          <p:nvPr/>
        </p:nvSpPr>
        <p:spPr>
          <a:xfrm>
            <a:off x="4238280" y="5457600"/>
            <a:ext cx="2953440" cy="10080"/>
          </a:xfrm>
          <a:custGeom>
            <a:avLst/>
            <a:gdLst/>
            <a:ahLst/>
            <a:rect l="0" t="0" r="r" b="b"/>
            <a:pathLst>
              <a:path w="8204" h="28">
                <a:moveTo>
                  <a:pt x="0" y="0"/>
                </a:moveTo>
                <a:lnTo>
                  <a:pt x="8204" y="0"/>
                </a:lnTo>
                <a:lnTo>
                  <a:pt x="820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02" name=""/>
          <p:cNvSpPr/>
          <p:nvPr/>
        </p:nvSpPr>
        <p:spPr>
          <a:xfrm>
            <a:off x="7191360" y="5457600"/>
            <a:ext cx="1714680" cy="10080"/>
          </a:xfrm>
          <a:custGeom>
            <a:avLst/>
            <a:gdLst/>
            <a:ahLst/>
            <a:rect l="0" t="0" r="r" b="b"/>
            <a:pathLst>
              <a:path w="4763" h="28">
                <a:moveTo>
                  <a:pt x="0" y="0"/>
                </a:moveTo>
                <a:lnTo>
                  <a:pt x="4763" y="0"/>
                </a:lnTo>
                <a:lnTo>
                  <a:pt x="476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03" name=""/>
          <p:cNvSpPr/>
          <p:nvPr/>
        </p:nvSpPr>
        <p:spPr>
          <a:xfrm>
            <a:off x="8905680" y="5457600"/>
            <a:ext cx="2190960" cy="10080"/>
          </a:xfrm>
          <a:custGeom>
            <a:avLst/>
            <a:gdLst/>
            <a:ahLst/>
            <a:rect l="0" t="0" r="r" b="b"/>
            <a:pathLst>
              <a:path w="6086" h="28">
                <a:moveTo>
                  <a:pt x="0" y="0"/>
                </a:moveTo>
                <a:lnTo>
                  <a:pt x="6086" y="0"/>
                </a:lnTo>
                <a:lnTo>
                  <a:pt x="608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04" name=""/>
          <p:cNvSpPr/>
          <p:nvPr/>
        </p:nvSpPr>
        <p:spPr>
          <a:xfrm>
            <a:off x="1095120" y="5819760"/>
            <a:ext cx="3143520" cy="9720"/>
          </a:xfrm>
          <a:custGeom>
            <a:avLst/>
            <a:gdLst/>
            <a:ahLst/>
            <a:rect l="0" t="0" r="r" b="b"/>
            <a:pathLst>
              <a:path w="8732" h="27">
                <a:moveTo>
                  <a:pt x="0" y="0"/>
                </a:moveTo>
                <a:lnTo>
                  <a:pt x="8732" y="0"/>
                </a:lnTo>
                <a:lnTo>
                  <a:pt x="873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05" name=""/>
          <p:cNvSpPr/>
          <p:nvPr/>
        </p:nvSpPr>
        <p:spPr>
          <a:xfrm>
            <a:off x="4238280" y="5819760"/>
            <a:ext cx="2953440" cy="9720"/>
          </a:xfrm>
          <a:custGeom>
            <a:avLst/>
            <a:gdLst/>
            <a:ahLst/>
            <a:rect l="0" t="0" r="r" b="b"/>
            <a:pathLst>
              <a:path w="8204" h="27">
                <a:moveTo>
                  <a:pt x="0" y="0"/>
                </a:moveTo>
                <a:lnTo>
                  <a:pt x="8204" y="0"/>
                </a:lnTo>
                <a:lnTo>
                  <a:pt x="820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06" name=""/>
          <p:cNvSpPr/>
          <p:nvPr/>
        </p:nvSpPr>
        <p:spPr>
          <a:xfrm>
            <a:off x="7191360" y="5819760"/>
            <a:ext cx="1714680" cy="9720"/>
          </a:xfrm>
          <a:custGeom>
            <a:avLst/>
            <a:gdLst/>
            <a:ahLst/>
            <a:rect l="0" t="0" r="r" b="b"/>
            <a:pathLst>
              <a:path w="4763" h="27">
                <a:moveTo>
                  <a:pt x="0" y="0"/>
                </a:moveTo>
                <a:lnTo>
                  <a:pt x="4763" y="0"/>
                </a:lnTo>
                <a:lnTo>
                  <a:pt x="476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07" name=""/>
          <p:cNvSpPr/>
          <p:nvPr/>
        </p:nvSpPr>
        <p:spPr>
          <a:xfrm>
            <a:off x="8905680" y="5819760"/>
            <a:ext cx="2190960" cy="9720"/>
          </a:xfrm>
          <a:custGeom>
            <a:avLst/>
            <a:gdLst/>
            <a:ahLst/>
            <a:rect l="0" t="0" r="r" b="b"/>
            <a:pathLst>
              <a:path w="6086" h="27">
                <a:moveTo>
                  <a:pt x="0" y="0"/>
                </a:moveTo>
                <a:lnTo>
                  <a:pt x="6086" y="0"/>
                </a:lnTo>
                <a:lnTo>
                  <a:pt x="608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08" name=""/>
          <p:cNvSpPr/>
          <p:nvPr/>
        </p:nvSpPr>
        <p:spPr>
          <a:xfrm>
            <a:off x="1095120" y="6181560"/>
            <a:ext cx="3143520" cy="9720"/>
          </a:xfrm>
          <a:custGeom>
            <a:avLst/>
            <a:gdLst/>
            <a:ahLst/>
            <a:rect l="0" t="0" r="r" b="b"/>
            <a:pathLst>
              <a:path w="8732" h="27">
                <a:moveTo>
                  <a:pt x="0" y="0"/>
                </a:moveTo>
                <a:lnTo>
                  <a:pt x="8732" y="0"/>
                </a:lnTo>
                <a:lnTo>
                  <a:pt x="873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09" name=""/>
          <p:cNvSpPr/>
          <p:nvPr/>
        </p:nvSpPr>
        <p:spPr>
          <a:xfrm>
            <a:off x="4238280" y="6181560"/>
            <a:ext cx="2953440" cy="9720"/>
          </a:xfrm>
          <a:custGeom>
            <a:avLst/>
            <a:gdLst/>
            <a:ahLst/>
            <a:rect l="0" t="0" r="r" b="b"/>
            <a:pathLst>
              <a:path w="8204" h="27">
                <a:moveTo>
                  <a:pt x="0" y="0"/>
                </a:moveTo>
                <a:lnTo>
                  <a:pt x="8204" y="0"/>
                </a:lnTo>
                <a:lnTo>
                  <a:pt x="820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10" name=""/>
          <p:cNvSpPr/>
          <p:nvPr/>
        </p:nvSpPr>
        <p:spPr>
          <a:xfrm>
            <a:off x="7191360" y="6181560"/>
            <a:ext cx="1714680" cy="9720"/>
          </a:xfrm>
          <a:custGeom>
            <a:avLst/>
            <a:gdLst/>
            <a:ahLst/>
            <a:rect l="0" t="0" r="r" b="b"/>
            <a:pathLst>
              <a:path w="4763" h="27">
                <a:moveTo>
                  <a:pt x="0" y="0"/>
                </a:moveTo>
                <a:lnTo>
                  <a:pt x="4763" y="0"/>
                </a:lnTo>
                <a:lnTo>
                  <a:pt x="476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11" name=""/>
          <p:cNvSpPr/>
          <p:nvPr/>
        </p:nvSpPr>
        <p:spPr>
          <a:xfrm>
            <a:off x="8905680" y="6181560"/>
            <a:ext cx="2190960" cy="9720"/>
          </a:xfrm>
          <a:custGeom>
            <a:avLst/>
            <a:gdLst/>
            <a:ahLst/>
            <a:rect l="0" t="0" r="r" b="b"/>
            <a:pathLst>
              <a:path w="6086" h="27">
                <a:moveTo>
                  <a:pt x="0" y="0"/>
                </a:moveTo>
                <a:lnTo>
                  <a:pt x="6086" y="0"/>
                </a:lnTo>
                <a:lnTo>
                  <a:pt x="608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12" name=""/>
          <p:cNvSpPr txBox="1"/>
          <p:nvPr/>
        </p:nvSpPr>
        <p:spPr>
          <a:xfrm>
            <a:off x="799920" y="1716120"/>
            <a:ext cx="54403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10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のうち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5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つは設定で強制し、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5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つは利用者が守る</a:t>
            </a:r>
            <a:endParaRPr b="0" lang="ja-JP" sz="18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13" name=""/>
          <p:cNvSpPr txBox="1"/>
          <p:nvPr/>
        </p:nvSpPr>
        <p:spPr>
          <a:xfrm>
            <a:off x="1209600" y="2248920"/>
            <a:ext cx="5126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リスク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14" name=""/>
          <p:cNvSpPr txBox="1"/>
          <p:nvPr/>
        </p:nvSpPr>
        <p:spPr>
          <a:xfrm>
            <a:off x="4352760" y="2248920"/>
            <a:ext cx="5126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決まり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15" name=""/>
          <p:cNvSpPr txBox="1"/>
          <p:nvPr/>
        </p:nvSpPr>
        <p:spPr>
          <a:xfrm>
            <a:off x="7305840" y="2248920"/>
            <a:ext cx="6836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守らせ方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16" name=""/>
          <p:cNvSpPr txBox="1"/>
          <p:nvPr/>
        </p:nvSpPr>
        <p:spPr>
          <a:xfrm>
            <a:off x="9020160" y="2248920"/>
            <a:ext cx="6836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残す記録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17" name=""/>
          <p:cNvSpPr txBox="1"/>
          <p:nvPr/>
        </p:nvSpPr>
        <p:spPr>
          <a:xfrm>
            <a:off x="1209600" y="2620440"/>
            <a:ext cx="17280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ASI01 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目標の乗っ取り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18" name=""/>
          <p:cNvSpPr/>
          <p:nvPr/>
        </p:nvSpPr>
        <p:spPr>
          <a:xfrm>
            <a:off x="7340400" y="2696400"/>
            <a:ext cx="140040" cy="135720"/>
          </a:xfrm>
          <a:custGeom>
            <a:avLst/>
            <a:gdLst/>
            <a:ahLst/>
            <a:rect l="0" t="0" r="r" b="b"/>
            <a:pathLst>
              <a:path w="389" h="377">
                <a:moveTo>
                  <a:pt x="129" y="156"/>
                </a:moveTo>
                <a:cubicBezTo>
                  <a:pt x="112" y="139"/>
                  <a:pt x="103" y="118"/>
                  <a:pt x="103" y="91"/>
                </a:cubicBezTo>
                <a:cubicBezTo>
                  <a:pt x="103" y="64"/>
                  <a:pt x="112" y="42"/>
                  <a:pt x="129" y="25"/>
                </a:cubicBezTo>
                <a:cubicBezTo>
                  <a:pt x="146" y="8"/>
                  <a:pt x="167" y="0"/>
                  <a:pt x="194" y="0"/>
                </a:cubicBezTo>
                <a:cubicBezTo>
                  <a:pt x="221" y="0"/>
                  <a:pt x="243" y="8"/>
                  <a:pt x="260" y="25"/>
                </a:cubicBezTo>
                <a:cubicBezTo>
                  <a:pt x="277" y="42"/>
                  <a:pt x="285" y="64"/>
                  <a:pt x="285" y="91"/>
                </a:cubicBezTo>
                <a:cubicBezTo>
                  <a:pt x="285" y="118"/>
                  <a:pt x="277" y="139"/>
                  <a:pt x="260" y="156"/>
                </a:cubicBezTo>
                <a:cubicBezTo>
                  <a:pt x="243" y="173"/>
                  <a:pt x="221" y="182"/>
                  <a:pt x="194" y="182"/>
                </a:cubicBezTo>
                <a:cubicBezTo>
                  <a:pt x="167" y="182"/>
                  <a:pt x="146" y="173"/>
                  <a:pt x="129" y="156"/>
                </a:cubicBezTo>
                <a:moveTo>
                  <a:pt x="0" y="377"/>
                </a:moveTo>
                <a:lnTo>
                  <a:pt x="0" y="320"/>
                </a:lnTo>
                <a:cubicBezTo>
                  <a:pt x="0" y="305"/>
                  <a:pt x="4" y="292"/>
                  <a:pt x="12" y="281"/>
                </a:cubicBezTo>
                <a:cubicBezTo>
                  <a:pt x="19" y="270"/>
                  <a:pt x="29" y="262"/>
                  <a:pt x="41" y="256"/>
                </a:cubicBezTo>
                <a:cubicBezTo>
                  <a:pt x="68" y="244"/>
                  <a:pt x="94" y="235"/>
                  <a:pt x="119" y="229"/>
                </a:cubicBezTo>
                <a:cubicBezTo>
                  <a:pt x="144" y="223"/>
                  <a:pt x="169" y="220"/>
                  <a:pt x="194" y="220"/>
                </a:cubicBezTo>
                <a:cubicBezTo>
                  <a:pt x="219" y="220"/>
                  <a:pt x="244" y="223"/>
                  <a:pt x="269" y="229"/>
                </a:cubicBezTo>
                <a:cubicBezTo>
                  <a:pt x="293" y="235"/>
                  <a:pt x="319" y="244"/>
                  <a:pt x="346" y="256"/>
                </a:cubicBezTo>
                <a:cubicBezTo>
                  <a:pt x="359" y="262"/>
                  <a:pt x="370" y="270"/>
                  <a:pt x="378" y="281"/>
                </a:cubicBezTo>
                <a:cubicBezTo>
                  <a:pt x="385" y="292"/>
                  <a:pt x="389" y="305"/>
                  <a:pt x="389" y="320"/>
                </a:cubicBezTo>
                <a:lnTo>
                  <a:pt x="389" y="377"/>
                </a:lnTo>
                <a:lnTo>
                  <a:pt x="0" y="377"/>
                </a:lnTo>
                <a:moveTo>
                  <a:pt x="36" y="341"/>
                </a:moveTo>
                <a:lnTo>
                  <a:pt x="352" y="341"/>
                </a:lnTo>
                <a:lnTo>
                  <a:pt x="352" y="320"/>
                </a:lnTo>
                <a:cubicBezTo>
                  <a:pt x="352" y="314"/>
                  <a:pt x="350" y="308"/>
                  <a:pt x="346" y="302"/>
                </a:cubicBezTo>
                <a:cubicBezTo>
                  <a:pt x="342" y="296"/>
                  <a:pt x="337" y="292"/>
                  <a:pt x="332" y="289"/>
                </a:cubicBezTo>
                <a:cubicBezTo>
                  <a:pt x="306" y="276"/>
                  <a:pt x="282" y="268"/>
                  <a:pt x="261" y="263"/>
                </a:cubicBezTo>
                <a:cubicBezTo>
                  <a:pt x="239" y="259"/>
                  <a:pt x="217" y="256"/>
                  <a:pt x="194" y="256"/>
                </a:cubicBezTo>
                <a:cubicBezTo>
                  <a:pt x="171" y="256"/>
                  <a:pt x="149" y="259"/>
                  <a:pt x="127" y="263"/>
                </a:cubicBezTo>
                <a:cubicBezTo>
                  <a:pt x="105" y="268"/>
                  <a:pt x="81" y="276"/>
                  <a:pt x="56" y="289"/>
                </a:cubicBezTo>
                <a:cubicBezTo>
                  <a:pt x="50" y="292"/>
                  <a:pt x="46" y="296"/>
                  <a:pt x="42" y="302"/>
                </a:cubicBezTo>
                <a:cubicBezTo>
                  <a:pt x="38" y="308"/>
                  <a:pt x="36" y="314"/>
                  <a:pt x="36" y="320"/>
                </a:cubicBezTo>
                <a:lnTo>
                  <a:pt x="36" y="341"/>
                </a:lnTo>
                <a:moveTo>
                  <a:pt x="233" y="130"/>
                </a:moveTo>
                <a:cubicBezTo>
                  <a:pt x="243" y="120"/>
                  <a:pt x="249" y="107"/>
                  <a:pt x="249" y="91"/>
                </a:cubicBezTo>
                <a:cubicBezTo>
                  <a:pt x="249" y="75"/>
                  <a:pt x="243" y="62"/>
                  <a:pt x="233" y="52"/>
                </a:cubicBezTo>
                <a:cubicBezTo>
                  <a:pt x="223" y="41"/>
                  <a:pt x="210" y="36"/>
                  <a:pt x="194" y="36"/>
                </a:cubicBezTo>
                <a:cubicBezTo>
                  <a:pt x="178" y="36"/>
                  <a:pt x="165" y="41"/>
                  <a:pt x="155" y="52"/>
                </a:cubicBezTo>
                <a:cubicBezTo>
                  <a:pt x="145" y="62"/>
                  <a:pt x="140" y="75"/>
                  <a:pt x="140" y="91"/>
                </a:cubicBezTo>
                <a:cubicBezTo>
                  <a:pt x="140" y="107"/>
                  <a:pt x="145" y="120"/>
                  <a:pt x="155" y="130"/>
                </a:cubicBezTo>
                <a:cubicBezTo>
                  <a:pt x="165" y="140"/>
                  <a:pt x="178" y="145"/>
                  <a:pt x="194" y="145"/>
                </a:cubicBezTo>
                <a:cubicBezTo>
                  <a:pt x="210" y="145"/>
                  <a:pt x="223" y="140"/>
                  <a:pt x="233" y="130"/>
                </a:cubicBezTo>
                <a:moveTo>
                  <a:pt x="194" y="91"/>
                </a:moveTo>
                <a:lnTo>
                  <a:pt x="194" y="91"/>
                </a:lnTo>
                <a:moveTo>
                  <a:pt x="194" y="341"/>
                </a:moveTo>
                <a:lnTo>
                  <a:pt x="194" y="341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019" name=""/>
          <p:cNvSpPr txBox="1"/>
          <p:nvPr/>
        </p:nvSpPr>
        <p:spPr>
          <a:xfrm>
            <a:off x="4352760" y="2620440"/>
            <a:ext cx="25610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信頼できるファイルだけ持ち込む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20" name=""/>
          <p:cNvSpPr txBox="1"/>
          <p:nvPr/>
        </p:nvSpPr>
        <p:spPr>
          <a:xfrm>
            <a:off x="7572240" y="2620440"/>
            <a:ext cx="102492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利用者が守る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21" name=""/>
          <p:cNvSpPr txBox="1"/>
          <p:nvPr/>
        </p:nvSpPr>
        <p:spPr>
          <a:xfrm>
            <a:off x="9020160" y="2620440"/>
            <a:ext cx="11955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自己点検の記録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22" name=""/>
          <p:cNvSpPr txBox="1"/>
          <p:nvPr/>
        </p:nvSpPr>
        <p:spPr>
          <a:xfrm>
            <a:off x="1209600" y="2982600"/>
            <a:ext cx="15573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ASI02 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ツールの悪用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23" name=""/>
          <p:cNvSpPr/>
          <p:nvPr/>
        </p:nvSpPr>
        <p:spPr>
          <a:xfrm>
            <a:off x="7340400" y="3036600"/>
            <a:ext cx="140040" cy="174960"/>
          </a:xfrm>
          <a:custGeom>
            <a:avLst/>
            <a:gdLst/>
            <a:ahLst/>
            <a:rect l="0" t="0" r="r" b="b"/>
            <a:pathLst>
              <a:path w="389" h="486">
                <a:moveTo>
                  <a:pt x="194" y="486"/>
                </a:moveTo>
                <a:cubicBezTo>
                  <a:pt x="137" y="472"/>
                  <a:pt x="91" y="439"/>
                  <a:pt x="55" y="387"/>
                </a:cubicBezTo>
                <a:cubicBezTo>
                  <a:pt x="18" y="336"/>
                  <a:pt x="0" y="279"/>
                  <a:pt x="0" y="218"/>
                </a:cubicBezTo>
                <a:lnTo>
                  <a:pt x="0" y="73"/>
                </a:lnTo>
                <a:lnTo>
                  <a:pt x="194" y="0"/>
                </a:lnTo>
                <a:lnTo>
                  <a:pt x="389" y="73"/>
                </a:lnTo>
                <a:lnTo>
                  <a:pt x="389" y="218"/>
                </a:lnTo>
                <a:cubicBezTo>
                  <a:pt x="389" y="279"/>
                  <a:pt x="371" y="336"/>
                  <a:pt x="334" y="387"/>
                </a:cubicBezTo>
                <a:cubicBezTo>
                  <a:pt x="297" y="439"/>
                  <a:pt x="251" y="472"/>
                  <a:pt x="194" y="486"/>
                </a:cubicBezTo>
                <a:moveTo>
                  <a:pt x="194" y="448"/>
                </a:moveTo>
                <a:cubicBezTo>
                  <a:pt x="241" y="433"/>
                  <a:pt x="278" y="404"/>
                  <a:pt x="308" y="361"/>
                </a:cubicBezTo>
                <a:cubicBezTo>
                  <a:pt x="337" y="319"/>
                  <a:pt x="352" y="271"/>
                  <a:pt x="352" y="218"/>
                </a:cubicBezTo>
                <a:lnTo>
                  <a:pt x="352" y="99"/>
                </a:lnTo>
                <a:lnTo>
                  <a:pt x="194" y="38"/>
                </a:lnTo>
                <a:lnTo>
                  <a:pt x="36" y="99"/>
                </a:lnTo>
                <a:lnTo>
                  <a:pt x="36" y="218"/>
                </a:lnTo>
                <a:cubicBezTo>
                  <a:pt x="36" y="271"/>
                  <a:pt x="51" y="319"/>
                  <a:pt x="80" y="361"/>
                </a:cubicBezTo>
                <a:cubicBezTo>
                  <a:pt x="110" y="404"/>
                  <a:pt x="148" y="433"/>
                  <a:pt x="194" y="448"/>
                </a:cubicBezTo>
                <a:moveTo>
                  <a:pt x="194" y="244"/>
                </a:moveTo>
                <a:lnTo>
                  <a:pt x="194" y="244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024" name=""/>
          <p:cNvSpPr txBox="1"/>
          <p:nvPr/>
        </p:nvSpPr>
        <p:spPr>
          <a:xfrm>
            <a:off x="4352760" y="2982600"/>
            <a:ext cx="25610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秘密は絞り、データは控えを取る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25" name=""/>
          <p:cNvSpPr txBox="1"/>
          <p:nvPr/>
        </p:nvSpPr>
        <p:spPr>
          <a:xfrm>
            <a:off x="7572240" y="2982600"/>
            <a:ext cx="85428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設定で強制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26" name=""/>
          <p:cNvSpPr txBox="1"/>
          <p:nvPr/>
        </p:nvSpPr>
        <p:spPr>
          <a:xfrm>
            <a:off x="9020160" y="2982600"/>
            <a:ext cx="11955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払い出しの記録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27" name=""/>
          <p:cNvSpPr txBox="1"/>
          <p:nvPr/>
        </p:nvSpPr>
        <p:spPr>
          <a:xfrm>
            <a:off x="1209600" y="3344400"/>
            <a:ext cx="18986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ASI03 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身元と権限の悪用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28" name=""/>
          <p:cNvSpPr/>
          <p:nvPr/>
        </p:nvSpPr>
        <p:spPr>
          <a:xfrm>
            <a:off x="7340400" y="3398400"/>
            <a:ext cx="140040" cy="174960"/>
          </a:xfrm>
          <a:custGeom>
            <a:avLst/>
            <a:gdLst/>
            <a:ahLst/>
            <a:rect l="0" t="0" r="r" b="b"/>
            <a:pathLst>
              <a:path w="389" h="486">
                <a:moveTo>
                  <a:pt x="194" y="486"/>
                </a:moveTo>
                <a:cubicBezTo>
                  <a:pt x="137" y="472"/>
                  <a:pt x="91" y="439"/>
                  <a:pt x="55" y="388"/>
                </a:cubicBezTo>
                <a:cubicBezTo>
                  <a:pt x="18" y="336"/>
                  <a:pt x="0" y="280"/>
                  <a:pt x="0" y="218"/>
                </a:cubicBezTo>
                <a:lnTo>
                  <a:pt x="0" y="74"/>
                </a:lnTo>
                <a:lnTo>
                  <a:pt x="194" y="0"/>
                </a:lnTo>
                <a:lnTo>
                  <a:pt x="389" y="74"/>
                </a:lnTo>
                <a:lnTo>
                  <a:pt x="389" y="218"/>
                </a:lnTo>
                <a:cubicBezTo>
                  <a:pt x="389" y="280"/>
                  <a:pt x="371" y="336"/>
                  <a:pt x="334" y="388"/>
                </a:cubicBezTo>
                <a:cubicBezTo>
                  <a:pt x="297" y="439"/>
                  <a:pt x="251" y="472"/>
                  <a:pt x="194" y="486"/>
                </a:cubicBezTo>
                <a:moveTo>
                  <a:pt x="194" y="449"/>
                </a:moveTo>
                <a:cubicBezTo>
                  <a:pt x="241" y="433"/>
                  <a:pt x="278" y="404"/>
                  <a:pt x="308" y="362"/>
                </a:cubicBezTo>
                <a:cubicBezTo>
                  <a:pt x="337" y="319"/>
                  <a:pt x="352" y="271"/>
                  <a:pt x="352" y="218"/>
                </a:cubicBezTo>
                <a:lnTo>
                  <a:pt x="352" y="99"/>
                </a:lnTo>
                <a:lnTo>
                  <a:pt x="194" y="40"/>
                </a:lnTo>
                <a:lnTo>
                  <a:pt x="36" y="99"/>
                </a:lnTo>
                <a:lnTo>
                  <a:pt x="36" y="218"/>
                </a:lnTo>
                <a:cubicBezTo>
                  <a:pt x="36" y="271"/>
                  <a:pt x="51" y="319"/>
                  <a:pt x="80" y="362"/>
                </a:cubicBezTo>
                <a:cubicBezTo>
                  <a:pt x="110" y="404"/>
                  <a:pt x="148" y="433"/>
                  <a:pt x="194" y="449"/>
                </a:cubicBezTo>
                <a:moveTo>
                  <a:pt x="194" y="244"/>
                </a:moveTo>
                <a:lnTo>
                  <a:pt x="194" y="244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029" name=""/>
          <p:cNvSpPr txBox="1"/>
          <p:nvPr/>
        </p:nvSpPr>
        <p:spPr>
          <a:xfrm>
            <a:off x="4352760" y="3344400"/>
            <a:ext cx="11955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認証を渡さない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30" name=""/>
          <p:cNvSpPr txBox="1"/>
          <p:nvPr/>
        </p:nvSpPr>
        <p:spPr>
          <a:xfrm>
            <a:off x="7572240" y="3344400"/>
            <a:ext cx="85428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設定で強制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31" name=""/>
          <p:cNvSpPr txBox="1"/>
          <p:nvPr/>
        </p:nvSpPr>
        <p:spPr>
          <a:xfrm>
            <a:off x="9020160" y="3344400"/>
            <a:ext cx="11955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払い出しの記録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32" name=""/>
          <p:cNvSpPr txBox="1"/>
          <p:nvPr/>
        </p:nvSpPr>
        <p:spPr>
          <a:xfrm>
            <a:off x="1209600" y="3706200"/>
            <a:ext cx="18986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ASI04 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供給網のぜい弱性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33" name=""/>
          <p:cNvSpPr/>
          <p:nvPr/>
        </p:nvSpPr>
        <p:spPr>
          <a:xfrm>
            <a:off x="7340400" y="3760560"/>
            <a:ext cx="140040" cy="174960"/>
          </a:xfrm>
          <a:custGeom>
            <a:avLst/>
            <a:gdLst/>
            <a:ahLst/>
            <a:rect l="0" t="0" r="r" b="b"/>
            <a:pathLst>
              <a:path w="389" h="486">
                <a:moveTo>
                  <a:pt x="194" y="486"/>
                </a:moveTo>
                <a:cubicBezTo>
                  <a:pt x="137" y="471"/>
                  <a:pt x="91" y="438"/>
                  <a:pt x="55" y="386"/>
                </a:cubicBezTo>
                <a:cubicBezTo>
                  <a:pt x="18" y="335"/>
                  <a:pt x="0" y="278"/>
                  <a:pt x="0" y="217"/>
                </a:cubicBezTo>
                <a:lnTo>
                  <a:pt x="0" y="72"/>
                </a:lnTo>
                <a:lnTo>
                  <a:pt x="194" y="0"/>
                </a:lnTo>
                <a:lnTo>
                  <a:pt x="389" y="72"/>
                </a:lnTo>
                <a:lnTo>
                  <a:pt x="389" y="217"/>
                </a:lnTo>
                <a:cubicBezTo>
                  <a:pt x="389" y="278"/>
                  <a:pt x="371" y="335"/>
                  <a:pt x="334" y="386"/>
                </a:cubicBezTo>
                <a:cubicBezTo>
                  <a:pt x="297" y="438"/>
                  <a:pt x="251" y="471"/>
                  <a:pt x="194" y="486"/>
                </a:cubicBezTo>
                <a:moveTo>
                  <a:pt x="194" y="447"/>
                </a:moveTo>
                <a:cubicBezTo>
                  <a:pt x="241" y="432"/>
                  <a:pt x="278" y="403"/>
                  <a:pt x="308" y="360"/>
                </a:cubicBezTo>
                <a:cubicBezTo>
                  <a:pt x="337" y="317"/>
                  <a:pt x="352" y="270"/>
                  <a:pt x="352" y="217"/>
                </a:cubicBezTo>
                <a:lnTo>
                  <a:pt x="352" y="98"/>
                </a:lnTo>
                <a:lnTo>
                  <a:pt x="194" y="38"/>
                </a:lnTo>
                <a:lnTo>
                  <a:pt x="36" y="98"/>
                </a:lnTo>
                <a:lnTo>
                  <a:pt x="36" y="217"/>
                </a:lnTo>
                <a:cubicBezTo>
                  <a:pt x="36" y="270"/>
                  <a:pt x="51" y="317"/>
                  <a:pt x="80" y="360"/>
                </a:cubicBezTo>
                <a:cubicBezTo>
                  <a:pt x="110" y="403"/>
                  <a:pt x="148" y="432"/>
                  <a:pt x="194" y="447"/>
                </a:cubicBezTo>
                <a:moveTo>
                  <a:pt x="194" y="243"/>
                </a:moveTo>
                <a:lnTo>
                  <a:pt x="194" y="243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034" name=""/>
          <p:cNvSpPr txBox="1"/>
          <p:nvPr/>
        </p:nvSpPr>
        <p:spPr>
          <a:xfrm>
            <a:off x="4352760" y="3706200"/>
            <a:ext cx="204912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確かめた部品だけ取り込む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35" name=""/>
          <p:cNvSpPr txBox="1"/>
          <p:nvPr/>
        </p:nvSpPr>
        <p:spPr>
          <a:xfrm>
            <a:off x="7572240" y="3706200"/>
            <a:ext cx="85428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設定で強制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36" name=""/>
          <p:cNvSpPr txBox="1"/>
          <p:nvPr/>
        </p:nvSpPr>
        <p:spPr>
          <a:xfrm>
            <a:off x="9020160" y="3706200"/>
            <a:ext cx="11955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払い出しの記録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37" name=""/>
          <p:cNvSpPr txBox="1"/>
          <p:nvPr/>
        </p:nvSpPr>
        <p:spPr>
          <a:xfrm>
            <a:off x="1209600" y="4068360"/>
            <a:ext cx="206928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ASI05 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想定外のコード実行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38" name=""/>
          <p:cNvSpPr/>
          <p:nvPr/>
        </p:nvSpPr>
        <p:spPr>
          <a:xfrm>
            <a:off x="7340400" y="4144320"/>
            <a:ext cx="140040" cy="135720"/>
          </a:xfrm>
          <a:custGeom>
            <a:avLst/>
            <a:gdLst/>
            <a:ahLst/>
            <a:rect l="0" t="0" r="r" b="b"/>
            <a:pathLst>
              <a:path w="389" h="377">
                <a:moveTo>
                  <a:pt x="129" y="156"/>
                </a:moveTo>
                <a:cubicBezTo>
                  <a:pt x="112" y="139"/>
                  <a:pt x="103" y="117"/>
                  <a:pt x="103" y="91"/>
                </a:cubicBezTo>
                <a:cubicBezTo>
                  <a:pt x="103" y="64"/>
                  <a:pt x="112" y="42"/>
                  <a:pt x="129" y="25"/>
                </a:cubicBezTo>
                <a:cubicBezTo>
                  <a:pt x="146" y="8"/>
                  <a:pt x="167" y="0"/>
                  <a:pt x="194" y="0"/>
                </a:cubicBezTo>
                <a:cubicBezTo>
                  <a:pt x="221" y="0"/>
                  <a:pt x="243" y="8"/>
                  <a:pt x="260" y="25"/>
                </a:cubicBezTo>
                <a:cubicBezTo>
                  <a:pt x="277" y="42"/>
                  <a:pt x="285" y="64"/>
                  <a:pt x="285" y="91"/>
                </a:cubicBezTo>
                <a:cubicBezTo>
                  <a:pt x="285" y="117"/>
                  <a:pt x="277" y="139"/>
                  <a:pt x="260" y="156"/>
                </a:cubicBezTo>
                <a:cubicBezTo>
                  <a:pt x="243" y="173"/>
                  <a:pt x="221" y="181"/>
                  <a:pt x="194" y="181"/>
                </a:cubicBezTo>
                <a:cubicBezTo>
                  <a:pt x="167" y="181"/>
                  <a:pt x="146" y="173"/>
                  <a:pt x="129" y="156"/>
                </a:cubicBezTo>
                <a:moveTo>
                  <a:pt x="0" y="377"/>
                </a:moveTo>
                <a:lnTo>
                  <a:pt x="0" y="319"/>
                </a:lnTo>
                <a:cubicBezTo>
                  <a:pt x="0" y="304"/>
                  <a:pt x="4" y="291"/>
                  <a:pt x="12" y="280"/>
                </a:cubicBezTo>
                <a:cubicBezTo>
                  <a:pt x="19" y="269"/>
                  <a:pt x="29" y="261"/>
                  <a:pt x="41" y="255"/>
                </a:cubicBezTo>
                <a:cubicBezTo>
                  <a:pt x="68" y="243"/>
                  <a:pt x="94" y="234"/>
                  <a:pt x="119" y="228"/>
                </a:cubicBezTo>
                <a:cubicBezTo>
                  <a:pt x="144" y="221"/>
                  <a:pt x="169" y="218"/>
                  <a:pt x="194" y="218"/>
                </a:cubicBezTo>
                <a:cubicBezTo>
                  <a:pt x="219" y="218"/>
                  <a:pt x="244" y="222"/>
                  <a:pt x="269" y="228"/>
                </a:cubicBezTo>
                <a:cubicBezTo>
                  <a:pt x="293" y="234"/>
                  <a:pt x="319" y="243"/>
                  <a:pt x="346" y="255"/>
                </a:cubicBezTo>
                <a:cubicBezTo>
                  <a:pt x="359" y="261"/>
                  <a:pt x="370" y="269"/>
                  <a:pt x="378" y="280"/>
                </a:cubicBezTo>
                <a:cubicBezTo>
                  <a:pt x="385" y="291"/>
                  <a:pt x="389" y="304"/>
                  <a:pt x="389" y="319"/>
                </a:cubicBezTo>
                <a:lnTo>
                  <a:pt x="389" y="377"/>
                </a:lnTo>
                <a:lnTo>
                  <a:pt x="0" y="377"/>
                </a:lnTo>
                <a:moveTo>
                  <a:pt x="36" y="341"/>
                </a:moveTo>
                <a:lnTo>
                  <a:pt x="352" y="341"/>
                </a:lnTo>
                <a:lnTo>
                  <a:pt x="352" y="319"/>
                </a:lnTo>
                <a:cubicBezTo>
                  <a:pt x="352" y="313"/>
                  <a:pt x="350" y="306"/>
                  <a:pt x="346" y="301"/>
                </a:cubicBezTo>
                <a:cubicBezTo>
                  <a:pt x="342" y="295"/>
                  <a:pt x="337" y="290"/>
                  <a:pt x="332" y="288"/>
                </a:cubicBezTo>
                <a:cubicBezTo>
                  <a:pt x="306" y="275"/>
                  <a:pt x="282" y="266"/>
                  <a:pt x="261" y="262"/>
                </a:cubicBezTo>
                <a:cubicBezTo>
                  <a:pt x="239" y="257"/>
                  <a:pt x="217" y="255"/>
                  <a:pt x="194" y="255"/>
                </a:cubicBezTo>
                <a:cubicBezTo>
                  <a:pt x="171" y="255"/>
                  <a:pt x="149" y="257"/>
                  <a:pt x="127" y="262"/>
                </a:cubicBezTo>
                <a:cubicBezTo>
                  <a:pt x="105" y="266"/>
                  <a:pt x="81" y="275"/>
                  <a:pt x="56" y="288"/>
                </a:cubicBezTo>
                <a:cubicBezTo>
                  <a:pt x="50" y="290"/>
                  <a:pt x="46" y="295"/>
                  <a:pt x="42" y="301"/>
                </a:cubicBezTo>
                <a:cubicBezTo>
                  <a:pt x="38" y="306"/>
                  <a:pt x="36" y="313"/>
                  <a:pt x="36" y="319"/>
                </a:cubicBezTo>
                <a:lnTo>
                  <a:pt x="36" y="341"/>
                </a:lnTo>
                <a:moveTo>
                  <a:pt x="233" y="130"/>
                </a:moveTo>
                <a:cubicBezTo>
                  <a:pt x="243" y="119"/>
                  <a:pt x="249" y="106"/>
                  <a:pt x="249" y="91"/>
                </a:cubicBezTo>
                <a:cubicBezTo>
                  <a:pt x="249" y="75"/>
                  <a:pt x="243" y="62"/>
                  <a:pt x="233" y="51"/>
                </a:cubicBezTo>
                <a:cubicBezTo>
                  <a:pt x="223" y="41"/>
                  <a:pt x="210" y="36"/>
                  <a:pt x="194" y="36"/>
                </a:cubicBezTo>
                <a:cubicBezTo>
                  <a:pt x="178" y="36"/>
                  <a:pt x="165" y="41"/>
                  <a:pt x="155" y="51"/>
                </a:cubicBezTo>
                <a:cubicBezTo>
                  <a:pt x="145" y="62"/>
                  <a:pt x="140" y="75"/>
                  <a:pt x="140" y="91"/>
                </a:cubicBezTo>
                <a:cubicBezTo>
                  <a:pt x="140" y="106"/>
                  <a:pt x="145" y="119"/>
                  <a:pt x="155" y="130"/>
                </a:cubicBezTo>
                <a:cubicBezTo>
                  <a:pt x="165" y="140"/>
                  <a:pt x="178" y="145"/>
                  <a:pt x="194" y="145"/>
                </a:cubicBezTo>
                <a:cubicBezTo>
                  <a:pt x="210" y="145"/>
                  <a:pt x="223" y="140"/>
                  <a:pt x="233" y="130"/>
                </a:cubicBezTo>
                <a:moveTo>
                  <a:pt x="194" y="91"/>
                </a:moveTo>
                <a:lnTo>
                  <a:pt x="194" y="91"/>
                </a:lnTo>
                <a:moveTo>
                  <a:pt x="194" y="341"/>
                </a:moveTo>
                <a:lnTo>
                  <a:pt x="194" y="341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039" name=""/>
          <p:cNvSpPr txBox="1"/>
          <p:nvPr/>
        </p:nvSpPr>
        <p:spPr>
          <a:xfrm>
            <a:off x="4352760" y="4068360"/>
            <a:ext cx="23904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成果物はコンテナの中で動かす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40" name=""/>
          <p:cNvSpPr txBox="1"/>
          <p:nvPr/>
        </p:nvSpPr>
        <p:spPr>
          <a:xfrm>
            <a:off x="7572240" y="4068360"/>
            <a:ext cx="102492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利用者が守る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41" name=""/>
          <p:cNvSpPr txBox="1"/>
          <p:nvPr/>
        </p:nvSpPr>
        <p:spPr>
          <a:xfrm>
            <a:off x="9020160" y="4068360"/>
            <a:ext cx="11955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自己点検の記録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42" name=""/>
          <p:cNvSpPr txBox="1"/>
          <p:nvPr/>
        </p:nvSpPr>
        <p:spPr>
          <a:xfrm>
            <a:off x="1209600" y="4430160"/>
            <a:ext cx="18986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ASI06 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記憶と文脈の汚染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43" name=""/>
          <p:cNvSpPr/>
          <p:nvPr/>
        </p:nvSpPr>
        <p:spPr>
          <a:xfrm>
            <a:off x="7340400" y="4506120"/>
            <a:ext cx="140040" cy="136080"/>
          </a:xfrm>
          <a:custGeom>
            <a:avLst/>
            <a:gdLst/>
            <a:ahLst/>
            <a:rect l="0" t="0" r="r" b="b"/>
            <a:pathLst>
              <a:path w="389" h="378">
                <a:moveTo>
                  <a:pt x="129" y="157"/>
                </a:moveTo>
                <a:cubicBezTo>
                  <a:pt x="112" y="140"/>
                  <a:pt x="103" y="119"/>
                  <a:pt x="103" y="92"/>
                </a:cubicBezTo>
                <a:cubicBezTo>
                  <a:pt x="103" y="64"/>
                  <a:pt x="112" y="42"/>
                  <a:pt x="129" y="25"/>
                </a:cubicBezTo>
                <a:cubicBezTo>
                  <a:pt x="146" y="8"/>
                  <a:pt x="167" y="0"/>
                  <a:pt x="194" y="0"/>
                </a:cubicBezTo>
                <a:cubicBezTo>
                  <a:pt x="221" y="0"/>
                  <a:pt x="243" y="8"/>
                  <a:pt x="260" y="25"/>
                </a:cubicBezTo>
                <a:cubicBezTo>
                  <a:pt x="277" y="42"/>
                  <a:pt x="285" y="64"/>
                  <a:pt x="285" y="92"/>
                </a:cubicBezTo>
                <a:cubicBezTo>
                  <a:pt x="285" y="119"/>
                  <a:pt x="277" y="140"/>
                  <a:pt x="260" y="157"/>
                </a:cubicBezTo>
                <a:cubicBezTo>
                  <a:pt x="243" y="174"/>
                  <a:pt x="221" y="183"/>
                  <a:pt x="194" y="183"/>
                </a:cubicBezTo>
                <a:cubicBezTo>
                  <a:pt x="167" y="183"/>
                  <a:pt x="146" y="174"/>
                  <a:pt x="129" y="157"/>
                </a:cubicBezTo>
                <a:moveTo>
                  <a:pt x="0" y="378"/>
                </a:moveTo>
                <a:lnTo>
                  <a:pt x="0" y="321"/>
                </a:lnTo>
                <a:cubicBezTo>
                  <a:pt x="0" y="305"/>
                  <a:pt x="4" y="292"/>
                  <a:pt x="12" y="281"/>
                </a:cubicBezTo>
                <a:cubicBezTo>
                  <a:pt x="19" y="270"/>
                  <a:pt x="29" y="262"/>
                  <a:pt x="41" y="256"/>
                </a:cubicBezTo>
                <a:cubicBezTo>
                  <a:pt x="68" y="244"/>
                  <a:pt x="94" y="235"/>
                  <a:pt x="119" y="229"/>
                </a:cubicBezTo>
                <a:cubicBezTo>
                  <a:pt x="144" y="223"/>
                  <a:pt x="169" y="220"/>
                  <a:pt x="194" y="220"/>
                </a:cubicBezTo>
                <a:cubicBezTo>
                  <a:pt x="219" y="220"/>
                  <a:pt x="244" y="223"/>
                  <a:pt x="269" y="229"/>
                </a:cubicBezTo>
                <a:cubicBezTo>
                  <a:pt x="293" y="236"/>
                  <a:pt x="319" y="245"/>
                  <a:pt x="346" y="256"/>
                </a:cubicBezTo>
                <a:cubicBezTo>
                  <a:pt x="359" y="262"/>
                  <a:pt x="370" y="270"/>
                  <a:pt x="378" y="281"/>
                </a:cubicBezTo>
                <a:cubicBezTo>
                  <a:pt x="385" y="292"/>
                  <a:pt x="389" y="305"/>
                  <a:pt x="389" y="321"/>
                </a:cubicBezTo>
                <a:lnTo>
                  <a:pt x="389" y="378"/>
                </a:lnTo>
                <a:lnTo>
                  <a:pt x="0" y="378"/>
                </a:lnTo>
                <a:moveTo>
                  <a:pt x="36" y="341"/>
                </a:moveTo>
                <a:lnTo>
                  <a:pt x="352" y="341"/>
                </a:lnTo>
                <a:lnTo>
                  <a:pt x="352" y="321"/>
                </a:lnTo>
                <a:cubicBezTo>
                  <a:pt x="352" y="314"/>
                  <a:pt x="350" y="308"/>
                  <a:pt x="346" y="302"/>
                </a:cubicBezTo>
                <a:cubicBezTo>
                  <a:pt x="342" y="296"/>
                  <a:pt x="337" y="292"/>
                  <a:pt x="332" y="289"/>
                </a:cubicBezTo>
                <a:cubicBezTo>
                  <a:pt x="306" y="276"/>
                  <a:pt x="282" y="268"/>
                  <a:pt x="261" y="263"/>
                </a:cubicBezTo>
                <a:cubicBezTo>
                  <a:pt x="239" y="259"/>
                  <a:pt x="217" y="256"/>
                  <a:pt x="194" y="256"/>
                </a:cubicBezTo>
                <a:cubicBezTo>
                  <a:pt x="171" y="256"/>
                  <a:pt x="149" y="259"/>
                  <a:pt x="127" y="263"/>
                </a:cubicBezTo>
                <a:cubicBezTo>
                  <a:pt x="105" y="268"/>
                  <a:pt x="81" y="276"/>
                  <a:pt x="56" y="289"/>
                </a:cubicBezTo>
                <a:cubicBezTo>
                  <a:pt x="50" y="292"/>
                  <a:pt x="46" y="296"/>
                  <a:pt x="42" y="302"/>
                </a:cubicBezTo>
                <a:cubicBezTo>
                  <a:pt x="38" y="308"/>
                  <a:pt x="36" y="314"/>
                  <a:pt x="36" y="321"/>
                </a:cubicBezTo>
                <a:lnTo>
                  <a:pt x="36" y="341"/>
                </a:lnTo>
                <a:moveTo>
                  <a:pt x="233" y="131"/>
                </a:moveTo>
                <a:cubicBezTo>
                  <a:pt x="243" y="121"/>
                  <a:pt x="249" y="108"/>
                  <a:pt x="249" y="92"/>
                </a:cubicBezTo>
                <a:cubicBezTo>
                  <a:pt x="249" y="75"/>
                  <a:pt x="243" y="62"/>
                  <a:pt x="233" y="52"/>
                </a:cubicBezTo>
                <a:cubicBezTo>
                  <a:pt x="223" y="42"/>
                  <a:pt x="210" y="36"/>
                  <a:pt x="194" y="36"/>
                </a:cubicBezTo>
                <a:cubicBezTo>
                  <a:pt x="178" y="36"/>
                  <a:pt x="165" y="42"/>
                  <a:pt x="155" y="52"/>
                </a:cubicBezTo>
                <a:cubicBezTo>
                  <a:pt x="145" y="62"/>
                  <a:pt x="140" y="75"/>
                  <a:pt x="140" y="92"/>
                </a:cubicBezTo>
                <a:cubicBezTo>
                  <a:pt x="140" y="108"/>
                  <a:pt x="145" y="121"/>
                  <a:pt x="155" y="131"/>
                </a:cubicBezTo>
                <a:cubicBezTo>
                  <a:pt x="165" y="141"/>
                  <a:pt x="178" y="147"/>
                  <a:pt x="194" y="147"/>
                </a:cubicBezTo>
                <a:cubicBezTo>
                  <a:pt x="210" y="147"/>
                  <a:pt x="223" y="141"/>
                  <a:pt x="233" y="131"/>
                </a:cubicBezTo>
                <a:moveTo>
                  <a:pt x="194" y="92"/>
                </a:moveTo>
                <a:lnTo>
                  <a:pt x="194" y="92"/>
                </a:lnTo>
                <a:moveTo>
                  <a:pt x="194" y="341"/>
                </a:moveTo>
                <a:lnTo>
                  <a:pt x="194" y="341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044" name=""/>
          <p:cNvSpPr txBox="1"/>
          <p:nvPr/>
        </p:nvSpPr>
        <p:spPr>
          <a:xfrm>
            <a:off x="4352760" y="4430160"/>
            <a:ext cx="15368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履歴を持ち越さない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45" name=""/>
          <p:cNvSpPr txBox="1"/>
          <p:nvPr/>
        </p:nvSpPr>
        <p:spPr>
          <a:xfrm>
            <a:off x="7572240" y="4430160"/>
            <a:ext cx="102492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利用者が守る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46" name=""/>
          <p:cNvSpPr txBox="1"/>
          <p:nvPr/>
        </p:nvSpPr>
        <p:spPr>
          <a:xfrm>
            <a:off x="9020160" y="4430160"/>
            <a:ext cx="11955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自己点検の記録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47" name=""/>
          <p:cNvSpPr txBox="1"/>
          <p:nvPr/>
        </p:nvSpPr>
        <p:spPr>
          <a:xfrm>
            <a:off x="1209600" y="4792320"/>
            <a:ext cx="29228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ASI07 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安全でないエージェント間通信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48" name=""/>
          <p:cNvSpPr/>
          <p:nvPr/>
        </p:nvSpPr>
        <p:spPr>
          <a:xfrm>
            <a:off x="7340400" y="4846320"/>
            <a:ext cx="140040" cy="174960"/>
          </a:xfrm>
          <a:custGeom>
            <a:avLst/>
            <a:gdLst/>
            <a:ahLst/>
            <a:rect l="0" t="0" r="r" b="b"/>
            <a:pathLst>
              <a:path w="389" h="486">
                <a:moveTo>
                  <a:pt x="194" y="486"/>
                </a:moveTo>
                <a:cubicBezTo>
                  <a:pt x="137" y="472"/>
                  <a:pt x="91" y="439"/>
                  <a:pt x="55" y="387"/>
                </a:cubicBezTo>
                <a:cubicBezTo>
                  <a:pt x="18" y="335"/>
                  <a:pt x="0" y="278"/>
                  <a:pt x="0" y="217"/>
                </a:cubicBezTo>
                <a:lnTo>
                  <a:pt x="0" y="73"/>
                </a:lnTo>
                <a:lnTo>
                  <a:pt x="194" y="0"/>
                </a:lnTo>
                <a:lnTo>
                  <a:pt x="389" y="73"/>
                </a:lnTo>
                <a:lnTo>
                  <a:pt x="389" y="217"/>
                </a:lnTo>
                <a:cubicBezTo>
                  <a:pt x="389" y="278"/>
                  <a:pt x="371" y="335"/>
                  <a:pt x="334" y="387"/>
                </a:cubicBezTo>
                <a:cubicBezTo>
                  <a:pt x="297" y="439"/>
                  <a:pt x="251" y="472"/>
                  <a:pt x="194" y="486"/>
                </a:cubicBezTo>
                <a:moveTo>
                  <a:pt x="194" y="448"/>
                </a:moveTo>
                <a:cubicBezTo>
                  <a:pt x="241" y="433"/>
                  <a:pt x="278" y="404"/>
                  <a:pt x="308" y="360"/>
                </a:cubicBezTo>
                <a:cubicBezTo>
                  <a:pt x="337" y="318"/>
                  <a:pt x="352" y="270"/>
                  <a:pt x="352" y="217"/>
                </a:cubicBezTo>
                <a:lnTo>
                  <a:pt x="352" y="98"/>
                </a:lnTo>
                <a:lnTo>
                  <a:pt x="194" y="39"/>
                </a:lnTo>
                <a:lnTo>
                  <a:pt x="36" y="98"/>
                </a:lnTo>
                <a:lnTo>
                  <a:pt x="36" y="217"/>
                </a:lnTo>
                <a:cubicBezTo>
                  <a:pt x="36" y="270"/>
                  <a:pt x="51" y="318"/>
                  <a:pt x="80" y="360"/>
                </a:cubicBezTo>
                <a:cubicBezTo>
                  <a:pt x="110" y="404"/>
                  <a:pt x="148" y="433"/>
                  <a:pt x="194" y="448"/>
                </a:cubicBezTo>
                <a:moveTo>
                  <a:pt x="194" y="243"/>
                </a:moveTo>
                <a:lnTo>
                  <a:pt x="194" y="243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049" name=""/>
          <p:cNvSpPr txBox="1"/>
          <p:nvPr/>
        </p:nvSpPr>
        <p:spPr>
          <a:xfrm>
            <a:off x="4352760" y="4792320"/>
            <a:ext cx="102492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連携させない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50" name=""/>
          <p:cNvSpPr txBox="1"/>
          <p:nvPr/>
        </p:nvSpPr>
        <p:spPr>
          <a:xfrm>
            <a:off x="7572240" y="4792320"/>
            <a:ext cx="85428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設定で強制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51" name=""/>
          <p:cNvSpPr txBox="1"/>
          <p:nvPr/>
        </p:nvSpPr>
        <p:spPr>
          <a:xfrm>
            <a:off x="9020160" y="4792320"/>
            <a:ext cx="11955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払い出しの記録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52" name=""/>
          <p:cNvSpPr txBox="1"/>
          <p:nvPr/>
        </p:nvSpPr>
        <p:spPr>
          <a:xfrm>
            <a:off x="1209600" y="5154120"/>
            <a:ext cx="15573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ASI08 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連鎖的な障害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53" name=""/>
          <p:cNvSpPr/>
          <p:nvPr/>
        </p:nvSpPr>
        <p:spPr>
          <a:xfrm>
            <a:off x="7340400" y="5230080"/>
            <a:ext cx="140040" cy="135720"/>
          </a:xfrm>
          <a:custGeom>
            <a:avLst/>
            <a:gdLst/>
            <a:ahLst/>
            <a:rect l="0" t="0" r="r" b="b"/>
            <a:pathLst>
              <a:path w="389" h="377">
                <a:moveTo>
                  <a:pt x="129" y="156"/>
                </a:moveTo>
                <a:cubicBezTo>
                  <a:pt x="112" y="139"/>
                  <a:pt x="103" y="117"/>
                  <a:pt x="103" y="91"/>
                </a:cubicBezTo>
                <a:cubicBezTo>
                  <a:pt x="103" y="64"/>
                  <a:pt x="112" y="42"/>
                  <a:pt x="129" y="25"/>
                </a:cubicBezTo>
                <a:cubicBezTo>
                  <a:pt x="146" y="8"/>
                  <a:pt x="167" y="0"/>
                  <a:pt x="194" y="0"/>
                </a:cubicBezTo>
                <a:cubicBezTo>
                  <a:pt x="221" y="0"/>
                  <a:pt x="243" y="8"/>
                  <a:pt x="260" y="25"/>
                </a:cubicBezTo>
                <a:cubicBezTo>
                  <a:pt x="277" y="42"/>
                  <a:pt x="285" y="64"/>
                  <a:pt x="285" y="91"/>
                </a:cubicBezTo>
                <a:cubicBezTo>
                  <a:pt x="285" y="117"/>
                  <a:pt x="277" y="139"/>
                  <a:pt x="260" y="156"/>
                </a:cubicBezTo>
                <a:cubicBezTo>
                  <a:pt x="243" y="173"/>
                  <a:pt x="221" y="182"/>
                  <a:pt x="194" y="182"/>
                </a:cubicBezTo>
                <a:cubicBezTo>
                  <a:pt x="167" y="182"/>
                  <a:pt x="146" y="173"/>
                  <a:pt x="129" y="156"/>
                </a:cubicBezTo>
                <a:moveTo>
                  <a:pt x="0" y="377"/>
                </a:moveTo>
                <a:lnTo>
                  <a:pt x="0" y="319"/>
                </a:lnTo>
                <a:cubicBezTo>
                  <a:pt x="0" y="304"/>
                  <a:pt x="4" y="291"/>
                  <a:pt x="12" y="280"/>
                </a:cubicBezTo>
                <a:cubicBezTo>
                  <a:pt x="19" y="269"/>
                  <a:pt x="29" y="261"/>
                  <a:pt x="41" y="255"/>
                </a:cubicBezTo>
                <a:cubicBezTo>
                  <a:pt x="68" y="243"/>
                  <a:pt x="94" y="234"/>
                  <a:pt x="119" y="228"/>
                </a:cubicBezTo>
                <a:cubicBezTo>
                  <a:pt x="144" y="222"/>
                  <a:pt x="169" y="219"/>
                  <a:pt x="194" y="219"/>
                </a:cubicBezTo>
                <a:cubicBezTo>
                  <a:pt x="219" y="219"/>
                  <a:pt x="244" y="222"/>
                  <a:pt x="269" y="228"/>
                </a:cubicBezTo>
                <a:cubicBezTo>
                  <a:pt x="293" y="234"/>
                  <a:pt x="319" y="243"/>
                  <a:pt x="346" y="255"/>
                </a:cubicBezTo>
                <a:cubicBezTo>
                  <a:pt x="359" y="261"/>
                  <a:pt x="370" y="269"/>
                  <a:pt x="378" y="280"/>
                </a:cubicBezTo>
                <a:cubicBezTo>
                  <a:pt x="385" y="291"/>
                  <a:pt x="389" y="304"/>
                  <a:pt x="389" y="319"/>
                </a:cubicBezTo>
                <a:lnTo>
                  <a:pt x="389" y="377"/>
                </a:lnTo>
                <a:lnTo>
                  <a:pt x="0" y="377"/>
                </a:lnTo>
                <a:moveTo>
                  <a:pt x="36" y="341"/>
                </a:moveTo>
                <a:lnTo>
                  <a:pt x="352" y="341"/>
                </a:lnTo>
                <a:lnTo>
                  <a:pt x="352" y="319"/>
                </a:lnTo>
                <a:cubicBezTo>
                  <a:pt x="352" y="313"/>
                  <a:pt x="350" y="307"/>
                  <a:pt x="346" y="301"/>
                </a:cubicBezTo>
                <a:cubicBezTo>
                  <a:pt x="342" y="295"/>
                  <a:pt x="337" y="291"/>
                  <a:pt x="332" y="288"/>
                </a:cubicBezTo>
                <a:cubicBezTo>
                  <a:pt x="306" y="275"/>
                  <a:pt x="282" y="267"/>
                  <a:pt x="261" y="262"/>
                </a:cubicBezTo>
                <a:cubicBezTo>
                  <a:pt x="239" y="257"/>
                  <a:pt x="217" y="255"/>
                  <a:pt x="194" y="255"/>
                </a:cubicBezTo>
                <a:cubicBezTo>
                  <a:pt x="171" y="255"/>
                  <a:pt x="149" y="257"/>
                  <a:pt x="127" y="262"/>
                </a:cubicBezTo>
                <a:cubicBezTo>
                  <a:pt x="105" y="267"/>
                  <a:pt x="81" y="275"/>
                  <a:pt x="56" y="288"/>
                </a:cubicBezTo>
                <a:cubicBezTo>
                  <a:pt x="50" y="291"/>
                  <a:pt x="46" y="295"/>
                  <a:pt x="42" y="301"/>
                </a:cubicBezTo>
                <a:cubicBezTo>
                  <a:pt x="38" y="307"/>
                  <a:pt x="36" y="313"/>
                  <a:pt x="36" y="319"/>
                </a:cubicBezTo>
                <a:lnTo>
                  <a:pt x="36" y="341"/>
                </a:lnTo>
                <a:moveTo>
                  <a:pt x="233" y="130"/>
                </a:moveTo>
                <a:cubicBezTo>
                  <a:pt x="243" y="120"/>
                  <a:pt x="249" y="107"/>
                  <a:pt x="249" y="91"/>
                </a:cubicBezTo>
                <a:cubicBezTo>
                  <a:pt x="249" y="75"/>
                  <a:pt x="243" y="62"/>
                  <a:pt x="233" y="52"/>
                </a:cubicBezTo>
                <a:cubicBezTo>
                  <a:pt x="223" y="41"/>
                  <a:pt x="210" y="36"/>
                  <a:pt x="194" y="36"/>
                </a:cubicBezTo>
                <a:cubicBezTo>
                  <a:pt x="178" y="36"/>
                  <a:pt x="165" y="41"/>
                  <a:pt x="155" y="52"/>
                </a:cubicBezTo>
                <a:cubicBezTo>
                  <a:pt x="145" y="62"/>
                  <a:pt x="140" y="75"/>
                  <a:pt x="140" y="91"/>
                </a:cubicBezTo>
                <a:cubicBezTo>
                  <a:pt x="140" y="107"/>
                  <a:pt x="145" y="120"/>
                  <a:pt x="155" y="130"/>
                </a:cubicBezTo>
                <a:cubicBezTo>
                  <a:pt x="165" y="140"/>
                  <a:pt x="178" y="145"/>
                  <a:pt x="194" y="145"/>
                </a:cubicBezTo>
                <a:cubicBezTo>
                  <a:pt x="210" y="145"/>
                  <a:pt x="223" y="140"/>
                  <a:pt x="233" y="130"/>
                </a:cubicBezTo>
                <a:moveTo>
                  <a:pt x="194" y="91"/>
                </a:moveTo>
                <a:lnTo>
                  <a:pt x="194" y="91"/>
                </a:lnTo>
                <a:moveTo>
                  <a:pt x="194" y="341"/>
                </a:moveTo>
                <a:lnTo>
                  <a:pt x="194" y="341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054" name=""/>
          <p:cNvSpPr txBox="1"/>
          <p:nvPr/>
        </p:nvSpPr>
        <p:spPr>
          <a:xfrm>
            <a:off x="4352760" y="5154120"/>
            <a:ext cx="15368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後工程につながない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55" name=""/>
          <p:cNvSpPr txBox="1"/>
          <p:nvPr/>
        </p:nvSpPr>
        <p:spPr>
          <a:xfrm>
            <a:off x="7572240" y="5154120"/>
            <a:ext cx="102492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利用者が守る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56" name=""/>
          <p:cNvSpPr txBox="1"/>
          <p:nvPr/>
        </p:nvSpPr>
        <p:spPr>
          <a:xfrm>
            <a:off x="9020160" y="5154120"/>
            <a:ext cx="11955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自己点検の記録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57" name=""/>
          <p:cNvSpPr txBox="1"/>
          <p:nvPr/>
        </p:nvSpPr>
        <p:spPr>
          <a:xfrm>
            <a:off x="1209600" y="5516280"/>
            <a:ext cx="17280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ASI09 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人の信頼の悪用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58" name=""/>
          <p:cNvSpPr/>
          <p:nvPr/>
        </p:nvSpPr>
        <p:spPr>
          <a:xfrm>
            <a:off x="7340400" y="5591880"/>
            <a:ext cx="140040" cy="136080"/>
          </a:xfrm>
          <a:custGeom>
            <a:avLst/>
            <a:gdLst/>
            <a:ahLst/>
            <a:rect l="0" t="0" r="r" b="b"/>
            <a:pathLst>
              <a:path w="389" h="378">
                <a:moveTo>
                  <a:pt x="129" y="158"/>
                </a:moveTo>
                <a:cubicBezTo>
                  <a:pt x="112" y="141"/>
                  <a:pt x="103" y="119"/>
                  <a:pt x="103" y="92"/>
                </a:cubicBezTo>
                <a:cubicBezTo>
                  <a:pt x="103" y="65"/>
                  <a:pt x="112" y="43"/>
                  <a:pt x="129" y="26"/>
                </a:cubicBezTo>
                <a:cubicBezTo>
                  <a:pt x="146" y="9"/>
                  <a:pt x="167" y="0"/>
                  <a:pt x="194" y="0"/>
                </a:cubicBezTo>
                <a:cubicBezTo>
                  <a:pt x="221" y="0"/>
                  <a:pt x="243" y="9"/>
                  <a:pt x="260" y="26"/>
                </a:cubicBezTo>
                <a:cubicBezTo>
                  <a:pt x="277" y="43"/>
                  <a:pt x="285" y="65"/>
                  <a:pt x="285" y="92"/>
                </a:cubicBezTo>
                <a:cubicBezTo>
                  <a:pt x="285" y="119"/>
                  <a:pt x="277" y="141"/>
                  <a:pt x="260" y="158"/>
                </a:cubicBezTo>
                <a:cubicBezTo>
                  <a:pt x="243" y="175"/>
                  <a:pt x="221" y="183"/>
                  <a:pt x="194" y="183"/>
                </a:cubicBezTo>
                <a:cubicBezTo>
                  <a:pt x="167" y="183"/>
                  <a:pt x="146" y="175"/>
                  <a:pt x="129" y="158"/>
                </a:cubicBezTo>
                <a:moveTo>
                  <a:pt x="0" y="378"/>
                </a:moveTo>
                <a:lnTo>
                  <a:pt x="0" y="321"/>
                </a:lnTo>
                <a:cubicBezTo>
                  <a:pt x="0" y="305"/>
                  <a:pt x="4" y="292"/>
                  <a:pt x="12" y="281"/>
                </a:cubicBezTo>
                <a:cubicBezTo>
                  <a:pt x="19" y="270"/>
                  <a:pt x="29" y="262"/>
                  <a:pt x="41" y="257"/>
                </a:cubicBezTo>
                <a:cubicBezTo>
                  <a:pt x="68" y="244"/>
                  <a:pt x="94" y="235"/>
                  <a:pt x="119" y="229"/>
                </a:cubicBezTo>
                <a:cubicBezTo>
                  <a:pt x="144" y="223"/>
                  <a:pt x="169" y="220"/>
                  <a:pt x="194" y="220"/>
                </a:cubicBezTo>
                <a:cubicBezTo>
                  <a:pt x="219" y="220"/>
                  <a:pt x="244" y="223"/>
                  <a:pt x="269" y="230"/>
                </a:cubicBezTo>
                <a:cubicBezTo>
                  <a:pt x="293" y="236"/>
                  <a:pt x="319" y="245"/>
                  <a:pt x="346" y="257"/>
                </a:cubicBezTo>
                <a:cubicBezTo>
                  <a:pt x="359" y="262"/>
                  <a:pt x="370" y="270"/>
                  <a:pt x="378" y="281"/>
                </a:cubicBezTo>
                <a:cubicBezTo>
                  <a:pt x="385" y="292"/>
                  <a:pt x="389" y="305"/>
                  <a:pt x="389" y="321"/>
                </a:cubicBezTo>
                <a:lnTo>
                  <a:pt x="389" y="378"/>
                </a:lnTo>
                <a:lnTo>
                  <a:pt x="0" y="378"/>
                </a:lnTo>
                <a:moveTo>
                  <a:pt x="36" y="341"/>
                </a:moveTo>
                <a:lnTo>
                  <a:pt x="352" y="341"/>
                </a:lnTo>
                <a:lnTo>
                  <a:pt x="352" y="321"/>
                </a:lnTo>
                <a:cubicBezTo>
                  <a:pt x="352" y="314"/>
                  <a:pt x="350" y="308"/>
                  <a:pt x="346" y="302"/>
                </a:cubicBezTo>
                <a:cubicBezTo>
                  <a:pt x="342" y="296"/>
                  <a:pt x="337" y="292"/>
                  <a:pt x="332" y="289"/>
                </a:cubicBezTo>
                <a:cubicBezTo>
                  <a:pt x="306" y="277"/>
                  <a:pt x="282" y="268"/>
                  <a:pt x="261" y="263"/>
                </a:cubicBezTo>
                <a:cubicBezTo>
                  <a:pt x="239" y="259"/>
                  <a:pt x="217" y="257"/>
                  <a:pt x="194" y="257"/>
                </a:cubicBezTo>
                <a:cubicBezTo>
                  <a:pt x="171" y="257"/>
                  <a:pt x="149" y="259"/>
                  <a:pt x="127" y="263"/>
                </a:cubicBezTo>
                <a:cubicBezTo>
                  <a:pt x="105" y="268"/>
                  <a:pt x="81" y="277"/>
                  <a:pt x="56" y="289"/>
                </a:cubicBezTo>
                <a:cubicBezTo>
                  <a:pt x="50" y="292"/>
                  <a:pt x="46" y="296"/>
                  <a:pt x="42" y="302"/>
                </a:cubicBezTo>
                <a:cubicBezTo>
                  <a:pt x="38" y="308"/>
                  <a:pt x="36" y="314"/>
                  <a:pt x="36" y="321"/>
                </a:cubicBezTo>
                <a:lnTo>
                  <a:pt x="36" y="341"/>
                </a:lnTo>
                <a:moveTo>
                  <a:pt x="233" y="131"/>
                </a:moveTo>
                <a:cubicBezTo>
                  <a:pt x="243" y="121"/>
                  <a:pt x="249" y="108"/>
                  <a:pt x="249" y="92"/>
                </a:cubicBezTo>
                <a:cubicBezTo>
                  <a:pt x="249" y="76"/>
                  <a:pt x="243" y="62"/>
                  <a:pt x="233" y="52"/>
                </a:cubicBezTo>
                <a:cubicBezTo>
                  <a:pt x="223" y="42"/>
                  <a:pt x="210" y="37"/>
                  <a:pt x="194" y="37"/>
                </a:cubicBezTo>
                <a:cubicBezTo>
                  <a:pt x="178" y="37"/>
                  <a:pt x="165" y="42"/>
                  <a:pt x="155" y="52"/>
                </a:cubicBezTo>
                <a:cubicBezTo>
                  <a:pt x="145" y="62"/>
                  <a:pt x="140" y="76"/>
                  <a:pt x="140" y="92"/>
                </a:cubicBezTo>
                <a:cubicBezTo>
                  <a:pt x="140" y="108"/>
                  <a:pt x="145" y="121"/>
                  <a:pt x="155" y="131"/>
                </a:cubicBezTo>
                <a:cubicBezTo>
                  <a:pt x="165" y="142"/>
                  <a:pt x="178" y="147"/>
                  <a:pt x="194" y="147"/>
                </a:cubicBezTo>
                <a:cubicBezTo>
                  <a:pt x="210" y="147"/>
                  <a:pt x="223" y="142"/>
                  <a:pt x="233" y="131"/>
                </a:cubicBezTo>
                <a:moveTo>
                  <a:pt x="194" y="92"/>
                </a:moveTo>
                <a:lnTo>
                  <a:pt x="194" y="92"/>
                </a:lnTo>
                <a:moveTo>
                  <a:pt x="194" y="341"/>
                </a:moveTo>
                <a:lnTo>
                  <a:pt x="194" y="341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059" name=""/>
          <p:cNvSpPr txBox="1"/>
          <p:nvPr/>
        </p:nvSpPr>
        <p:spPr>
          <a:xfrm>
            <a:off x="4352760" y="5516280"/>
            <a:ext cx="170748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確かめてから承認する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60" name=""/>
          <p:cNvSpPr txBox="1"/>
          <p:nvPr/>
        </p:nvSpPr>
        <p:spPr>
          <a:xfrm>
            <a:off x="7572240" y="5516280"/>
            <a:ext cx="102492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利用者が守る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61" name=""/>
          <p:cNvSpPr txBox="1"/>
          <p:nvPr/>
        </p:nvSpPr>
        <p:spPr>
          <a:xfrm>
            <a:off x="9020160" y="5516280"/>
            <a:ext cx="11955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自己点検の記録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62" name=""/>
          <p:cNvSpPr txBox="1"/>
          <p:nvPr/>
        </p:nvSpPr>
        <p:spPr>
          <a:xfrm>
            <a:off x="1209600" y="5878080"/>
            <a:ext cx="18986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ASI10 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暴走エージェント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63" name=""/>
          <p:cNvSpPr/>
          <p:nvPr/>
        </p:nvSpPr>
        <p:spPr>
          <a:xfrm>
            <a:off x="7340400" y="5932080"/>
            <a:ext cx="140040" cy="174960"/>
          </a:xfrm>
          <a:custGeom>
            <a:avLst/>
            <a:gdLst/>
            <a:ahLst/>
            <a:rect l="0" t="0" r="r" b="b"/>
            <a:pathLst>
              <a:path w="389" h="486">
                <a:moveTo>
                  <a:pt x="194" y="486"/>
                </a:moveTo>
                <a:cubicBezTo>
                  <a:pt x="137" y="472"/>
                  <a:pt x="91" y="439"/>
                  <a:pt x="55" y="388"/>
                </a:cubicBezTo>
                <a:cubicBezTo>
                  <a:pt x="18" y="336"/>
                  <a:pt x="0" y="280"/>
                  <a:pt x="0" y="217"/>
                </a:cubicBezTo>
                <a:lnTo>
                  <a:pt x="0" y="73"/>
                </a:lnTo>
                <a:lnTo>
                  <a:pt x="194" y="0"/>
                </a:lnTo>
                <a:lnTo>
                  <a:pt x="389" y="73"/>
                </a:lnTo>
                <a:lnTo>
                  <a:pt x="389" y="217"/>
                </a:lnTo>
                <a:cubicBezTo>
                  <a:pt x="389" y="280"/>
                  <a:pt x="371" y="336"/>
                  <a:pt x="334" y="388"/>
                </a:cubicBezTo>
                <a:cubicBezTo>
                  <a:pt x="297" y="439"/>
                  <a:pt x="251" y="472"/>
                  <a:pt x="194" y="486"/>
                </a:cubicBezTo>
                <a:moveTo>
                  <a:pt x="194" y="449"/>
                </a:moveTo>
                <a:cubicBezTo>
                  <a:pt x="241" y="433"/>
                  <a:pt x="278" y="404"/>
                  <a:pt x="308" y="361"/>
                </a:cubicBezTo>
                <a:cubicBezTo>
                  <a:pt x="337" y="319"/>
                  <a:pt x="352" y="271"/>
                  <a:pt x="352" y="217"/>
                </a:cubicBezTo>
                <a:lnTo>
                  <a:pt x="352" y="98"/>
                </a:lnTo>
                <a:lnTo>
                  <a:pt x="194" y="39"/>
                </a:lnTo>
                <a:lnTo>
                  <a:pt x="36" y="98"/>
                </a:lnTo>
                <a:lnTo>
                  <a:pt x="36" y="217"/>
                </a:lnTo>
                <a:cubicBezTo>
                  <a:pt x="36" y="271"/>
                  <a:pt x="51" y="319"/>
                  <a:pt x="80" y="361"/>
                </a:cubicBezTo>
                <a:cubicBezTo>
                  <a:pt x="110" y="404"/>
                  <a:pt x="148" y="433"/>
                  <a:pt x="194" y="449"/>
                </a:cubicBezTo>
                <a:moveTo>
                  <a:pt x="194" y="243"/>
                </a:moveTo>
                <a:lnTo>
                  <a:pt x="194" y="243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064" name=""/>
          <p:cNvSpPr txBox="1"/>
          <p:nvPr/>
        </p:nvSpPr>
        <p:spPr>
          <a:xfrm>
            <a:off x="4352760" y="5878080"/>
            <a:ext cx="204912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人が見ている間だけ動かす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65" name=""/>
          <p:cNvSpPr txBox="1"/>
          <p:nvPr/>
        </p:nvSpPr>
        <p:spPr>
          <a:xfrm>
            <a:off x="7572240" y="5878080"/>
            <a:ext cx="85428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設定で強制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66" name=""/>
          <p:cNvSpPr txBox="1"/>
          <p:nvPr/>
        </p:nvSpPr>
        <p:spPr>
          <a:xfrm>
            <a:off x="9020160" y="5878080"/>
            <a:ext cx="11955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払い出しの記録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67" name=""/>
          <p:cNvSpPr txBox="1"/>
          <p:nvPr/>
        </p:nvSpPr>
        <p:spPr>
          <a:xfrm>
            <a:off x="8497440" y="556560"/>
            <a:ext cx="293148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全体 ∕ 計画 ∕ </a:t>
            </a:r>
            <a:r>
              <a:rPr b="1" lang="ja-JP" sz="1200" spc="-1" strike="noStrike">
                <a:solidFill>
                  <a:srgbClr val="0017c1"/>
                </a:solidFill>
                <a:latin typeface="Noto Sans JP"/>
                <a:ea typeface="Noto Sans JP"/>
              </a:rPr>
              <a:t>運用</a:t>
            </a:r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 ∕ 評価 ∕ 改善 ∕ 承認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68" name=""/>
          <p:cNvSpPr txBox="1"/>
          <p:nvPr/>
        </p:nvSpPr>
        <p:spPr>
          <a:xfrm>
            <a:off x="11413080" y="6442920"/>
            <a:ext cx="1699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12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7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7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72" name=""/>
          <p:cNvSpPr/>
          <p:nvPr/>
        </p:nvSpPr>
        <p:spPr>
          <a:xfrm>
            <a:off x="609480" y="971280"/>
            <a:ext cx="10973160" cy="38520"/>
          </a:xfrm>
          <a:custGeom>
            <a:avLst/>
            <a:gdLst/>
            <a:ahLst/>
            <a:rect l="0" t="0" r="r" b="b"/>
            <a:pathLst>
              <a:path w="30481" h="107">
                <a:moveTo>
                  <a:pt x="0" y="0"/>
                </a:moveTo>
                <a:lnTo>
                  <a:pt x="30481" y="0"/>
                </a:lnTo>
                <a:lnTo>
                  <a:pt x="3048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073" name=""/>
          <p:cNvSpPr txBox="1"/>
          <p:nvPr/>
        </p:nvSpPr>
        <p:spPr>
          <a:xfrm>
            <a:off x="609480" y="392760"/>
            <a:ext cx="2743920" cy="497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2700" spc="-1" strike="noStrike">
                <a:solidFill>
                  <a:srgbClr val="1a1a1a"/>
                </a:solidFill>
                <a:latin typeface="Noto Sans JP"/>
                <a:ea typeface="Noto Sans JP"/>
              </a:rPr>
              <a:t>事故のときの流れ</a:t>
            </a:r>
            <a:endParaRPr b="0" lang="ja-JP" sz="27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74" name=""/>
          <p:cNvSpPr/>
          <p:nvPr/>
        </p:nvSpPr>
        <p:spPr>
          <a:xfrm>
            <a:off x="609480" y="1599840"/>
            <a:ext cx="10973160" cy="4800960"/>
          </a:xfrm>
          <a:custGeom>
            <a:avLst/>
            <a:gdLst/>
            <a:ahLst/>
            <a:rect l="0" t="0" r="r" b="b"/>
            <a:pathLst>
              <a:path w="30481" h="13336">
                <a:moveTo>
                  <a:pt x="0" y="13125"/>
                </a:moveTo>
                <a:lnTo>
                  <a:pt x="0" y="212"/>
                </a:lnTo>
                <a:cubicBezTo>
                  <a:pt x="0" y="198"/>
                  <a:pt x="1" y="185"/>
                  <a:pt x="4" y="171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1" y="118"/>
                  <a:pt x="28" y="106"/>
                  <a:pt x="36" y="95"/>
                </a:cubicBezTo>
                <a:cubicBezTo>
                  <a:pt x="43" y="83"/>
                  <a:pt x="52" y="72"/>
                  <a:pt x="62" y="62"/>
                </a:cubicBezTo>
                <a:cubicBezTo>
                  <a:pt x="72" y="53"/>
                  <a:pt x="82" y="44"/>
                  <a:pt x="94" y="36"/>
                </a:cubicBezTo>
                <a:cubicBezTo>
                  <a:pt x="105" y="28"/>
                  <a:pt x="118" y="22"/>
                  <a:pt x="130" y="17"/>
                </a:cubicBezTo>
                <a:cubicBezTo>
                  <a:pt x="143" y="11"/>
                  <a:pt x="157" y="7"/>
                  <a:pt x="170" y="5"/>
                </a:cubicBezTo>
                <a:cubicBezTo>
                  <a:pt x="184" y="2"/>
                  <a:pt x="198" y="0"/>
                  <a:pt x="211" y="0"/>
                </a:cubicBezTo>
                <a:lnTo>
                  <a:pt x="30269" y="0"/>
                </a:lnTo>
                <a:cubicBezTo>
                  <a:pt x="30283" y="0"/>
                  <a:pt x="30297" y="2"/>
                  <a:pt x="30310" y="5"/>
                </a:cubicBezTo>
                <a:cubicBezTo>
                  <a:pt x="30324" y="7"/>
                  <a:pt x="30337" y="11"/>
                  <a:pt x="30350" y="17"/>
                </a:cubicBezTo>
                <a:cubicBezTo>
                  <a:pt x="30363" y="22"/>
                  <a:pt x="30375" y="28"/>
                  <a:pt x="30387" y="36"/>
                </a:cubicBezTo>
                <a:cubicBezTo>
                  <a:pt x="30398" y="44"/>
                  <a:pt x="30409" y="53"/>
                  <a:pt x="30419" y="62"/>
                </a:cubicBezTo>
                <a:cubicBezTo>
                  <a:pt x="30429" y="72"/>
                  <a:pt x="30437" y="83"/>
                  <a:pt x="30445" y="95"/>
                </a:cubicBezTo>
                <a:cubicBezTo>
                  <a:pt x="30453" y="106"/>
                  <a:pt x="30459" y="118"/>
                  <a:pt x="30465" y="131"/>
                </a:cubicBezTo>
                <a:cubicBezTo>
                  <a:pt x="30470" y="144"/>
                  <a:pt x="30474" y="157"/>
                  <a:pt x="30477" y="171"/>
                </a:cubicBezTo>
                <a:cubicBezTo>
                  <a:pt x="30479" y="185"/>
                  <a:pt x="30481" y="198"/>
                  <a:pt x="30481" y="212"/>
                </a:cubicBezTo>
                <a:lnTo>
                  <a:pt x="30481" y="13125"/>
                </a:lnTo>
                <a:cubicBezTo>
                  <a:pt x="30481" y="13139"/>
                  <a:pt x="30479" y="13152"/>
                  <a:pt x="30477" y="13166"/>
                </a:cubicBezTo>
                <a:cubicBezTo>
                  <a:pt x="30474" y="13180"/>
                  <a:pt x="30470" y="13193"/>
                  <a:pt x="30465" y="13206"/>
                </a:cubicBezTo>
                <a:cubicBezTo>
                  <a:pt x="30459" y="13219"/>
                  <a:pt x="30453" y="13231"/>
                  <a:pt x="30445" y="13242"/>
                </a:cubicBezTo>
                <a:cubicBezTo>
                  <a:pt x="30437" y="13254"/>
                  <a:pt x="30429" y="13265"/>
                  <a:pt x="30419" y="13275"/>
                </a:cubicBezTo>
                <a:cubicBezTo>
                  <a:pt x="30409" y="13284"/>
                  <a:pt x="30398" y="13293"/>
                  <a:pt x="30387" y="13301"/>
                </a:cubicBezTo>
                <a:cubicBezTo>
                  <a:pt x="30375" y="13309"/>
                  <a:pt x="30363" y="13315"/>
                  <a:pt x="30350" y="13320"/>
                </a:cubicBezTo>
                <a:cubicBezTo>
                  <a:pt x="30337" y="13326"/>
                  <a:pt x="30324" y="13330"/>
                  <a:pt x="30310" y="13332"/>
                </a:cubicBezTo>
                <a:cubicBezTo>
                  <a:pt x="30297" y="13335"/>
                  <a:pt x="30283" y="13336"/>
                  <a:pt x="30269" y="13336"/>
                </a:cubicBezTo>
                <a:lnTo>
                  <a:pt x="211" y="13336"/>
                </a:lnTo>
                <a:cubicBezTo>
                  <a:pt x="198" y="13336"/>
                  <a:pt x="184" y="13335"/>
                  <a:pt x="170" y="13332"/>
                </a:cubicBezTo>
                <a:cubicBezTo>
                  <a:pt x="157" y="13330"/>
                  <a:pt x="143" y="13326"/>
                  <a:pt x="130" y="13320"/>
                </a:cubicBezTo>
                <a:cubicBezTo>
                  <a:pt x="118" y="13315"/>
                  <a:pt x="105" y="13309"/>
                  <a:pt x="94" y="13301"/>
                </a:cubicBezTo>
                <a:cubicBezTo>
                  <a:pt x="82" y="13293"/>
                  <a:pt x="72" y="13284"/>
                  <a:pt x="62" y="13275"/>
                </a:cubicBezTo>
                <a:cubicBezTo>
                  <a:pt x="52" y="13265"/>
                  <a:pt x="43" y="13254"/>
                  <a:pt x="36" y="13242"/>
                </a:cubicBezTo>
                <a:cubicBezTo>
                  <a:pt x="28" y="13231"/>
                  <a:pt x="21" y="13219"/>
                  <a:pt x="16" y="13206"/>
                </a:cubicBezTo>
                <a:cubicBezTo>
                  <a:pt x="11" y="13193"/>
                  <a:pt x="7" y="13180"/>
                  <a:pt x="4" y="13166"/>
                </a:cubicBezTo>
                <a:cubicBezTo>
                  <a:pt x="1" y="13152"/>
                  <a:pt x="0" y="13139"/>
                  <a:pt x="0" y="13125"/>
                </a:cubicBezTo>
                <a:close/>
              </a:path>
            </a:pathLst>
          </a:custGeom>
          <a:solidFill>
            <a:srgbClr val="e8f1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75" name=""/>
          <p:cNvSpPr txBox="1"/>
          <p:nvPr/>
        </p:nvSpPr>
        <p:spPr>
          <a:xfrm>
            <a:off x="609480" y="1090800"/>
            <a:ext cx="826848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利用者は、事故に気付いたら報告し、封じ込めから再発防止へ進める</a:t>
            </a:r>
            <a:endParaRPr b="0" lang="ja-JP" sz="21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76" name=""/>
          <p:cNvSpPr/>
          <p:nvPr/>
        </p:nvSpPr>
        <p:spPr>
          <a:xfrm>
            <a:off x="1714320" y="3200040"/>
            <a:ext cx="1162440" cy="1981800"/>
          </a:xfrm>
          <a:custGeom>
            <a:avLst/>
            <a:gdLst/>
            <a:ahLst/>
            <a:rect l="0" t="0" r="r" b="b"/>
            <a:pathLst>
              <a:path w="3229" h="5505">
                <a:moveTo>
                  <a:pt x="0" y="5320"/>
                </a:moveTo>
                <a:lnTo>
                  <a:pt x="0" y="186"/>
                </a:lnTo>
                <a:cubicBezTo>
                  <a:pt x="0" y="174"/>
                  <a:pt x="1" y="162"/>
                  <a:pt x="4" y="150"/>
                </a:cubicBezTo>
                <a:cubicBezTo>
                  <a:pt x="6" y="138"/>
                  <a:pt x="9" y="126"/>
                  <a:pt x="14" y="115"/>
                </a:cubicBezTo>
                <a:cubicBezTo>
                  <a:pt x="19" y="104"/>
                  <a:pt x="24" y="93"/>
                  <a:pt x="31" y="83"/>
                </a:cubicBezTo>
                <a:cubicBezTo>
                  <a:pt x="38" y="73"/>
                  <a:pt x="46" y="63"/>
                  <a:pt x="54" y="55"/>
                </a:cubicBezTo>
                <a:cubicBezTo>
                  <a:pt x="63" y="46"/>
                  <a:pt x="72" y="38"/>
                  <a:pt x="83" y="32"/>
                </a:cubicBezTo>
                <a:cubicBezTo>
                  <a:pt x="93" y="25"/>
                  <a:pt x="104" y="19"/>
                  <a:pt x="115" y="15"/>
                </a:cubicBezTo>
                <a:cubicBezTo>
                  <a:pt x="127" y="10"/>
                  <a:pt x="138" y="6"/>
                  <a:pt x="150" y="4"/>
                </a:cubicBezTo>
                <a:cubicBezTo>
                  <a:pt x="162" y="2"/>
                  <a:pt x="174" y="0"/>
                  <a:pt x="186" y="0"/>
                </a:cubicBezTo>
                <a:lnTo>
                  <a:pt x="3044" y="0"/>
                </a:lnTo>
                <a:cubicBezTo>
                  <a:pt x="3056" y="0"/>
                  <a:pt x="3068" y="2"/>
                  <a:pt x="3080" y="4"/>
                </a:cubicBezTo>
                <a:cubicBezTo>
                  <a:pt x="3092" y="6"/>
                  <a:pt x="3103" y="10"/>
                  <a:pt x="3115" y="15"/>
                </a:cubicBezTo>
                <a:cubicBezTo>
                  <a:pt x="3126" y="19"/>
                  <a:pt x="3136" y="25"/>
                  <a:pt x="3147" y="32"/>
                </a:cubicBezTo>
                <a:cubicBezTo>
                  <a:pt x="3157" y="38"/>
                  <a:pt x="3166" y="46"/>
                  <a:pt x="3175" y="55"/>
                </a:cubicBezTo>
                <a:cubicBezTo>
                  <a:pt x="3183" y="63"/>
                  <a:pt x="3191" y="73"/>
                  <a:pt x="3198" y="83"/>
                </a:cubicBezTo>
                <a:cubicBezTo>
                  <a:pt x="3204" y="93"/>
                  <a:pt x="3210" y="104"/>
                  <a:pt x="3215" y="115"/>
                </a:cubicBezTo>
                <a:cubicBezTo>
                  <a:pt x="3219" y="126"/>
                  <a:pt x="3223" y="138"/>
                  <a:pt x="3225" y="150"/>
                </a:cubicBezTo>
                <a:cubicBezTo>
                  <a:pt x="3228" y="162"/>
                  <a:pt x="3229" y="174"/>
                  <a:pt x="3229" y="186"/>
                </a:cubicBezTo>
                <a:lnTo>
                  <a:pt x="3229" y="5320"/>
                </a:lnTo>
                <a:cubicBezTo>
                  <a:pt x="3229" y="5332"/>
                  <a:pt x="3228" y="5344"/>
                  <a:pt x="3225" y="5356"/>
                </a:cubicBezTo>
                <a:cubicBezTo>
                  <a:pt x="3223" y="5368"/>
                  <a:pt x="3219" y="5379"/>
                  <a:pt x="3215" y="5391"/>
                </a:cubicBezTo>
                <a:cubicBezTo>
                  <a:pt x="3210" y="5402"/>
                  <a:pt x="3204" y="5412"/>
                  <a:pt x="3198" y="5423"/>
                </a:cubicBezTo>
                <a:cubicBezTo>
                  <a:pt x="3191" y="5433"/>
                  <a:pt x="3183" y="5442"/>
                  <a:pt x="3175" y="5451"/>
                </a:cubicBezTo>
                <a:cubicBezTo>
                  <a:pt x="3166" y="5459"/>
                  <a:pt x="3157" y="5467"/>
                  <a:pt x="3147" y="5474"/>
                </a:cubicBezTo>
                <a:cubicBezTo>
                  <a:pt x="3136" y="5480"/>
                  <a:pt x="3126" y="5486"/>
                  <a:pt x="3115" y="5491"/>
                </a:cubicBezTo>
                <a:cubicBezTo>
                  <a:pt x="3103" y="5495"/>
                  <a:pt x="3092" y="5499"/>
                  <a:pt x="3080" y="5501"/>
                </a:cubicBezTo>
                <a:cubicBezTo>
                  <a:pt x="3068" y="5504"/>
                  <a:pt x="3056" y="5505"/>
                  <a:pt x="3044" y="5505"/>
                </a:cubicBezTo>
                <a:lnTo>
                  <a:pt x="186" y="5505"/>
                </a:lnTo>
                <a:cubicBezTo>
                  <a:pt x="174" y="5505"/>
                  <a:pt x="162" y="5504"/>
                  <a:pt x="150" y="5501"/>
                </a:cubicBezTo>
                <a:cubicBezTo>
                  <a:pt x="138" y="5499"/>
                  <a:pt x="127" y="5495"/>
                  <a:pt x="115" y="5491"/>
                </a:cubicBezTo>
                <a:cubicBezTo>
                  <a:pt x="104" y="5486"/>
                  <a:pt x="93" y="5480"/>
                  <a:pt x="83" y="5474"/>
                </a:cubicBezTo>
                <a:cubicBezTo>
                  <a:pt x="72" y="5467"/>
                  <a:pt x="63" y="5459"/>
                  <a:pt x="54" y="5451"/>
                </a:cubicBezTo>
                <a:cubicBezTo>
                  <a:pt x="46" y="5442"/>
                  <a:pt x="38" y="5433"/>
                  <a:pt x="31" y="5423"/>
                </a:cubicBezTo>
                <a:cubicBezTo>
                  <a:pt x="24" y="5412"/>
                  <a:pt x="19" y="5402"/>
                  <a:pt x="14" y="5391"/>
                </a:cubicBezTo>
                <a:cubicBezTo>
                  <a:pt x="9" y="5379"/>
                  <a:pt x="6" y="5368"/>
                  <a:pt x="4" y="5356"/>
                </a:cubicBezTo>
                <a:cubicBezTo>
                  <a:pt x="1" y="5344"/>
                  <a:pt x="0" y="5332"/>
                  <a:pt x="0" y="532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77" name=""/>
          <p:cNvSpPr/>
          <p:nvPr/>
        </p:nvSpPr>
        <p:spPr>
          <a:xfrm>
            <a:off x="1714320" y="3200040"/>
            <a:ext cx="1162440" cy="1981800"/>
          </a:xfrm>
          <a:custGeom>
            <a:avLst/>
            <a:gdLst/>
            <a:ahLst/>
            <a:rect l="0" t="0" r="r" b="b"/>
            <a:pathLst>
              <a:path w="3229" h="5505">
                <a:moveTo>
                  <a:pt x="0" y="5320"/>
                </a:moveTo>
                <a:lnTo>
                  <a:pt x="0" y="186"/>
                </a:lnTo>
                <a:cubicBezTo>
                  <a:pt x="0" y="174"/>
                  <a:pt x="1" y="162"/>
                  <a:pt x="4" y="150"/>
                </a:cubicBezTo>
                <a:cubicBezTo>
                  <a:pt x="6" y="138"/>
                  <a:pt x="9" y="126"/>
                  <a:pt x="14" y="115"/>
                </a:cubicBezTo>
                <a:cubicBezTo>
                  <a:pt x="19" y="104"/>
                  <a:pt x="24" y="93"/>
                  <a:pt x="31" y="83"/>
                </a:cubicBezTo>
                <a:cubicBezTo>
                  <a:pt x="38" y="73"/>
                  <a:pt x="46" y="63"/>
                  <a:pt x="54" y="55"/>
                </a:cubicBezTo>
                <a:cubicBezTo>
                  <a:pt x="63" y="46"/>
                  <a:pt x="72" y="38"/>
                  <a:pt x="83" y="32"/>
                </a:cubicBezTo>
                <a:cubicBezTo>
                  <a:pt x="93" y="25"/>
                  <a:pt x="104" y="19"/>
                  <a:pt x="115" y="15"/>
                </a:cubicBezTo>
                <a:cubicBezTo>
                  <a:pt x="127" y="10"/>
                  <a:pt x="138" y="6"/>
                  <a:pt x="150" y="4"/>
                </a:cubicBezTo>
                <a:cubicBezTo>
                  <a:pt x="162" y="2"/>
                  <a:pt x="174" y="0"/>
                  <a:pt x="186" y="0"/>
                </a:cubicBezTo>
                <a:lnTo>
                  <a:pt x="3044" y="0"/>
                </a:lnTo>
                <a:cubicBezTo>
                  <a:pt x="3056" y="0"/>
                  <a:pt x="3068" y="2"/>
                  <a:pt x="3080" y="4"/>
                </a:cubicBezTo>
                <a:cubicBezTo>
                  <a:pt x="3092" y="6"/>
                  <a:pt x="3103" y="10"/>
                  <a:pt x="3115" y="15"/>
                </a:cubicBezTo>
                <a:cubicBezTo>
                  <a:pt x="3126" y="19"/>
                  <a:pt x="3136" y="25"/>
                  <a:pt x="3147" y="32"/>
                </a:cubicBezTo>
                <a:cubicBezTo>
                  <a:pt x="3157" y="38"/>
                  <a:pt x="3166" y="46"/>
                  <a:pt x="3175" y="55"/>
                </a:cubicBezTo>
                <a:cubicBezTo>
                  <a:pt x="3183" y="63"/>
                  <a:pt x="3191" y="73"/>
                  <a:pt x="3198" y="83"/>
                </a:cubicBezTo>
                <a:cubicBezTo>
                  <a:pt x="3204" y="93"/>
                  <a:pt x="3210" y="104"/>
                  <a:pt x="3215" y="115"/>
                </a:cubicBezTo>
                <a:cubicBezTo>
                  <a:pt x="3219" y="126"/>
                  <a:pt x="3223" y="138"/>
                  <a:pt x="3225" y="150"/>
                </a:cubicBezTo>
                <a:cubicBezTo>
                  <a:pt x="3228" y="162"/>
                  <a:pt x="3229" y="174"/>
                  <a:pt x="3229" y="186"/>
                </a:cubicBezTo>
                <a:lnTo>
                  <a:pt x="3229" y="5320"/>
                </a:lnTo>
                <a:cubicBezTo>
                  <a:pt x="3229" y="5332"/>
                  <a:pt x="3228" y="5344"/>
                  <a:pt x="3225" y="5356"/>
                </a:cubicBezTo>
                <a:cubicBezTo>
                  <a:pt x="3223" y="5368"/>
                  <a:pt x="3219" y="5379"/>
                  <a:pt x="3215" y="5391"/>
                </a:cubicBezTo>
                <a:cubicBezTo>
                  <a:pt x="3210" y="5402"/>
                  <a:pt x="3204" y="5412"/>
                  <a:pt x="3198" y="5423"/>
                </a:cubicBezTo>
                <a:cubicBezTo>
                  <a:pt x="3191" y="5433"/>
                  <a:pt x="3183" y="5442"/>
                  <a:pt x="3175" y="5451"/>
                </a:cubicBezTo>
                <a:cubicBezTo>
                  <a:pt x="3166" y="5459"/>
                  <a:pt x="3157" y="5467"/>
                  <a:pt x="3147" y="5474"/>
                </a:cubicBezTo>
                <a:cubicBezTo>
                  <a:pt x="3136" y="5480"/>
                  <a:pt x="3126" y="5486"/>
                  <a:pt x="3115" y="5491"/>
                </a:cubicBezTo>
                <a:cubicBezTo>
                  <a:pt x="3103" y="5495"/>
                  <a:pt x="3092" y="5499"/>
                  <a:pt x="3080" y="5501"/>
                </a:cubicBezTo>
                <a:cubicBezTo>
                  <a:pt x="3068" y="5504"/>
                  <a:pt x="3056" y="5505"/>
                  <a:pt x="3044" y="5505"/>
                </a:cubicBezTo>
                <a:lnTo>
                  <a:pt x="186" y="5505"/>
                </a:lnTo>
                <a:cubicBezTo>
                  <a:pt x="174" y="5505"/>
                  <a:pt x="162" y="5504"/>
                  <a:pt x="150" y="5501"/>
                </a:cubicBezTo>
                <a:cubicBezTo>
                  <a:pt x="138" y="5499"/>
                  <a:pt x="127" y="5495"/>
                  <a:pt x="115" y="5491"/>
                </a:cubicBezTo>
                <a:cubicBezTo>
                  <a:pt x="104" y="5486"/>
                  <a:pt x="93" y="5480"/>
                  <a:pt x="83" y="5474"/>
                </a:cubicBezTo>
                <a:cubicBezTo>
                  <a:pt x="72" y="5467"/>
                  <a:pt x="63" y="5459"/>
                  <a:pt x="54" y="5451"/>
                </a:cubicBezTo>
                <a:cubicBezTo>
                  <a:pt x="46" y="5442"/>
                  <a:pt x="38" y="5433"/>
                  <a:pt x="31" y="5423"/>
                </a:cubicBezTo>
                <a:cubicBezTo>
                  <a:pt x="24" y="5412"/>
                  <a:pt x="19" y="5402"/>
                  <a:pt x="14" y="5391"/>
                </a:cubicBezTo>
                <a:cubicBezTo>
                  <a:pt x="9" y="5379"/>
                  <a:pt x="6" y="5368"/>
                  <a:pt x="4" y="5356"/>
                </a:cubicBezTo>
                <a:cubicBezTo>
                  <a:pt x="1" y="5344"/>
                  <a:pt x="0" y="5332"/>
                  <a:pt x="0" y="5320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78" name=""/>
          <p:cNvSpPr/>
          <p:nvPr/>
        </p:nvSpPr>
        <p:spPr>
          <a:xfrm>
            <a:off x="2038320" y="3409200"/>
            <a:ext cx="514440" cy="514440"/>
          </a:xfrm>
          <a:custGeom>
            <a:avLst/>
            <a:gdLst/>
            <a:ahLst/>
            <a:rect l="0" t="0" r="r" b="b"/>
            <a:pathLst>
              <a:path w="1429" h="1429">
                <a:moveTo>
                  <a:pt x="1342" y="1429"/>
                </a:moveTo>
                <a:lnTo>
                  <a:pt x="820" y="906"/>
                </a:lnTo>
                <a:cubicBezTo>
                  <a:pt x="780" y="941"/>
                  <a:pt x="733" y="968"/>
                  <a:pt x="680" y="987"/>
                </a:cubicBezTo>
                <a:cubicBezTo>
                  <a:pt x="627" y="1006"/>
                  <a:pt x="571" y="1016"/>
                  <a:pt x="512" y="1016"/>
                </a:cubicBezTo>
                <a:cubicBezTo>
                  <a:pt x="369" y="1016"/>
                  <a:pt x="248" y="966"/>
                  <a:pt x="148" y="867"/>
                </a:cubicBezTo>
                <a:cubicBezTo>
                  <a:pt x="49" y="768"/>
                  <a:pt x="0" y="648"/>
                  <a:pt x="0" y="508"/>
                </a:cubicBezTo>
                <a:cubicBezTo>
                  <a:pt x="0" y="367"/>
                  <a:pt x="49" y="248"/>
                  <a:pt x="148" y="148"/>
                </a:cubicBezTo>
                <a:cubicBezTo>
                  <a:pt x="248" y="49"/>
                  <a:pt x="368" y="0"/>
                  <a:pt x="510" y="0"/>
                </a:cubicBezTo>
                <a:cubicBezTo>
                  <a:pt x="650" y="0"/>
                  <a:pt x="770" y="49"/>
                  <a:pt x="869" y="148"/>
                </a:cubicBezTo>
                <a:cubicBezTo>
                  <a:pt x="967" y="248"/>
                  <a:pt x="1017" y="367"/>
                  <a:pt x="1017" y="508"/>
                </a:cubicBezTo>
                <a:cubicBezTo>
                  <a:pt x="1017" y="564"/>
                  <a:pt x="1007" y="619"/>
                  <a:pt x="989" y="672"/>
                </a:cubicBezTo>
                <a:cubicBezTo>
                  <a:pt x="970" y="725"/>
                  <a:pt x="942" y="775"/>
                  <a:pt x="905" y="821"/>
                </a:cubicBezTo>
                <a:lnTo>
                  <a:pt x="1429" y="1342"/>
                </a:lnTo>
                <a:lnTo>
                  <a:pt x="1342" y="1429"/>
                </a:lnTo>
                <a:moveTo>
                  <a:pt x="510" y="897"/>
                </a:moveTo>
                <a:cubicBezTo>
                  <a:pt x="617" y="897"/>
                  <a:pt x="708" y="859"/>
                  <a:pt x="784" y="782"/>
                </a:cubicBezTo>
                <a:cubicBezTo>
                  <a:pt x="860" y="706"/>
                  <a:pt x="898" y="615"/>
                  <a:pt x="898" y="508"/>
                </a:cubicBezTo>
                <a:cubicBezTo>
                  <a:pt x="898" y="400"/>
                  <a:pt x="860" y="309"/>
                  <a:pt x="784" y="233"/>
                </a:cubicBezTo>
                <a:cubicBezTo>
                  <a:pt x="708" y="157"/>
                  <a:pt x="617" y="119"/>
                  <a:pt x="510" y="119"/>
                </a:cubicBezTo>
                <a:cubicBezTo>
                  <a:pt x="401" y="119"/>
                  <a:pt x="309" y="157"/>
                  <a:pt x="233" y="233"/>
                </a:cubicBezTo>
                <a:cubicBezTo>
                  <a:pt x="157" y="309"/>
                  <a:pt x="119" y="400"/>
                  <a:pt x="119" y="508"/>
                </a:cubicBezTo>
                <a:cubicBezTo>
                  <a:pt x="119" y="615"/>
                  <a:pt x="157" y="706"/>
                  <a:pt x="233" y="782"/>
                </a:cubicBezTo>
                <a:cubicBezTo>
                  <a:pt x="309" y="859"/>
                  <a:pt x="401" y="897"/>
                  <a:pt x="510" y="897"/>
                </a:cubicBez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079" name=""/>
          <p:cNvSpPr txBox="1"/>
          <p:nvPr/>
        </p:nvSpPr>
        <p:spPr>
          <a:xfrm>
            <a:off x="799920" y="1716120"/>
            <a:ext cx="36673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5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つの手順を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3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つの役割が分担する</a:t>
            </a:r>
            <a:endParaRPr b="0" lang="ja-JP" sz="18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80" name=""/>
          <p:cNvSpPr txBox="1"/>
          <p:nvPr/>
        </p:nvSpPr>
        <p:spPr>
          <a:xfrm>
            <a:off x="2084400" y="4005000"/>
            <a:ext cx="418320" cy="30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650" spc="-1" strike="noStrike">
                <a:solidFill>
                  <a:srgbClr val="1a1a1a"/>
                </a:solidFill>
                <a:latin typeface="Noto Sans JP"/>
                <a:ea typeface="Noto Sans JP"/>
              </a:rPr>
              <a:t>検知</a:t>
            </a:r>
            <a:endParaRPr b="0" lang="ja-JP" sz="16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81" name=""/>
          <p:cNvSpPr txBox="1"/>
          <p:nvPr/>
        </p:nvSpPr>
        <p:spPr>
          <a:xfrm>
            <a:off x="2065320" y="4357080"/>
            <a:ext cx="4579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利用者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82" name=""/>
          <p:cNvSpPr txBox="1"/>
          <p:nvPr/>
        </p:nvSpPr>
        <p:spPr>
          <a:xfrm>
            <a:off x="2065320" y="4623840"/>
            <a:ext cx="4579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異常に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83" name=""/>
          <p:cNvSpPr/>
          <p:nvPr/>
        </p:nvSpPr>
        <p:spPr>
          <a:xfrm>
            <a:off x="3162240" y="3200040"/>
            <a:ext cx="1162440" cy="1981800"/>
          </a:xfrm>
          <a:custGeom>
            <a:avLst/>
            <a:gdLst/>
            <a:ahLst/>
            <a:rect l="0" t="0" r="r" b="b"/>
            <a:pathLst>
              <a:path w="3229" h="5505">
                <a:moveTo>
                  <a:pt x="0" y="5320"/>
                </a:moveTo>
                <a:lnTo>
                  <a:pt x="0" y="186"/>
                </a:lnTo>
                <a:cubicBezTo>
                  <a:pt x="0" y="174"/>
                  <a:pt x="1" y="162"/>
                  <a:pt x="3" y="150"/>
                </a:cubicBezTo>
                <a:cubicBezTo>
                  <a:pt x="6" y="138"/>
                  <a:pt x="9" y="126"/>
                  <a:pt x="14" y="115"/>
                </a:cubicBezTo>
                <a:cubicBezTo>
                  <a:pt x="18" y="104"/>
                  <a:pt x="24" y="93"/>
                  <a:pt x="31" y="83"/>
                </a:cubicBezTo>
                <a:cubicBezTo>
                  <a:pt x="38" y="73"/>
                  <a:pt x="45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2" y="25"/>
                  <a:pt x="103" y="19"/>
                  <a:pt x="114" y="15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3043" y="0"/>
                </a:lnTo>
                <a:cubicBezTo>
                  <a:pt x="3056" y="0"/>
                  <a:pt x="3068" y="2"/>
                  <a:pt x="3080" y="4"/>
                </a:cubicBezTo>
                <a:cubicBezTo>
                  <a:pt x="3091" y="6"/>
                  <a:pt x="3103" y="10"/>
                  <a:pt x="3114" y="15"/>
                </a:cubicBezTo>
                <a:cubicBezTo>
                  <a:pt x="3125" y="19"/>
                  <a:pt x="3136" y="25"/>
                  <a:pt x="3146" y="32"/>
                </a:cubicBezTo>
                <a:cubicBezTo>
                  <a:pt x="3156" y="38"/>
                  <a:pt x="3166" y="46"/>
                  <a:pt x="3174" y="55"/>
                </a:cubicBezTo>
                <a:cubicBezTo>
                  <a:pt x="3183" y="63"/>
                  <a:pt x="3191" y="73"/>
                  <a:pt x="3197" y="83"/>
                </a:cubicBezTo>
                <a:cubicBezTo>
                  <a:pt x="3204" y="93"/>
                  <a:pt x="3210" y="104"/>
                  <a:pt x="3214" y="115"/>
                </a:cubicBezTo>
                <a:cubicBezTo>
                  <a:pt x="3219" y="126"/>
                  <a:pt x="3223" y="138"/>
                  <a:pt x="3225" y="150"/>
                </a:cubicBezTo>
                <a:cubicBezTo>
                  <a:pt x="3227" y="162"/>
                  <a:pt x="3229" y="174"/>
                  <a:pt x="3229" y="186"/>
                </a:cubicBezTo>
                <a:lnTo>
                  <a:pt x="3229" y="5320"/>
                </a:lnTo>
                <a:cubicBezTo>
                  <a:pt x="3229" y="5332"/>
                  <a:pt x="3227" y="5344"/>
                  <a:pt x="3225" y="5356"/>
                </a:cubicBezTo>
                <a:cubicBezTo>
                  <a:pt x="3223" y="5368"/>
                  <a:pt x="3219" y="5379"/>
                  <a:pt x="3214" y="5391"/>
                </a:cubicBezTo>
                <a:cubicBezTo>
                  <a:pt x="3210" y="5402"/>
                  <a:pt x="3204" y="5412"/>
                  <a:pt x="3197" y="5423"/>
                </a:cubicBezTo>
                <a:cubicBezTo>
                  <a:pt x="3191" y="5433"/>
                  <a:pt x="3183" y="5442"/>
                  <a:pt x="3174" y="5451"/>
                </a:cubicBezTo>
                <a:cubicBezTo>
                  <a:pt x="3166" y="5459"/>
                  <a:pt x="3156" y="5467"/>
                  <a:pt x="3146" y="5474"/>
                </a:cubicBezTo>
                <a:cubicBezTo>
                  <a:pt x="3136" y="5480"/>
                  <a:pt x="3125" y="5486"/>
                  <a:pt x="3114" y="5491"/>
                </a:cubicBezTo>
                <a:cubicBezTo>
                  <a:pt x="3103" y="5495"/>
                  <a:pt x="3091" y="5499"/>
                  <a:pt x="3080" y="5501"/>
                </a:cubicBezTo>
                <a:cubicBezTo>
                  <a:pt x="3068" y="5504"/>
                  <a:pt x="3056" y="5505"/>
                  <a:pt x="3043" y="5505"/>
                </a:cubicBezTo>
                <a:lnTo>
                  <a:pt x="185" y="5505"/>
                </a:lnTo>
                <a:cubicBezTo>
                  <a:pt x="173" y="5505"/>
                  <a:pt x="161" y="5504"/>
                  <a:pt x="149" y="5501"/>
                </a:cubicBezTo>
                <a:cubicBezTo>
                  <a:pt x="137" y="5499"/>
                  <a:pt x="125" y="5495"/>
                  <a:pt x="114" y="5491"/>
                </a:cubicBezTo>
                <a:cubicBezTo>
                  <a:pt x="103" y="5486"/>
                  <a:pt x="92" y="5480"/>
                  <a:pt x="82" y="5474"/>
                </a:cubicBezTo>
                <a:cubicBezTo>
                  <a:pt x="72" y="5467"/>
                  <a:pt x="63" y="5459"/>
                  <a:pt x="54" y="5451"/>
                </a:cubicBezTo>
                <a:cubicBezTo>
                  <a:pt x="45" y="5442"/>
                  <a:pt x="38" y="5433"/>
                  <a:pt x="31" y="5423"/>
                </a:cubicBezTo>
                <a:cubicBezTo>
                  <a:pt x="24" y="5412"/>
                  <a:pt x="18" y="5402"/>
                  <a:pt x="14" y="5391"/>
                </a:cubicBezTo>
                <a:cubicBezTo>
                  <a:pt x="9" y="5379"/>
                  <a:pt x="6" y="5368"/>
                  <a:pt x="3" y="5356"/>
                </a:cubicBezTo>
                <a:cubicBezTo>
                  <a:pt x="1" y="5344"/>
                  <a:pt x="0" y="5332"/>
                  <a:pt x="0" y="532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84" name=""/>
          <p:cNvSpPr/>
          <p:nvPr/>
        </p:nvSpPr>
        <p:spPr>
          <a:xfrm>
            <a:off x="3162240" y="3200040"/>
            <a:ext cx="1162440" cy="1981800"/>
          </a:xfrm>
          <a:custGeom>
            <a:avLst/>
            <a:gdLst/>
            <a:ahLst/>
            <a:rect l="0" t="0" r="r" b="b"/>
            <a:pathLst>
              <a:path w="3229" h="5505">
                <a:moveTo>
                  <a:pt x="0" y="5320"/>
                </a:moveTo>
                <a:lnTo>
                  <a:pt x="0" y="186"/>
                </a:lnTo>
                <a:cubicBezTo>
                  <a:pt x="0" y="174"/>
                  <a:pt x="1" y="162"/>
                  <a:pt x="3" y="150"/>
                </a:cubicBezTo>
                <a:cubicBezTo>
                  <a:pt x="6" y="138"/>
                  <a:pt x="9" y="126"/>
                  <a:pt x="14" y="115"/>
                </a:cubicBezTo>
                <a:cubicBezTo>
                  <a:pt x="18" y="104"/>
                  <a:pt x="24" y="93"/>
                  <a:pt x="31" y="83"/>
                </a:cubicBezTo>
                <a:cubicBezTo>
                  <a:pt x="38" y="73"/>
                  <a:pt x="45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2" y="25"/>
                  <a:pt x="103" y="19"/>
                  <a:pt x="114" y="15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3043" y="0"/>
                </a:lnTo>
                <a:cubicBezTo>
                  <a:pt x="3056" y="0"/>
                  <a:pt x="3068" y="2"/>
                  <a:pt x="3080" y="4"/>
                </a:cubicBezTo>
                <a:cubicBezTo>
                  <a:pt x="3091" y="6"/>
                  <a:pt x="3103" y="10"/>
                  <a:pt x="3114" y="15"/>
                </a:cubicBezTo>
                <a:cubicBezTo>
                  <a:pt x="3125" y="19"/>
                  <a:pt x="3136" y="25"/>
                  <a:pt x="3146" y="32"/>
                </a:cubicBezTo>
                <a:cubicBezTo>
                  <a:pt x="3156" y="38"/>
                  <a:pt x="3166" y="46"/>
                  <a:pt x="3174" y="55"/>
                </a:cubicBezTo>
                <a:cubicBezTo>
                  <a:pt x="3183" y="63"/>
                  <a:pt x="3191" y="73"/>
                  <a:pt x="3197" y="83"/>
                </a:cubicBezTo>
                <a:cubicBezTo>
                  <a:pt x="3204" y="93"/>
                  <a:pt x="3210" y="104"/>
                  <a:pt x="3214" y="115"/>
                </a:cubicBezTo>
                <a:cubicBezTo>
                  <a:pt x="3219" y="126"/>
                  <a:pt x="3223" y="138"/>
                  <a:pt x="3225" y="150"/>
                </a:cubicBezTo>
                <a:cubicBezTo>
                  <a:pt x="3227" y="162"/>
                  <a:pt x="3229" y="174"/>
                  <a:pt x="3229" y="186"/>
                </a:cubicBezTo>
                <a:lnTo>
                  <a:pt x="3229" y="5320"/>
                </a:lnTo>
                <a:cubicBezTo>
                  <a:pt x="3229" y="5332"/>
                  <a:pt x="3227" y="5344"/>
                  <a:pt x="3225" y="5356"/>
                </a:cubicBezTo>
                <a:cubicBezTo>
                  <a:pt x="3223" y="5368"/>
                  <a:pt x="3219" y="5379"/>
                  <a:pt x="3214" y="5391"/>
                </a:cubicBezTo>
                <a:cubicBezTo>
                  <a:pt x="3210" y="5402"/>
                  <a:pt x="3204" y="5412"/>
                  <a:pt x="3197" y="5423"/>
                </a:cubicBezTo>
                <a:cubicBezTo>
                  <a:pt x="3191" y="5433"/>
                  <a:pt x="3183" y="5442"/>
                  <a:pt x="3174" y="5451"/>
                </a:cubicBezTo>
                <a:cubicBezTo>
                  <a:pt x="3166" y="5459"/>
                  <a:pt x="3156" y="5467"/>
                  <a:pt x="3146" y="5474"/>
                </a:cubicBezTo>
                <a:cubicBezTo>
                  <a:pt x="3136" y="5480"/>
                  <a:pt x="3125" y="5486"/>
                  <a:pt x="3114" y="5491"/>
                </a:cubicBezTo>
                <a:cubicBezTo>
                  <a:pt x="3103" y="5495"/>
                  <a:pt x="3091" y="5499"/>
                  <a:pt x="3080" y="5501"/>
                </a:cubicBezTo>
                <a:cubicBezTo>
                  <a:pt x="3068" y="5504"/>
                  <a:pt x="3056" y="5505"/>
                  <a:pt x="3043" y="5505"/>
                </a:cubicBezTo>
                <a:lnTo>
                  <a:pt x="185" y="5505"/>
                </a:lnTo>
                <a:cubicBezTo>
                  <a:pt x="173" y="5505"/>
                  <a:pt x="161" y="5504"/>
                  <a:pt x="149" y="5501"/>
                </a:cubicBezTo>
                <a:cubicBezTo>
                  <a:pt x="137" y="5499"/>
                  <a:pt x="125" y="5495"/>
                  <a:pt x="114" y="5491"/>
                </a:cubicBezTo>
                <a:cubicBezTo>
                  <a:pt x="103" y="5486"/>
                  <a:pt x="92" y="5480"/>
                  <a:pt x="82" y="5474"/>
                </a:cubicBezTo>
                <a:cubicBezTo>
                  <a:pt x="72" y="5467"/>
                  <a:pt x="63" y="5459"/>
                  <a:pt x="54" y="5451"/>
                </a:cubicBezTo>
                <a:cubicBezTo>
                  <a:pt x="45" y="5442"/>
                  <a:pt x="38" y="5433"/>
                  <a:pt x="31" y="5423"/>
                </a:cubicBezTo>
                <a:cubicBezTo>
                  <a:pt x="24" y="5412"/>
                  <a:pt x="18" y="5402"/>
                  <a:pt x="14" y="5391"/>
                </a:cubicBezTo>
                <a:cubicBezTo>
                  <a:pt x="9" y="5379"/>
                  <a:pt x="6" y="5368"/>
                  <a:pt x="3" y="5356"/>
                </a:cubicBezTo>
                <a:cubicBezTo>
                  <a:pt x="1" y="5344"/>
                  <a:pt x="0" y="5332"/>
                  <a:pt x="0" y="5320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85" name=""/>
          <p:cNvSpPr/>
          <p:nvPr/>
        </p:nvSpPr>
        <p:spPr>
          <a:xfrm>
            <a:off x="3457440" y="3438360"/>
            <a:ext cx="571680" cy="457920"/>
          </a:xfrm>
          <a:custGeom>
            <a:avLst/>
            <a:gdLst/>
            <a:ahLst/>
            <a:rect l="0" t="0" r="r" b="b"/>
            <a:pathLst>
              <a:path w="1588" h="1272">
                <a:moveTo>
                  <a:pt x="1291" y="695"/>
                </a:moveTo>
                <a:lnTo>
                  <a:pt x="1291" y="576"/>
                </a:lnTo>
                <a:lnTo>
                  <a:pt x="1588" y="576"/>
                </a:lnTo>
                <a:lnTo>
                  <a:pt x="1588" y="695"/>
                </a:lnTo>
                <a:lnTo>
                  <a:pt x="1291" y="695"/>
                </a:lnTo>
                <a:moveTo>
                  <a:pt x="1390" y="1272"/>
                </a:moveTo>
                <a:lnTo>
                  <a:pt x="1150" y="1093"/>
                </a:lnTo>
                <a:lnTo>
                  <a:pt x="1221" y="998"/>
                </a:lnTo>
                <a:lnTo>
                  <a:pt x="1461" y="1177"/>
                </a:lnTo>
                <a:lnTo>
                  <a:pt x="1390" y="1272"/>
                </a:lnTo>
                <a:moveTo>
                  <a:pt x="1227" y="272"/>
                </a:moveTo>
                <a:lnTo>
                  <a:pt x="1156" y="177"/>
                </a:lnTo>
                <a:lnTo>
                  <a:pt x="1390" y="0"/>
                </a:lnTo>
                <a:lnTo>
                  <a:pt x="1461" y="95"/>
                </a:lnTo>
                <a:lnTo>
                  <a:pt x="1227" y="272"/>
                </a:lnTo>
                <a:moveTo>
                  <a:pt x="258" y="1193"/>
                </a:moveTo>
                <a:lnTo>
                  <a:pt x="258" y="874"/>
                </a:lnTo>
                <a:lnTo>
                  <a:pt x="119" y="874"/>
                </a:lnTo>
                <a:cubicBezTo>
                  <a:pt x="86" y="874"/>
                  <a:pt x="58" y="862"/>
                  <a:pt x="35" y="839"/>
                </a:cubicBezTo>
                <a:cubicBezTo>
                  <a:pt x="12" y="816"/>
                  <a:pt x="0" y="788"/>
                  <a:pt x="0" y="755"/>
                </a:cubicBezTo>
                <a:lnTo>
                  <a:pt x="0" y="517"/>
                </a:lnTo>
                <a:cubicBezTo>
                  <a:pt x="0" y="484"/>
                  <a:pt x="12" y="456"/>
                  <a:pt x="35" y="433"/>
                </a:cubicBezTo>
                <a:cubicBezTo>
                  <a:pt x="58" y="409"/>
                  <a:pt x="86" y="398"/>
                  <a:pt x="119" y="398"/>
                </a:cubicBezTo>
                <a:lnTo>
                  <a:pt x="476" y="398"/>
                </a:lnTo>
                <a:lnTo>
                  <a:pt x="874" y="159"/>
                </a:lnTo>
                <a:lnTo>
                  <a:pt x="874" y="1113"/>
                </a:lnTo>
                <a:lnTo>
                  <a:pt x="476" y="874"/>
                </a:lnTo>
                <a:lnTo>
                  <a:pt x="377" y="874"/>
                </a:lnTo>
                <a:lnTo>
                  <a:pt x="377" y="1193"/>
                </a:lnTo>
                <a:lnTo>
                  <a:pt x="258" y="1193"/>
                </a:lnTo>
                <a:moveTo>
                  <a:pt x="755" y="902"/>
                </a:moveTo>
                <a:lnTo>
                  <a:pt x="755" y="370"/>
                </a:lnTo>
                <a:lnTo>
                  <a:pt x="508" y="517"/>
                </a:lnTo>
                <a:lnTo>
                  <a:pt x="119" y="517"/>
                </a:lnTo>
                <a:lnTo>
                  <a:pt x="119" y="755"/>
                </a:lnTo>
                <a:lnTo>
                  <a:pt x="508" y="755"/>
                </a:lnTo>
                <a:lnTo>
                  <a:pt x="755" y="902"/>
                </a:lnTo>
                <a:moveTo>
                  <a:pt x="953" y="902"/>
                </a:moveTo>
                <a:lnTo>
                  <a:pt x="953" y="370"/>
                </a:lnTo>
                <a:cubicBezTo>
                  <a:pt x="989" y="402"/>
                  <a:pt x="1018" y="440"/>
                  <a:pt x="1040" y="486"/>
                </a:cubicBezTo>
                <a:cubicBezTo>
                  <a:pt x="1062" y="532"/>
                  <a:pt x="1072" y="582"/>
                  <a:pt x="1072" y="636"/>
                </a:cubicBezTo>
                <a:cubicBezTo>
                  <a:pt x="1072" y="690"/>
                  <a:pt x="1062" y="740"/>
                  <a:pt x="1040" y="786"/>
                </a:cubicBezTo>
                <a:cubicBezTo>
                  <a:pt x="1018" y="831"/>
                  <a:pt x="989" y="870"/>
                  <a:pt x="953" y="902"/>
                </a:cubicBezTo>
                <a:moveTo>
                  <a:pt x="436" y="636"/>
                </a:moveTo>
                <a:lnTo>
                  <a:pt x="436" y="636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086" name=""/>
          <p:cNvSpPr txBox="1"/>
          <p:nvPr/>
        </p:nvSpPr>
        <p:spPr>
          <a:xfrm>
            <a:off x="2065320" y="4842720"/>
            <a:ext cx="4579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気付く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87" name=""/>
          <p:cNvSpPr txBox="1"/>
          <p:nvPr/>
        </p:nvSpPr>
        <p:spPr>
          <a:xfrm>
            <a:off x="3532320" y="4005000"/>
            <a:ext cx="418320" cy="30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650" spc="-1" strike="noStrike">
                <a:solidFill>
                  <a:srgbClr val="1a1a1a"/>
                </a:solidFill>
                <a:latin typeface="Noto Sans JP"/>
                <a:ea typeface="Noto Sans JP"/>
              </a:rPr>
              <a:t>報告</a:t>
            </a:r>
            <a:endParaRPr b="0" lang="ja-JP" sz="16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88" name=""/>
          <p:cNvSpPr txBox="1"/>
          <p:nvPr/>
        </p:nvSpPr>
        <p:spPr>
          <a:xfrm>
            <a:off x="3513240" y="4357080"/>
            <a:ext cx="4579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利用者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89" name=""/>
          <p:cNvSpPr txBox="1"/>
          <p:nvPr/>
        </p:nvSpPr>
        <p:spPr>
          <a:xfrm>
            <a:off x="3436920" y="4623840"/>
            <a:ext cx="6102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責任者へ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90" name=""/>
          <p:cNvSpPr/>
          <p:nvPr/>
        </p:nvSpPr>
        <p:spPr>
          <a:xfrm>
            <a:off x="4609800" y="3200040"/>
            <a:ext cx="1467360" cy="1981800"/>
          </a:xfrm>
          <a:custGeom>
            <a:avLst/>
            <a:gdLst/>
            <a:ahLst/>
            <a:rect l="0" t="0" r="r" b="b"/>
            <a:pathLst>
              <a:path w="4076" h="5505">
                <a:moveTo>
                  <a:pt x="0" y="5320"/>
                </a:moveTo>
                <a:lnTo>
                  <a:pt x="0" y="186"/>
                </a:lnTo>
                <a:cubicBezTo>
                  <a:pt x="0" y="174"/>
                  <a:pt x="2" y="162"/>
                  <a:pt x="4" y="150"/>
                </a:cubicBezTo>
                <a:cubicBezTo>
                  <a:pt x="6" y="138"/>
                  <a:pt x="10" y="126"/>
                  <a:pt x="14" y="115"/>
                </a:cubicBezTo>
                <a:cubicBezTo>
                  <a:pt x="19" y="104"/>
                  <a:pt x="25" y="93"/>
                  <a:pt x="32" y="83"/>
                </a:cubicBezTo>
                <a:cubicBezTo>
                  <a:pt x="38" y="73"/>
                  <a:pt x="46" y="63"/>
                  <a:pt x="55" y="55"/>
                </a:cubicBezTo>
                <a:cubicBezTo>
                  <a:pt x="63" y="46"/>
                  <a:pt x="73" y="38"/>
                  <a:pt x="83" y="32"/>
                </a:cubicBezTo>
                <a:cubicBezTo>
                  <a:pt x="93" y="25"/>
                  <a:pt x="103" y="19"/>
                  <a:pt x="115" y="15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2"/>
                  <a:pt x="173" y="0"/>
                  <a:pt x="186" y="0"/>
                </a:cubicBezTo>
                <a:lnTo>
                  <a:pt x="3891" y="0"/>
                </a:lnTo>
                <a:cubicBezTo>
                  <a:pt x="3903" y="0"/>
                  <a:pt x="3915" y="2"/>
                  <a:pt x="3927" y="4"/>
                </a:cubicBezTo>
                <a:cubicBezTo>
                  <a:pt x="3939" y="6"/>
                  <a:pt x="3950" y="10"/>
                  <a:pt x="3962" y="15"/>
                </a:cubicBezTo>
                <a:cubicBezTo>
                  <a:pt x="3973" y="19"/>
                  <a:pt x="3983" y="25"/>
                  <a:pt x="3994" y="32"/>
                </a:cubicBezTo>
                <a:cubicBezTo>
                  <a:pt x="4004" y="38"/>
                  <a:pt x="4013" y="46"/>
                  <a:pt x="4022" y="55"/>
                </a:cubicBezTo>
                <a:cubicBezTo>
                  <a:pt x="4030" y="63"/>
                  <a:pt x="4038" y="73"/>
                  <a:pt x="4045" y="83"/>
                </a:cubicBezTo>
                <a:cubicBezTo>
                  <a:pt x="4051" y="93"/>
                  <a:pt x="4057" y="104"/>
                  <a:pt x="4062" y="115"/>
                </a:cubicBezTo>
                <a:cubicBezTo>
                  <a:pt x="4066" y="126"/>
                  <a:pt x="4070" y="138"/>
                  <a:pt x="4072" y="150"/>
                </a:cubicBezTo>
                <a:cubicBezTo>
                  <a:pt x="4075" y="162"/>
                  <a:pt x="4076" y="174"/>
                  <a:pt x="4076" y="186"/>
                </a:cubicBezTo>
                <a:lnTo>
                  <a:pt x="4076" y="5320"/>
                </a:lnTo>
                <a:cubicBezTo>
                  <a:pt x="4076" y="5332"/>
                  <a:pt x="4075" y="5344"/>
                  <a:pt x="4072" y="5356"/>
                </a:cubicBezTo>
                <a:cubicBezTo>
                  <a:pt x="4070" y="5368"/>
                  <a:pt x="4066" y="5379"/>
                  <a:pt x="4062" y="5391"/>
                </a:cubicBezTo>
                <a:cubicBezTo>
                  <a:pt x="4057" y="5402"/>
                  <a:pt x="4051" y="5412"/>
                  <a:pt x="4045" y="5423"/>
                </a:cubicBezTo>
                <a:cubicBezTo>
                  <a:pt x="4038" y="5433"/>
                  <a:pt x="4030" y="5442"/>
                  <a:pt x="4022" y="5451"/>
                </a:cubicBezTo>
                <a:cubicBezTo>
                  <a:pt x="4013" y="5459"/>
                  <a:pt x="4004" y="5467"/>
                  <a:pt x="3994" y="5474"/>
                </a:cubicBezTo>
                <a:cubicBezTo>
                  <a:pt x="3983" y="5480"/>
                  <a:pt x="3973" y="5486"/>
                  <a:pt x="3962" y="5491"/>
                </a:cubicBezTo>
                <a:cubicBezTo>
                  <a:pt x="3950" y="5495"/>
                  <a:pt x="3939" y="5499"/>
                  <a:pt x="3927" y="5501"/>
                </a:cubicBezTo>
                <a:cubicBezTo>
                  <a:pt x="3915" y="5504"/>
                  <a:pt x="3903" y="5505"/>
                  <a:pt x="3891" y="5505"/>
                </a:cubicBezTo>
                <a:lnTo>
                  <a:pt x="186" y="5505"/>
                </a:lnTo>
                <a:cubicBezTo>
                  <a:pt x="173" y="5505"/>
                  <a:pt x="161" y="5504"/>
                  <a:pt x="149" y="5501"/>
                </a:cubicBezTo>
                <a:cubicBezTo>
                  <a:pt x="137" y="5499"/>
                  <a:pt x="126" y="5495"/>
                  <a:pt x="115" y="5491"/>
                </a:cubicBezTo>
                <a:cubicBezTo>
                  <a:pt x="103" y="5486"/>
                  <a:pt x="93" y="5480"/>
                  <a:pt x="83" y="5474"/>
                </a:cubicBezTo>
                <a:cubicBezTo>
                  <a:pt x="73" y="5467"/>
                  <a:pt x="63" y="5459"/>
                  <a:pt x="55" y="5451"/>
                </a:cubicBezTo>
                <a:cubicBezTo>
                  <a:pt x="46" y="5442"/>
                  <a:pt x="38" y="5433"/>
                  <a:pt x="32" y="5423"/>
                </a:cubicBezTo>
                <a:cubicBezTo>
                  <a:pt x="25" y="5412"/>
                  <a:pt x="19" y="5402"/>
                  <a:pt x="14" y="5391"/>
                </a:cubicBezTo>
                <a:cubicBezTo>
                  <a:pt x="10" y="5379"/>
                  <a:pt x="6" y="5368"/>
                  <a:pt x="4" y="5356"/>
                </a:cubicBezTo>
                <a:cubicBezTo>
                  <a:pt x="2" y="5344"/>
                  <a:pt x="0" y="5332"/>
                  <a:pt x="0" y="532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91" name=""/>
          <p:cNvSpPr/>
          <p:nvPr/>
        </p:nvSpPr>
        <p:spPr>
          <a:xfrm>
            <a:off x="4609800" y="3200040"/>
            <a:ext cx="1467360" cy="1981800"/>
          </a:xfrm>
          <a:custGeom>
            <a:avLst/>
            <a:gdLst/>
            <a:ahLst/>
            <a:rect l="0" t="0" r="r" b="b"/>
            <a:pathLst>
              <a:path w="4076" h="5505">
                <a:moveTo>
                  <a:pt x="0" y="5320"/>
                </a:moveTo>
                <a:lnTo>
                  <a:pt x="0" y="186"/>
                </a:lnTo>
                <a:cubicBezTo>
                  <a:pt x="0" y="174"/>
                  <a:pt x="2" y="162"/>
                  <a:pt x="4" y="150"/>
                </a:cubicBezTo>
                <a:cubicBezTo>
                  <a:pt x="6" y="138"/>
                  <a:pt x="10" y="126"/>
                  <a:pt x="14" y="115"/>
                </a:cubicBezTo>
                <a:cubicBezTo>
                  <a:pt x="19" y="104"/>
                  <a:pt x="25" y="93"/>
                  <a:pt x="32" y="83"/>
                </a:cubicBezTo>
                <a:cubicBezTo>
                  <a:pt x="38" y="73"/>
                  <a:pt x="46" y="63"/>
                  <a:pt x="55" y="55"/>
                </a:cubicBezTo>
                <a:cubicBezTo>
                  <a:pt x="63" y="46"/>
                  <a:pt x="73" y="38"/>
                  <a:pt x="83" y="32"/>
                </a:cubicBezTo>
                <a:cubicBezTo>
                  <a:pt x="93" y="25"/>
                  <a:pt x="103" y="19"/>
                  <a:pt x="115" y="15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2"/>
                  <a:pt x="173" y="0"/>
                  <a:pt x="186" y="0"/>
                </a:cubicBezTo>
                <a:lnTo>
                  <a:pt x="3891" y="0"/>
                </a:lnTo>
                <a:cubicBezTo>
                  <a:pt x="3903" y="0"/>
                  <a:pt x="3915" y="2"/>
                  <a:pt x="3927" y="4"/>
                </a:cubicBezTo>
                <a:cubicBezTo>
                  <a:pt x="3939" y="6"/>
                  <a:pt x="3950" y="10"/>
                  <a:pt x="3962" y="15"/>
                </a:cubicBezTo>
                <a:cubicBezTo>
                  <a:pt x="3973" y="19"/>
                  <a:pt x="3983" y="25"/>
                  <a:pt x="3994" y="32"/>
                </a:cubicBezTo>
                <a:cubicBezTo>
                  <a:pt x="4004" y="38"/>
                  <a:pt x="4013" y="46"/>
                  <a:pt x="4022" y="55"/>
                </a:cubicBezTo>
                <a:cubicBezTo>
                  <a:pt x="4030" y="63"/>
                  <a:pt x="4038" y="73"/>
                  <a:pt x="4045" y="83"/>
                </a:cubicBezTo>
                <a:cubicBezTo>
                  <a:pt x="4051" y="93"/>
                  <a:pt x="4057" y="104"/>
                  <a:pt x="4062" y="115"/>
                </a:cubicBezTo>
                <a:cubicBezTo>
                  <a:pt x="4066" y="126"/>
                  <a:pt x="4070" y="138"/>
                  <a:pt x="4072" y="150"/>
                </a:cubicBezTo>
                <a:cubicBezTo>
                  <a:pt x="4075" y="162"/>
                  <a:pt x="4076" y="174"/>
                  <a:pt x="4076" y="186"/>
                </a:cubicBezTo>
                <a:lnTo>
                  <a:pt x="4076" y="5320"/>
                </a:lnTo>
                <a:cubicBezTo>
                  <a:pt x="4076" y="5332"/>
                  <a:pt x="4075" y="5344"/>
                  <a:pt x="4072" y="5356"/>
                </a:cubicBezTo>
                <a:cubicBezTo>
                  <a:pt x="4070" y="5368"/>
                  <a:pt x="4066" y="5379"/>
                  <a:pt x="4062" y="5391"/>
                </a:cubicBezTo>
                <a:cubicBezTo>
                  <a:pt x="4057" y="5402"/>
                  <a:pt x="4051" y="5412"/>
                  <a:pt x="4045" y="5423"/>
                </a:cubicBezTo>
                <a:cubicBezTo>
                  <a:pt x="4038" y="5433"/>
                  <a:pt x="4030" y="5442"/>
                  <a:pt x="4022" y="5451"/>
                </a:cubicBezTo>
                <a:cubicBezTo>
                  <a:pt x="4013" y="5459"/>
                  <a:pt x="4004" y="5467"/>
                  <a:pt x="3994" y="5474"/>
                </a:cubicBezTo>
                <a:cubicBezTo>
                  <a:pt x="3983" y="5480"/>
                  <a:pt x="3973" y="5486"/>
                  <a:pt x="3962" y="5491"/>
                </a:cubicBezTo>
                <a:cubicBezTo>
                  <a:pt x="3950" y="5495"/>
                  <a:pt x="3939" y="5499"/>
                  <a:pt x="3927" y="5501"/>
                </a:cubicBezTo>
                <a:cubicBezTo>
                  <a:pt x="3915" y="5504"/>
                  <a:pt x="3903" y="5505"/>
                  <a:pt x="3891" y="5505"/>
                </a:cubicBezTo>
                <a:lnTo>
                  <a:pt x="186" y="5505"/>
                </a:lnTo>
                <a:cubicBezTo>
                  <a:pt x="173" y="5505"/>
                  <a:pt x="161" y="5504"/>
                  <a:pt x="149" y="5501"/>
                </a:cubicBezTo>
                <a:cubicBezTo>
                  <a:pt x="137" y="5499"/>
                  <a:pt x="126" y="5495"/>
                  <a:pt x="115" y="5491"/>
                </a:cubicBezTo>
                <a:cubicBezTo>
                  <a:pt x="103" y="5486"/>
                  <a:pt x="93" y="5480"/>
                  <a:pt x="83" y="5474"/>
                </a:cubicBezTo>
                <a:cubicBezTo>
                  <a:pt x="73" y="5467"/>
                  <a:pt x="63" y="5459"/>
                  <a:pt x="55" y="5451"/>
                </a:cubicBezTo>
                <a:cubicBezTo>
                  <a:pt x="46" y="5442"/>
                  <a:pt x="38" y="5433"/>
                  <a:pt x="32" y="5423"/>
                </a:cubicBezTo>
                <a:cubicBezTo>
                  <a:pt x="25" y="5412"/>
                  <a:pt x="19" y="5402"/>
                  <a:pt x="14" y="5391"/>
                </a:cubicBezTo>
                <a:cubicBezTo>
                  <a:pt x="10" y="5379"/>
                  <a:pt x="6" y="5368"/>
                  <a:pt x="4" y="5356"/>
                </a:cubicBezTo>
                <a:cubicBezTo>
                  <a:pt x="2" y="5344"/>
                  <a:pt x="0" y="5332"/>
                  <a:pt x="0" y="5320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92" name=""/>
          <p:cNvSpPr/>
          <p:nvPr/>
        </p:nvSpPr>
        <p:spPr>
          <a:xfrm>
            <a:off x="5057640" y="3381120"/>
            <a:ext cx="571680" cy="572040"/>
          </a:xfrm>
          <a:custGeom>
            <a:avLst/>
            <a:gdLst/>
            <a:ahLst/>
            <a:rect l="0" t="0" r="r" b="b"/>
            <a:pathLst>
              <a:path w="1588" h="1589">
                <a:moveTo>
                  <a:pt x="484" y="1526"/>
                </a:moveTo>
                <a:cubicBezTo>
                  <a:pt x="387" y="1485"/>
                  <a:pt x="303" y="1428"/>
                  <a:pt x="232" y="1357"/>
                </a:cubicBezTo>
                <a:cubicBezTo>
                  <a:pt x="161" y="1285"/>
                  <a:pt x="104" y="1201"/>
                  <a:pt x="62" y="1105"/>
                </a:cubicBezTo>
                <a:cubicBezTo>
                  <a:pt x="21" y="1008"/>
                  <a:pt x="0" y="904"/>
                  <a:pt x="0" y="794"/>
                </a:cubicBezTo>
                <a:cubicBezTo>
                  <a:pt x="0" y="684"/>
                  <a:pt x="21" y="581"/>
                  <a:pt x="62" y="484"/>
                </a:cubicBezTo>
                <a:cubicBezTo>
                  <a:pt x="104" y="388"/>
                  <a:pt x="161" y="304"/>
                  <a:pt x="232" y="232"/>
                </a:cubicBezTo>
                <a:cubicBezTo>
                  <a:pt x="303" y="161"/>
                  <a:pt x="387" y="104"/>
                  <a:pt x="484" y="63"/>
                </a:cubicBezTo>
                <a:cubicBezTo>
                  <a:pt x="581" y="21"/>
                  <a:pt x="684" y="0"/>
                  <a:pt x="794" y="0"/>
                </a:cubicBezTo>
                <a:cubicBezTo>
                  <a:pt x="903" y="0"/>
                  <a:pt x="1007" y="21"/>
                  <a:pt x="1104" y="63"/>
                </a:cubicBezTo>
                <a:cubicBezTo>
                  <a:pt x="1201" y="104"/>
                  <a:pt x="1285" y="161"/>
                  <a:pt x="1356" y="232"/>
                </a:cubicBezTo>
                <a:cubicBezTo>
                  <a:pt x="1428" y="304"/>
                  <a:pt x="1484" y="388"/>
                  <a:pt x="1526" y="484"/>
                </a:cubicBezTo>
                <a:cubicBezTo>
                  <a:pt x="1568" y="581"/>
                  <a:pt x="1588" y="684"/>
                  <a:pt x="1588" y="794"/>
                </a:cubicBezTo>
                <a:cubicBezTo>
                  <a:pt x="1588" y="904"/>
                  <a:pt x="1568" y="1008"/>
                  <a:pt x="1526" y="1105"/>
                </a:cubicBezTo>
                <a:cubicBezTo>
                  <a:pt x="1484" y="1201"/>
                  <a:pt x="1428" y="1285"/>
                  <a:pt x="1356" y="1357"/>
                </a:cubicBezTo>
                <a:cubicBezTo>
                  <a:pt x="1285" y="1428"/>
                  <a:pt x="1201" y="1485"/>
                  <a:pt x="1104" y="1526"/>
                </a:cubicBezTo>
                <a:cubicBezTo>
                  <a:pt x="1007" y="1568"/>
                  <a:pt x="903" y="1589"/>
                  <a:pt x="794" y="1589"/>
                </a:cubicBezTo>
                <a:cubicBezTo>
                  <a:pt x="684" y="1589"/>
                  <a:pt x="581" y="1568"/>
                  <a:pt x="484" y="1526"/>
                </a:cubicBezTo>
                <a:moveTo>
                  <a:pt x="794" y="1470"/>
                </a:moveTo>
                <a:cubicBezTo>
                  <a:pt x="874" y="1470"/>
                  <a:pt x="952" y="1456"/>
                  <a:pt x="1027" y="1429"/>
                </a:cubicBezTo>
                <a:cubicBezTo>
                  <a:pt x="1103" y="1402"/>
                  <a:pt x="1170" y="1362"/>
                  <a:pt x="1229" y="1311"/>
                </a:cubicBezTo>
                <a:lnTo>
                  <a:pt x="278" y="359"/>
                </a:lnTo>
                <a:cubicBezTo>
                  <a:pt x="227" y="420"/>
                  <a:pt x="188" y="488"/>
                  <a:pt x="161" y="562"/>
                </a:cubicBezTo>
                <a:cubicBezTo>
                  <a:pt x="133" y="636"/>
                  <a:pt x="119" y="714"/>
                  <a:pt x="119" y="794"/>
                </a:cubicBezTo>
                <a:cubicBezTo>
                  <a:pt x="119" y="983"/>
                  <a:pt x="184" y="1143"/>
                  <a:pt x="315" y="1274"/>
                </a:cubicBezTo>
                <a:cubicBezTo>
                  <a:pt x="446" y="1404"/>
                  <a:pt x="605" y="1470"/>
                  <a:pt x="794" y="1470"/>
                </a:cubicBezTo>
                <a:moveTo>
                  <a:pt x="1309" y="1230"/>
                </a:moveTo>
                <a:cubicBezTo>
                  <a:pt x="1358" y="1170"/>
                  <a:pt x="1397" y="1103"/>
                  <a:pt x="1426" y="1028"/>
                </a:cubicBezTo>
                <a:cubicBezTo>
                  <a:pt x="1455" y="953"/>
                  <a:pt x="1469" y="875"/>
                  <a:pt x="1469" y="794"/>
                </a:cubicBezTo>
                <a:cubicBezTo>
                  <a:pt x="1469" y="606"/>
                  <a:pt x="1404" y="446"/>
                  <a:pt x="1273" y="315"/>
                </a:cubicBezTo>
                <a:cubicBezTo>
                  <a:pt x="1143" y="185"/>
                  <a:pt x="982" y="119"/>
                  <a:pt x="794" y="119"/>
                </a:cubicBezTo>
                <a:cubicBezTo>
                  <a:pt x="713" y="119"/>
                  <a:pt x="636" y="133"/>
                  <a:pt x="562" y="161"/>
                </a:cubicBezTo>
                <a:cubicBezTo>
                  <a:pt x="487" y="189"/>
                  <a:pt x="420" y="228"/>
                  <a:pt x="359" y="280"/>
                </a:cubicBezTo>
                <a:lnTo>
                  <a:pt x="1309" y="1230"/>
                </a:lnTo>
                <a:moveTo>
                  <a:pt x="794" y="794"/>
                </a:moveTo>
                <a:lnTo>
                  <a:pt x="794" y="794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093" name=""/>
          <p:cNvSpPr txBox="1"/>
          <p:nvPr/>
        </p:nvSpPr>
        <p:spPr>
          <a:xfrm>
            <a:off x="3363120" y="4842720"/>
            <a:ext cx="7628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すぐ伝える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94" name=""/>
          <p:cNvSpPr txBox="1"/>
          <p:nvPr/>
        </p:nvSpPr>
        <p:spPr>
          <a:xfrm>
            <a:off x="4923720" y="4005000"/>
            <a:ext cx="835920" cy="30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650" spc="-1" strike="noStrike">
                <a:solidFill>
                  <a:srgbClr val="1a1a1a"/>
                </a:solidFill>
                <a:latin typeface="Noto Sans JP"/>
                <a:ea typeface="Noto Sans JP"/>
              </a:rPr>
              <a:t>封じ込め</a:t>
            </a:r>
            <a:endParaRPr b="0" lang="ja-JP" sz="16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95" name=""/>
          <p:cNvSpPr txBox="1"/>
          <p:nvPr/>
        </p:nvSpPr>
        <p:spPr>
          <a:xfrm>
            <a:off x="4961880" y="4357080"/>
            <a:ext cx="7628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基盤の担当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96" name=""/>
          <p:cNvSpPr txBox="1"/>
          <p:nvPr/>
        </p:nvSpPr>
        <p:spPr>
          <a:xfrm>
            <a:off x="4809600" y="4623840"/>
            <a:ext cx="10674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コンテナを止め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97" name=""/>
          <p:cNvSpPr/>
          <p:nvPr/>
        </p:nvSpPr>
        <p:spPr>
          <a:xfrm>
            <a:off x="6362640" y="3200040"/>
            <a:ext cx="1914840" cy="1981800"/>
          </a:xfrm>
          <a:custGeom>
            <a:avLst/>
            <a:gdLst/>
            <a:ahLst/>
            <a:rect l="0" t="0" r="r" b="b"/>
            <a:pathLst>
              <a:path w="5319" h="5505">
                <a:moveTo>
                  <a:pt x="0" y="5320"/>
                </a:moveTo>
                <a:lnTo>
                  <a:pt x="0" y="186"/>
                </a:lnTo>
                <a:cubicBezTo>
                  <a:pt x="0" y="174"/>
                  <a:pt x="1" y="162"/>
                  <a:pt x="3" y="150"/>
                </a:cubicBezTo>
                <a:cubicBezTo>
                  <a:pt x="6" y="138"/>
                  <a:pt x="9" y="126"/>
                  <a:pt x="14" y="115"/>
                </a:cubicBezTo>
                <a:cubicBezTo>
                  <a:pt x="18" y="104"/>
                  <a:pt x="24" y="93"/>
                  <a:pt x="31" y="83"/>
                </a:cubicBezTo>
                <a:cubicBezTo>
                  <a:pt x="38" y="73"/>
                  <a:pt x="45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2" y="25"/>
                  <a:pt x="103" y="19"/>
                  <a:pt x="114" y="15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5134" y="0"/>
                </a:lnTo>
                <a:cubicBezTo>
                  <a:pt x="5146" y="0"/>
                  <a:pt x="5158" y="2"/>
                  <a:pt x="5170" y="4"/>
                </a:cubicBezTo>
                <a:cubicBezTo>
                  <a:pt x="5182" y="6"/>
                  <a:pt x="5193" y="10"/>
                  <a:pt x="5204" y="15"/>
                </a:cubicBezTo>
                <a:cubicBezTo>
                  <a:pt x="5216" y="19"/>
                  <a:pt x="5226" y="25"/>
                  <a:pt x="5236" y="32"/>
                </a:cubicBezTo>
                <a:cubicBezTo>
                  <a:pt x="5247" y="38"/>
                  <a:pt x="5256" y="46"/>
                  <a:pt x="5265" y="55"/>
                </a:cubicBezTo>
                <a:cubicBezTo>
                  <a:pt x="5273" y="63"/>
                  <a:pt x="5281" y="73"/>
                  <a:pt x="5288" y="83"/>
                </a:cubicBezTo>
                <a:cubicBezTo>
                  <a:pt x="5294" y="93"/>
                  <a:pt x="5300" y="104"/>
                  <a:pt x="5305" y="115"/>
                </a:cubicBezTo>
                <a:cubicBezTo>
                  <a:pt x="5309" y="126"/>
                  <a:pt x="5313" y="138"/>
                  <a:pt x="5315" y="150"/>
                </a:cubicBezTo>
                <a:cubicBezTo>
                  <a:pt x="5318" y="162"/>
                  <a:pt x="5319" y="174"/>
                  <a:pt x="5319" y="186"/>
                </a:cubicBezTo>
                <a:lnTo>
                  <a:pt x="5319" y="5320"/>
                </a:lnTo>
                <a:cubicBezTo>
                  <a:pt x="5319" y="5332"/>
                  <a:pt x="5318" y="5344"/>
                  <a:pt x="5315" y="5356"/>
                </a:cubicBezTo>
                <a:cubicBezTo>
                  <a:pt x="5313" y="5368"/>
                  <a:pt x="5309" y="5379"/>
                  <a:pt x="5305" y="5391"/>
                </a:cubicBezTo>
                <a:cubicBezTo>
                  <a:pt x="5300" y="5402"/>
                  <a:pt x="5294" y="5412"/>
                  <a:pt x="5288" y="5423"/>
                </a:cubicBezTo>
                <a:cubicBezTo>
                  <a:pt x="5281" y="5433"/>
                  <a:pt x="5273" y="5442"/>
                  <a:pt x="5265" y="5451"/>
                </a:cubicBezTo>
                <a:cubicBezTo>
                  <a:pt x="5256" y="5459"/>
                  <a:pt x="5247" y="5467"/>
                  <a:pt x="5236" y="5474"/>
                </a:cubicBezTo>
                <a:cubicBezTo>
                  <a:pt x="5226" y="5480"/>
                  <a:pt x="5216" y="5486"/>
                  <a:pt x="5204" y="5491"/>
                </a:cubicBezTo>
                <a:cubicBezTo>
                  <a:pt x="5193" y="5495"/>
                  <a:pt x="5182" y="5499"/>
                  <a:pt x="5170" y="5501"/>
                </a:cubicBezTo>
                <a:cubicBezTo>
                  <a:pt x="5158" y="5504"/>
                  <a:pt x="5146" y="5505"/>
                  <a:pt x="5134" y="5505"/>
                </a:cubicBezTo>
                <a:lnTo>
                  <a:pt x="185" y="5505"/>
                </a:lnTo>
                <a:cubicBezTo>
                  <a:pt x="173" y="5505"/>
                  <a:pt x="161" y="5504"/>
                  <a:pt x="149" y="5501"/>
                </a:cubicBezTo>
                <a:cubicBezTo>
                  <a:pt x="137" y="5499"/>
                  <a:pt x="125" y="5495"/>
                  <a:pt x="114" y="5491"/>
                </a:cubicBezTo>
                <a:cubicBezTo>
                  <a:pt x="103" y="5486"/>
                  <a:pt x="92" y="5480"/>
                  <a:pt x="82" y="5474"/>
                </a:cubicBezTo>
                <a:cubicBezTo>
                  <a:pt x="72" y="5467"/>
                  <a:pt x="63" y="5459"/>
                  <a:pt x="54" y="5451"/>
                </a:cubicBezTo>
                <a:cubicBezTo>
                  <a:pt x="45" y="5442"/>
                  <a:pt x="38" y="5433"/>
                  <a:pt x="31" y="5423"/>
                </a:cubicBezTo>
                <a:cubicBezTo>
                  <a:pt x="24" y="5412"/>
                  <a:pt x="18" y="5402"/>
                  <a:pt x="14" y="5391"/>
                </a:cubicBezTo>
                <a:cubicBezTo>
                  <a:pt x="9" y="5379"/>
                  <a:pt x="6" y="5368"/>
                  <a:pt x="3" y="5356"/>
                </a:cubicBezTo>
                <a:cubicBezTo>
                  <a:pt x="1" y="5344"/>
                  <a:pt x="0" y="5332"/>
                  <a:pt x="0" y="532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98" name=""/>
          <p:cNvSpPr/>
          <p:nvPr/>
        </p:nvSpPr>
        <p:spPr>
          <a:xfrm>
            <a:off x="6362640" y="3200040"/>
            <a:ext cx="1914840" cy="1981800"/>
          </a:xfrm>
          <a:custGeom>
            <a:avLst/>
            <a:gdLst/>
            <a:ahLst/>
            <a:rect l="0" t="0" r="r" b="b"/>
            <a:pathLst>
              <a:path w="5319" h="5505">
                <a:moveTo>
                  <a:pt x="0" y="5320"/>
                </a:moveTo>
                <a:lnTo>
                  <a:pt x="0" y="186"/>
                </a:lnTo>
                <a:cubicBezTo>
                  <a:pt x="0" y="174"/>
                  <a:pt x="1" y="162"/>
                  <a:pt x="3" y="150"/>
                </a:cubicBezTo>
                <a:cubicBezTo>
                  <a:pt x="6" y="138"/>
                  <a:pt x="9" y="126"/>
                  <a:pt x="14" y="115"/>
                </a:cubicBezTo>
                <a:cubicBezTo>
                  <a:pt x="18" y="104"/>
                  <a:pt x="24" y="93"/>
                  <a:pt x="31" y="83"/>
                </a:cubicBezTo>
                <a:cubicBezTo>
                  <a:pt x="38" y="73"/>
                  <a:pt x="45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2" y="25"/>
                  <a:pt x="103" y="19"/>
                  <a:pt x="114" y="15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5134" y="0"/>
                </a:lnTo>
                <a:cubicBezTo>
                  <a:pt x="5146" y="0"/>
                  <a:pt x="5158" y="2"/>
                  <a:pt x="5170" y="4"/>
                </a:cubicBezTo>
                <a:cubicBezTo>
                  <a:pt x="5182" y="6"/>
                  <a:pt x="5193" y="10"/>
                  <a:pt x="5204" y="15"/>
                </a:cubicBezTo>
                <a:cubicBezTo>
                  <a:pt x="5216" y="19"/>
                  <a:pt x="5226" y="25"/>
                  <a:pt x="5236" y="32"/>
                </a:cubicBezTo>
                <a:cubicBezTo>
                  <a:pt x="5247" y="38"/>
                  <a:pt x="5256" y="46"/>
                  <a:pt x="5265" y="55"/>
                </a:cubicBezTo>
                <a:cubicBezTo>
                  <a:pt x="5273" y="63"/>
                  <a:pt x="5281" y="73"/>
                  <a:pt x="5288" y="83"/>
                </a:cubicBezTo>
                <a:cubicBezTo>
                  <a:pt x="5294" y="93"/>
                  <a:pt x="5300" y="104"/>
                  <a:pt x="5305" y="115"/>
                </a:cubicBezTo>
                <a:cubicBezTo>
                  <a:pt x="5309" y="126"/>
                  <a:pt x="5313" y="138"/>
                  <a:pt x="5315" y="150"/>
                </a:cubicBezTo>
                <a:cubicBezTo>
                  <a:pt x="5318" y="162"/>
                  <a:pt x="5319" y="174"/>
                  <a:pt x="5319" y="186"/>
                </a:cubicBezTo>
                <a:lnTo>
                  <a:pt x="5319" y="5320"/>
                </a:lnTo>
                <a:cubicBezTo>
                  <a:pt x="5319" y="5332"/>
                  <a:pt x="5318" y="5344"/>
                  <a:pt x="5315" y="5356"/>
                </a:cubicBezTo>
                <a:cubicBezTo>
                  <a:pt x="5313" y="5368"/>
                  <a:pt x="5309" y="5379"/>
                  <a:pt x="5305" y="5391"/>
                </a:cubicBezTo>
                <a:cubicBezTo>
                  <a:pt x="5300" y="5402"/>
                  <a:pt x="5294" y="5412"/>
                  <a:pt x="5288" y="5423"/>
                </a:cubicBezTo>
                <a:cubicBezTo>
                  <a:pt x="5281" y="5433"/>
                  <a:pt x="5273" y="5442"/>
                  <a:pt x="5265" y="5451"/>
                </a:cubicBezTo>
                <a:cubicBezTo>
                  <a:pt x="5256" y="5459"/>
                  <a:pt x="5247" y="5467"/>
                  <a:pt x="5236" y="5474"/>
                </a:cubicBezTo>
                <a:cubicBezTo>
                  <a:pt x="5226" y="5480"/>
                  <a:pt x="5216" y="5486"/>
                  <a:pt x="5204" y="5491"/>
                </a:cubicBezTo>
                <a:cubicBezTo>
                  <a:pt x="5193" y="5495"/>
                  <a:pt x="5182" y="5499"/>
                  <a:pt x="5170" y="5501"/>
                </a:cubicBezTo>
                <a:cubicBezTo>
                  <a:pt x="5158" y="5504"/>
                  <a:pt x="5146" y="5505"/>
                  <a:pt x="5134" y="5505"/>
                </a:cubicBezTo>
                <a:lnTo>
                  <a:pt x="185" y="5505"/>
                </a:lnTo>
                <a:cubicBezTo>
                  <a:pt x="173" y="5505"/>
                  <a:pt x="161" y="5504"/>
                  <a:pt x="149" y="5501"/>
                </a:cubicBezTo>
                <a:cubicBezTo>
                  <a:pt x="137" y="5499"/>
                  <a:pt x="125" y="5495"/>
                  <a:pt x="114" y="5491"/>
                </a:cubicBezTo>
                <a:cubicBezTo>
                  <a:pt x="103" y="5486"/>
                  <a:pt x="92" y="5480"/>
                  <a:pt x="82" y="5474"/>
                </a:cubicBezTo>
                <a:cubicBezTo>
                  <a:pt x="72" y="5467"/>
                  <a:pt x="63" y="5459"/>
                  <a:pt x="54" y="5451"/>
                </a:cubicBezTo>
                <a:cubicBezTo>
                  <a:pt x="45" y="5442"/>
                  <a:pt x="38" y="5433"/>
                  <a:pt x="31" y="5423"/>
                </a:cubicBezTo>
                <a:cubicBezTo>
                  <a:pt x="24" y="5412"/>
                  <a:pt x="18" y="5402"/>
                  <a:pt x="14" y="5391"/>
                </a:cubicBezTo>
                <a:cubicBezTo>
                  <a:pt x="9" y="5379"/>
                  <a:pt x="6" y="5368"/>
                  <a:pt x="3" y="5356"/>
                </a:cubicBezTo>
                <a:cubicBezTo>
                  <a:pt x="1" y="5344"/>
                  <a:pt x="0" y="5332"/>
                  <a:pt x="0" y="5320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099" name=""/>
          <p:cNvSpPr/>
          <p:nvPr/>
        </p:nvSpPr>
        <p:spPr>
          <a:xfrm>
            <a:off x="7038720" y="3381120"/>
            <a:ext cx="572040" cy="543240"/>
          </a:xfrm>
          <a:custGeom>
            <a:avLst/>
            <a:gdLst/>
            <a:ahLst/>
            <a:rect l="0" t="0" r="r" b="b"/>
            <a:pathLst>
              <a:path w="1589" h="1509">
                <a:moveTo>
                  <a:pt x="1505" y="1509"/>
                </a:moveTo>
                <a:lnTo>
                  <a:pt x="1087" y="1091"/>
                </a:lnTo>
                <a:cubicBezTo>
                  <a:pt x="1034" y="1133"/>
                  <a:pt x="973" y="1167"/>
                  <a:pt x="905" y="1193"/>
                </a:cubicBezTo>
                <a:cubicBezTo>
                  <a:pt x="837" y="1219"/>
                  <a:pt x="767" y="1232"/>
                  <a:pt x="696" y="1232"/>
                </a:cubicBezTo>
                <a:cubicBezTo>
                  <a:pt x="589" y="1232"/>
                  <a:pt x="490" y="1206"/>
                  <a:pt x="400" y="1155"/>
                </a:cubicBezTo>
                <a:cubicBezTo>
                  <a:pt x="310" y="1104"/>
                  <a:pt x="236" y="1037"/>
                  <a:pt x="181" y="954"/>
                </a:cubicBezTo>
                <a:lnTo>
                  <a:pt x="333" y="954"/>
                </a:lnTo>
                <a:cubicBezTo>
                  <a:pt x="379" y="1003"/>
                  <a:pt x="433" y="1041"/>
                  <a:pt x="495" y="1070"/>
                </a:cubicBezTo>
                <a:cubicBezTo>
                  <a:pt x="557" y="1098"/>
                  <a:pt x="624" y="1112"/>
                  <a:pt x="696" y="1112"/>
                </a:cubicBezTo>
                <a:cubicBezTo>
                  <a:pt x="833" y="1112"/>
                  <a:pt x="950" y="1064"/>
                  <a:pt x="1047" y="967"/>
                </a:cubicBezTo>
                <a:cubicBezTo>
                  <a:pt x="1144" y="869"/>
                  <a:pt x="1192" y="753"/>
                  <a:pt x="1192" y="616"/>
                </a:cubicBezTo>
                <a:cubicBezTo>
                  <a:pt x="1192" y="479"/>
                  <a:pt x="1144" y="361"/>
                  <a:pt x="1047" y="264"/>
                </a:cubicBezTo>
                <a:cubicBezTo>
                  <a:pt x="950" y="168"/>
                  <a:pt x="833" y="119"/>
                  <a:pt x="696" y="119"/>
                </a:cubicBezTo>
                <a:cubicBezTo>
                  <a:pt x="562" y="119"/>
                  <a:pt x="447" y="166"/>
                  <a:pt x="351" y="258"/>
                </a:cubicBezTo>
                <a:cubicBezTo>
                  <a:pt x="255" y="351"/>
                  <a:pt x="204" y="464"/>
                  <a:pt x="199" y="597"/>
                </a:cubicBezTo>
                <a:lnTo>
                  <a:pt x="80" y="597"/>
                </a:lnTo>
                <a:cubicBezTo>
                  <a:pt x="85" y="431"/>
                  <a:pt x="147" y="290"/>
                  <a:pt x="265" y="174"/>
                </a:cubicBezTo>
                <a:cubicBezTo>
                  <a:pt x="385" y="58"/>
                  <a:pt x="528" y="0"/>
                  <a:pt x="696" y="0"/>
                </a:cubicBezTo>
                <a:cubicBezTo>
                  <a:pt x="866" y="0"/>
                  <a:pt x="1012" y="60"/>
                  <a:pt x="1131" y="180"/>
                </a:cubicBezTo>
                <a:cubicBezTo>
                  <a:pt x="1251" y="300"/>
                  <a:pt x="1311" y="446"/>
                  <a:pt x="1311" y="616"/>
                </a:cubicBezTo>
                <a:cubicBezTo>
                  <a:pt x="1311" y="688"/>
                  <a:pt x="1298" y="758"/>
                  <a:pt x="1272" y="826"/>
                </a:cubicBezTo>
                <a:cubicBezTo>
                  <a:pt x="1246" y="894"/>
                  <a:pt x="1212" y="954"/>
                  <a:pt x="1170" y="1007"/>
                </a:cubicBezTo>
                <a:lnTo>
                  <a:pt x="1589" y="1426"/>
                </a:lnTo>
                <a:lnTo>
                  <a:pt x="1505" y="1509"/>
                </a:lnTo>
                <a:moveTo>
                  <a:pt x="630" y="954"/>
                </a:moveTo>
                <a:lnTo>
                  <a:pt x="505" y="541"/>
                </a:lnTo>
                <a:lnTo>
                  <a:pt x="402" y="835"/>
                </a:lnTo>
                <a:lnTo>
                  <a:pt x="0" y="835"/>
                </a:lnTo>
                <a:lnTo>
                  <a:pt x="0" y="716"/>
                </a:lnTo>
                <a:lnTo>
                  <a:pt x="319" y="716"/>
                </a:lnTo>
                <a:lnTo>
                  <a:pt x="450" y="338"/>
                </a:lnTo>
                <a:lnTo>
                  <a:pt x="569" y="338"/>
                </a:lnTo>
                <a:lnTo>
                  <a:pt x="690" y="743"/>
                </a:lnTo>
                <a:lnTo>
                  <a:pt x="775" y="477"/>
                </a:lnTo>
                <a:lnTo>
                  <a:pt x="894" y="477"/>
                </a:lnTo>
                <a:lnTo>
                  <a:pt x="1013" y="716"/>
                </a:lnTo>
                <a:lnTo>
                  <a:pt x="1073" y="716"/>
                </a:lnTo>
                <a:lnTo>
                  <a:pt x="1073" y="835"/>
                </a:lnTo>
                <a:lnTo>
                  <a:pt x="940" y="835"/>
                </a:lnTo>
                <a:lnTo>
                  <a:pt x="847" y="648"/>
                </a:lnTo>
                <a:lnTo>
                  <a:pt x="747" y="954"/>
                </a:lnTo>
                <a:lnTo>
                  <a:pt x="630" y="954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100" name=""/>
          <p:cNvSpPr txBox="1"/>
          <p:nvPr/>
        </p:nvSpPr>
        <p:spPr>
          <a:xfrm>
            <a:off x="4732560" y="4842720"/>
            <a:ext cx="12200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認証を無効にする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01" name=""/>
          <p:cNvSpPr txBox="1"/>
          <p:nvPr/>
        </p:nvSpPr>
        <p:spPr>
          <a:xfrm>
            <a:off x="7110720" y="4005000"/>
            <a:ext cx="418320" cy="30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650" spc="-1" strike="noStrike">
                <a:solidFill>
                  <a:srgbClr val="1a1a1a"/>
                </a:solidFill>
                <a:latin typeface="Noto Sans JP"/>
                <a:ea typeface="Noto Sans JP"/>
              </a:rPr>
              <a:t>調査</a:t>
            </a:r>
            <a:endParaRPr b="0" lang="ja-JP" sz="16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02" name=""/>
          <p:cNvSpPr txBox="1"/>
          <p:nvPr/>
        </p:nvSpPr>
        <p:spPr>
          <a:xfrm>
            <a:off x="6486840" y="4357080"/>
            <a:ext cx="16772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情報セキュリティ責任者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03" name=""/>
          <p:cNvSpPr txBox="1"/>
          <p:nvPr/>
        </p:nvSpPr>
        <p:spPr>
          <a:xfrm>
            <a:off x="6863040" y="4623840"/>
            <a:ext cx="9151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原因と範囲を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04" name=""/>
          <p:cNvSpPr/>
          <p:nvPr/>
        </p:nvSpPr>
        <p:spPr>
          <a:xfrm>
            <a:off x="8562960" y="3200040"/>
            <a:ext cx="1914840" cy="1981800"/>
          </a:xfrm>
          <a:custGeom>
            <a:avLst/>
            <a:gdLst/>
            <a:ahLst/>
            <a:rect l="0" t="0" r="r" b="b"/>
            <a:pathLst>
              <a:path w="5319" h="5505">
                <a:moveTo>
                  <a:pt x="0" y="5320"/>
                </a:moveTo>
                <a:lnTo>
                  <a:pt x="0" y="186"/>
                </a:lnTo>
                <a:cubicBezTo>
                  <a:pt x="0" y="174"/>
                  <a:pt x="1" y="162"/>
                  <a:pt x="3" y="150"/>
                </a:cubicBezTo>
                <a:cubicBezTo>
                  <a:pt x="5" y="138"/>
                  <a:pt x="9" y="126"/>
                  <a:pt x="14" y="115"/>
                </a:cubicBezTo>
                <a:cubicBezTo>
                  <a:pt x="18" y="104"/>
                  <a:pt x="24" y="93"/>
                  <a:pt x="31" y="83"/>
                </a:cubicBezTo>
                <a:cubicBezTo>
                  <a:pt x="38" y="73"/>
                  <a:pt x="45" y="63"/>
                  <a:pt x="54" y="55"/>
                </a:cubicBezTo>
                <a:cubicBezTo>
                  <a:pt x="62" y="46"/>
                  <a:pt x="72" y="38"/>
                  <a:pt x="82" y="32"/>
                </a:cubicBezTo>
                <a:cubicBezTo>
                  <a:pt x="92" y="25"/>
                  <a:pt x="103" y="19"/>
                  <a:pt x="114" y="15"/>
                </a:cubicBezTo>
                <a:cubicBezTo>
                  <a:pt x="125" y="10"/>
                  <a:pt x="137" y="6"/>
                  <a:pt x="150" y="4"/>
                </a:cubicBezTo>
                <a:cubicBezTo>
                  <a:pt x="162" y="2"/>
                  <a:pt x="174" y="0"/>
                  <a:pt x="186" y="0"/>
                </a:cubicBezTo>
                <a:lnTo>
                  <a:pt x="5133" y="0"/>
                </a:lnTo>
                <a:cubicBezTo>
                  <a:pt x="5146" y="0"/>
                  <a:pt x="5158" y="2"/>
                  <a:pt x="5170" y="4"/>
                </a:cubicBezTo>
                <a:cubicBezTo>
                  <a:pt x="5182" y="6"/>
                  <a:pt x="5193" y="10"/>
                  <a:pt x="5204" y="15"/>
                </a:cubicBezTo>
                <a:cubicBezTo>
                  <a:pt x="5216" y="19"/>
                  <a:pt x="5226" y="25"/>
                  <a:pt x="5236" y="32"/>
                </a:cubicBezTo>
                <a:cubicBezTo>
                  <a:pt x="5246" y="38"/>
                  <a:pt x="5256" y="46"/>
                  <a:pt x="5264" y="55"/>
                </a:cubicBezTo>
                <a:cubicBezTo>
                  <a:pt x="5273" y="63"/>
                  <a:pt x="5281" y="73"/>
                  <a:pt x="5287" y="83"/>
                </a:cubicBezTo>
                <a:cubicBezTo>
                  <a:pt x="5294" y="93"/>
                  <a:pt x="5300" y="104"/>
                  <a:pt x="5305" y="115"/>
                </a:cubicBezTo>
                <a:cubicBezTo>
                  <a:pt x="5309" y="126"/>
                  <a:pt x="5313" y="138"/>
                  <a:pt x="5315" y="150"/>
                </a:cubicBezTo>
                <a:cubicBezTo>
                  <a:pt x="5317" y="162"/>
                  <a:pt x="5319" y="174"/>
                  <a:pt x="5319" y="186"/>
                </a:cubicBezTo>
                <a:lnTo>
                  <a:pt x="5319" y="5320"/>
                </a:lnTo>
                <a:cubicBezTo>
                  <a:pt x="5319" y="5332"/>
                  <a:pt x="5317" y="5344"/>
                  <a:pt x="5315" y="5356"/>
                </a:cubicBezTo>
                <a:cubicBezTo>
                  <a:pt x="5313" y="5368"/>
                  <a:pt x="5309" y="5379"/>
                  <a:pt x="5305" y="5391"/>
                </a:cubicBezTo>
                <a:cubicBezTo>
                  <a:pt x="5300" y="5402"/>
                  <a:pt x="5294" y="5412"/>
                  <a:pt x="5287" y="5423"/>
                </a:cubicBezTo>
                <a:cubicBezTo>
                  <a:pt x="5281" y="5433"/>
                  <a:pt x="5273" y="5442"/>
                  <a:pt x="5264" y="5451"/>
                </a:cubicBezTo>
                <a:cubicBezTo>
                  <a:pt x="5256" y="5459"/>
                  <a:pt x="5246" y="5467"/>
                  <a:pt x="5236" y="5474"/>
                </a:cubicBezTo>
                <a:cubicBezTo>
                  <a:pt x="5226" y="5480"/>
                  <a:pt x="5216" y="5486"/>
                  <a:pt x="5204" y="5491"/>
                </a:cubicBezTo>
                <a:cubicBezTo>
                  <a:pt x="5193" y="5495"/>
                  <a:pt x="5182" y="5499"/>
                  <a:pt x="5170" y="5501"/>
                </a:cubicBezTo>
                <a:cubicBezTo>
                  <a:pt x="5158" y="5504"/>
                  <a:pt x="5146" y="5505"/>
                  <a:pt x="5133" y="5505"/>
                </a:cubicBezTo>
                <a:lnTo>
                  <a:pt x="186" y="5505"/>
                </a:lnTo>
                <a:cubicBezTo>
                  <a:pt x="174" y="5505"/>
                  <a:pt x="162" y="5504"/>
                  <a:pt x="150" y="5501"/>
                </a:cubicBezTo>
                <a:cubicBezTo>
                  <a:pt x="137" y="5499"/>
                  <a:pt x="125" y="5495"/>
                  <a:pt x="114" y="5491"/>
                </a:cubicBezTo>
                <a:cubicBezTo>
                  <a:pt x="103" y="5486"/>
                  <a:pt x="92" y="5480"/>
                  <a:pt x="82" y="5474"/>
                </a:cubicBezTo>
                <a:cubicBezTo>
                  <a:pt x="72" y="5467"/>
                  <a:pt x="62" y="5459"/>
                  <a:pt x="54" y="5451"/>
                </a:cubicBezTo>
                <a:cubicBezTo>
                  <a:pt x="45" y="5442"/>
                  <a:pt x="38" y="5433"/>
                  <a:pt x="31" y="5423"/>
                </a:cubicBezTo>
                <a:cubicBezTo>
                  <a:pt x="24" y="5412"/>
                  <a:pt x="18" y="5402"/>
                  <a:pt x="14" y="5391"/>
                </a:cubicBezTo>
                <a:cubicBezTo>
                  <a:pt x="9" y="5379"/>
                  <a:pt x="5" y="5368"/>
                  <a:pt x="3" y="5356"/>
                </a:cubicBezTo>
                <a:cubicBezTo>
                  <a:pt x="1" y="5344"/>
                  <a:pt x="0" y="5332"/>
                  <a:pt x="0" y="532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05" name=""/>
          <p:cNvSpPr/>
          <p:nvPr/>
        </p:nvSpPr>
        <p:spPr>
          <a:xfrm>
            <a:off x="8562960" y="3200040"/>
            <a:ext cx="1914840" cy="1981800"/>
          </a:xfrm>
          <a:custGeom>
            <a:avLst/>
            <a:gdLst/>
            <a:ahLst/>
            <a:rect l="0" t="0" r="r" b="b"/>
            <a:pathLst>
              <a:path w="5319" h="5505">
                <a:moveTo>
                  <a:pt x="0" y="5320"/>
                </a:moveTo>
                <a:lnTo>
                  <a:pt x="0" y="186"/>
                </a:lnTo>
                <a:cubicBezTo>
                  <a:pt x="0" y="174"/>
                  <a:pt x="1" y="162"/>
                  <a:pt x="3" y="150"/>
                </a:cubicBezTo>
                <a:cubicBezTo>
                  <a:pt x="5" y="138"/>
                  <a:pt x="9" y="126"/>
                  <a:pt x="14" y="115"/>
                </a:cubicBezTo>
                <a:cubicBezTo>
                  <a:pt x="18" y="104"/>
                  <a:pt x="24" y="93"/>
                  <a:pt x="31" y="83"/>
                </a:cubicBezTo>
                <a:cubicBezTo>
                  <a:pt x="38" y="73"/>
                  <a:pt x="45" y="63"/>
                  <a:pt x="54" y="55"/>
                </a:cubicBezTo>
                <a:cubicBezTo>
                  <a:pt x="62" y="46"/>
                  <a:pt x="72" y="38"/>
                  <a:pt x="82" y="32"/>
                </a:cubicBezTo>
                <a:cubicBezTo>
                  <a:pt x="92" y="25"/>
                  <a:pt x="103" y="19"/>
                  <a:pt x="114" y="15"/>
                </a:cubicBezTo>
                <a:cubicBezTo>
                  <a:pt x="125" y="10"/>
                  <a:pt x="137" y="6"/>
                  <a:pt x="150" y="4"/>
                </a:cubicBezTo>
                <a:cubicBezTo>
                  <a:pt x="162" y="2"/>
                  <a:pt x="174" y="0"/>
                  <a:pt x="186" y="0"/>
                </a:cubicBezTo>
                <a:lnTo>
                  <a:pt x="5133" y="0"/>
                </a:lnTo>
                <a:cubicBezTo>
                  <a:pt x="5146" y="0"/>
                  <a:pt x="5158" y="2"/>
                  <a:pt x="5170" y="4"/>
                </a:cubicBezTo>
                <a:cubicBezTo>
                  <a:pt x="5182" y="6"/>
                  <a:pt x="5193" y="10"/>
                  <a:pt x="5204" y="15"/>
                </a:cubicBezTo>
                <a:cubicBezTo>
                  <a:pt x="5216" y="19"/>
                  <a:pt x="5226" y="25"/>
                  <a:pt x="5236" y="32"/>
                </a:cubicBezTo>
                <a:cubicBezTo>
                  <a:pt x="5246" y="38"/>
                  <a:pt x="5256" y="46"/>
                  <a:pt x="5264" y="55"/>
                </a:cubicBezTo>
                <a:cubicBezTo>
                  <a:pt x="5273" y="63"/>
                  <a:pt x="5281" y="73"/>
                  <a:pt x="5287" y="83"/>
                </a:cubicBezTo>
                <a:cubicBezTo>
                  <a:pt x="5294" y="93"/>
                  <a:pt x="5300" y="104"/>
                  <a:pt x="5305" y="115"/>
                </a:cubicBezTo>
                <a:cubicBezTo>
                  <a:pt x="5309" y="126"/>
                  <a:pt x="5313" y="138"/>
                  <a:pt x="5315" y="150"/>
                </a:cubicBezTo>
                <a:cubicBezTo>
                  <a:pt x="5317" y="162"/>
                  <a:pt x="5319" y="174"/>
                  <a:pt x="5319" y="186"/>
                </a:cubicBezTo>
                <a:lnTo>
                  <a:pt x="5319" y="5320"/>
                </a:lnTo>
                <a:cubicBezTo>
                  <a:pt x="5319" y="5332"/>
                  <a:pt x="5317" y="5344"/>
                  <a:pt x="5315" y="5356"/>
                </a:cubicBezTo>
                <a:cubicBezTo>
                  <a:pt x="5313" y="5368"/>
                  <a:pt x="5309" y="5379"/>
                  <a:pt x="5305" y="5391"/>
                </a:cubicBezTo>
                <a:cubicBezTo>
                  <a:pt x="5300" y="5402"/>
                  <a:pt x="5294" y="5412"/>
                  <a:pt x="5287" y="5423"/>
                </a:cubicBezTo>
                <a:cubicBezTo>
                  <a:pt x="5281" y="5433"/>
                  <a:pt x="5273" y="5442"/>
                  <a:pt x="5264" y="5451"/>
                </a:cubicBezTo>
                <a:cubicBezTo>
                  <a:pt x="5256" y="5459"/>
                  <a:pt x="5246" y="5467"/>
                  <a:pt x="5236" y="5474"/>
                </a:cubicBezTo>
                <a:cubicBezTo>
                  <a:pt x="5226" y="5480"/>
                  <a:pt x="5216" y="5486"/>
                  <a:pt x="5204" y="5491"/>
                </a:cubicBezTo>
                <a:cubicBezTo>
                  <a:pt x="5193" y="5495"/>
                  <a:pt x="5182" y="5499"/>
                  <a:pt x="5170" y="5501"/>
                </a:cubicBezTo>
                <a:cubicBezTo>
                  <a:pt x="5158" y="5504"/>
                  <a:pt x="5146" y="5505"/>
                  <a:pt x="5133" y="5505"/>
                </a:cubicBezTo>
                <a:lnTo>
                  <a:pt x="186" y="5505"/>
                </a:lnTo>
                <a:cubicBezTo>
                  <a:pt x="174" y="5505"/>
                  <a:pt x="162" y="5504"/>
                  <a:pt x="150" y="5501"/>
                </a:cubicBezTo>
                <a:cubicBezTo>
                  <a:pt x="137" y="5499"/>
                  <a:pt x="125" y="5495"/>
                  <a:pt x="114" y="5491"/>
                </a:cubicBezTo>
                <a:cubicBezTo>
                  <a:pt x="103" y="5486"/>
                  <a:pt x="92" y="5480"/>
                  <a:pt x="82" y="5474"/>
                </a:cubicBezTo>
                <a:cubicBezTo>
                  <a:pt x="72" y="5467"/>
                  <a:pt x="62" y="5459"/>
                  <a:pt x="54" y="5451"/>
                </a:cubicBezTo>
                <a:cubicBezTo>
                  <a:pt x="45" y="5442"/>
                  <a:pt x="38" y="5433"/>
                  <a:pt x="31" y="5423"/>
                </a:cubicBezTo>
                <a:cubicBezTo>
                  <a:pt x="24" y="5412"/>
                  <a:pt x="18" y="5402"/>
                  <a:pt x="14" y="5391"/>
                </a:cubicBezTo>
                <a:cubicBezTo>
                  <a:pt x="9" y="5379"/>
                  <a:pt x="5" y="5368"/>
                  <a:pt x="3" y="5356"/>
                </a:cubicBezTo>
                <a:cubicBezTo>
                  <a:pt x="1" y="5344"/>
                  <a:pt x="0" y="5332"/>
                  <a:pt x="0" y="5320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06" name=""/>
          <p:cNvSpPr/>
          <p:nvPr/>
        </p:nvSpPr>
        <p:spPr>
          <a:xfrm>
            <a:off x="9268200" y="3409920"/>
            <a:ext cx="516960" cy="516600"/>
          </a:xfrm>
          <a:custGeom>
            <a:avLst/>
            <a:gdLst/>
            <a:ahLst/>
            <a:rect l="0" t="0" r="r" b="b"/>
            <a:pathLst>
              <a:path w="1436" h="1435">
                <a:moveTo>
                  <a:pt x="1160" y="1413"/>
                </a:moveTo>
                <a:lnTo>
                  <a:pt x="647" y="897"/>
                </a:lnTo>
                <a:cubicBezTo>
                  <a:pt x="617" y="907"/>
                  <a:pt x="586" y="916"/>
                  <a:pt x="556" y="922"/>
                </a:cubicBezTo>
                <a:cubicBezTo>
                  <a:pt x="526" y="929"/>
                  <a:pt x="495" y="932"/>
                  <a:pt x="463" y="932"/>
                </a:cubicBezTo>
                <a:cubicBezTo>
                  <a:pt x="334" y="932"/>
                  <a:pt x="225" y="887"/>
                  <a:pt x="135" y="798"/>
                </a:cubicBezTo>
                <a:cubicBezTo>
                  <a:pt x="45" y="708"/>
                  <a:pt x="0" y="600"/>
                  <a:pt x="0" y="472"/>
                </a:cubicBezTo>
                <a:cubicBezTo>
                  <a:pt x="0" y="431"/>
                  <a:pt x="6" y="391"/>
                  <a:pt x="17" y="352"/>
                </a:cubicBezTo>
                <a:cubicBezTo>
                  <a:pt x="27" y="313"/>
                  <a:pt x="43" y="276"/>
                  <a:pt x="62" y="242"/>
                </a:cubicBezTo>
                <a:lnTo>
                  <a:pt x="350" y="529"/>
                </a:lnTo>
                <a:lnTo>
                  <a:pt x="532" y="359"/>
                </a:lnTo>
                <a:lnTo>
                  <a:pt x="237" y="63"/>
                </a:lnTo>
                <a:cubicBezTo>
                  <a:pt x="271" y="43"/>
                  <a:pt x="307" y="27"/>
                  <a:pt x="346" y="16"/>
                </a:cubicBezTo>
                <a:cubicBezTo>
                  <a:pt x="384" y="5"/>
                  <a:pt x="423" y="0"/>
                  <a:pt x="463" y="0"/>
                </a:cubicBezTo>
                <a:cubicBezTo>
                  <a:pt x="594" y="0"/>
                  <a:pt x="706" y="46"/>
                  <a:pt x="798" y="137"/>
                </a:cubicBezTo>
                <a:cubicBezTo>
                  <a:pt x="890" y="229"/>
                  <a:pt x="936" y="341"/>
                  <a:pt x="936" y="472"/>
                </a:cubicBezTo>
                <a:cubicBezTo>
                  <a:pt x="936" y="504"/>
                  <a:pt x="933" y="535"/>
                  <a:pt x="926" y="565"/>
                </a:cubicBezTo>
                <a:cubicBezTo>
                  <a:pt x="920" y="596"/>
                  <a:pt x="911" y="626"/>
                  <a:pt x="900" y="656"/>
                </a:cubicBezTo>
                <a:lnTo>
                  <a:pt x="1414" y="1168"/>
                </a:lnTo>
                <a:cubicBezTo>
                  <a:pt x="1429" y="1183"/>
                  <a:pt x="1436" y="1200"/>
                  <a:pt x="1436" y="1221"/>
                </a:cubicBezTo>
                <a:cubicBezTo>
                  <a:pt x="1436" y="1241"/>
                  <a:pt x="1429" y="1259"/>
                  <a:pt x="1414" y="1274"/>
                </a:cubicBezTo>
                <a:lnTo>
                  <a:pt x="1264" y="1413"/>
                </a:lnTo>
                <a:cubicBezTo>
                  <a:pt x="1249" y="1428"/>
                  <a:pt x="1232" y="1435"/>
                  <a:pt x="1212" y="1435"/>
                </a:cubicBezTo>
                <a:cubicBezTo>
                  <a:pt x="1192" y="1435"/>
                  <a:pt x="1175" y="1428"/>
                  <a:pt x="1160" y="1413"/>
                </a:cubicBezTo>
                <a:moveTo>
                  <a:pt x="1216" y="1300"/>
                </a:moveTo>
                <a:lnTo>
                  <a:pt x="1295" y="1220"/>
                </a:lnTo>
                <a:lnTo>
                  <a:pt x="753" y="678"/>
                </a:lnTo>
                <a:cubicBezTo>
                  <a:pt x="774" y="650"/>
                  <a:pt x="791" y="618"/>
                  <a:pt x="801" y="580"/>
                </a:cubicBezTo>
                <a:cubicBezTo>
                  <a:pt x="812" y="542"/>
                  <a:pt x="817" y="506"/>
                  <a:pt x="817" y="472"/>
                </a:cubicBezTo>
                <a:cubicBezTo>
                  <a:pt x="817" y="373"/>
                  <a:pt x="779" y="289"/>
                  <a:pt x="706" y="220"/>
                </a:cubicBezTo>
                <a:cubicBezTo>
                  <a:pt x="632" y="151"/>
                  <a:pt x="549" y="116"/>
                  <a:pt x="455" y="115"/>
                </a:cubicBezTo>
                <a:lnTo>
                  <a:pt x="657" y="321"/>
                </a:lnTo>
                <a:cubicBezTo>
                  <a:pt x="669" y="333"/>
                  <a:pt x="675" y="347"/>
                  <a:pt x="674" y="364"/>
                </a:cubicBezTo>
                <a:cubicBezTo>
                  <a:pt x="673" y="380"/>
                  <a:pt x="667" y="394"/>
                  <a:pt x="655" y="406"/>
                </a:cubicBezTo>
                <a:lnTo>
                  <a:pt x="391" y="654"/>
                </a:lnTo>
                <a:cubicBezTo>
                  <a:pt x="379" y="665"/>
                  <a:pt x="365" y="670"/>
                  <a:pt x="348" y="670"/>
                </a:cubicBezTo>
                <a:cubicBezTo>
                  <a:pt x="332" y="670"/>
                  <a:pt x="319" y="665"/>
                  <a:pt x="308" y="654"/>
                </a:cubicBezTo>
                <a:lnTo>
                  <a:pt x="114" y="462"/>
                </a:lnTo>
                <a:cubicBezTo>
                  <a:pt x="118" y="564"/>
                  <a:pt x="154" y="648"/>
                  <a:pt x="222" y="714"/>
                </a:cubicBezTo>
                <a:cubicBezTo>
                  <a:pt x="290" y="780"/>
                  <a:pt x="371" y="813"/>
                  <a:pt x="463" y="813"/>
                </a:cubicBezTo>
                <a:cubicBezTo>
                  <a:pt x="496" y="813"/>
                  <a:pt x="531" y="808"/>
                  <a:pt x="568" y="797"/>
                </a:cubicBezTo>
                <a:cubicBezTo>
                  <a:pt x="605" y="787"/>
                  <a:pt x="637" y="771"/>
                  <a:pt x="665" y="750"/>
                </a:cubicBezTo>
                <a:lnTo>
                  <a:pt x="1216" y="1300"/>
                </a:lnTo>
                <a:moveTo>
                  <a:pt x="705" y="706"/>
                </a:moveTo>
                <a:lnTo>
                  <a:pt x="705" y="706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107" name=""/>
          <p:cNvSpPr txBox="1"/>
          <p:nvPr/>
        </p:nvSpPr>
        <p:spPr>
          <a:xfrm>
            <a:off x="7091640" y="4842720"/>
            <a:ext cx="4579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調べる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08" name=""/>
          <p:cNvSpPr txBox="1"/>
          <p:nvPr/>
        </p:nvSpPr>
        <p:spPr>
          <a:xfrm>
            <a:off x="9101880" y="4005000"/>
            <a:ext cx="835920" cy="30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650" spc="-1" strike="noStrike">
                <a:solidFill>
                  <a:srgbClr val="1a1a1a"/>
                </a:solidFill>
                <a:latin typeface="Noto Sans JP"/>
                <a:ea typeface="Noto Sans JP"/>
              </a:rPr>
              <a:t>再発防止</a:t>
            </a:r>
            <a:endParaRPr b="0" lang="ja-JP" sz="16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09" name=""/>
          <p:cNvSpPr txBox="1"/>
          <p:nvPr/>
        </p:nvSpPr>
        <p:spPr>
          <a:xfrm>
            <a:off x="8687520" y="4357080"/>
            <a:ext cx="16772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情報セキュリティ責任者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10" name=""/>
          <p:cNvSpPr txBox="1"/>
          <p:nvPr/>
        </p:nvSpPr>
        <p:spPr>
          <a:xfrm>
            <a:off x="8987760" y="4623840"/>
            <a:ext cx="10674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決まりと設定を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11" name=""/>
          <p:cNvSpPr txBox="1"/>
          <p:nvPr/>
        </p:nvSpPr>
        <p:spPr>
          <a:xfrm>
            <a:off x="9292680" y="4842720"/>
            <a:ext cx="4579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見直す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12" name=""/>
          <p:cNvSpPr/>
          <p:nvPr/>
        </p:nvSpPr>
        <p:spPr>
          <a:xfrm>
            <a:off x="2885760" y="4181400"/>
            <a:ext cx="267120" cy="19440"/>
          </a:xfrm>
          <a:custGeom>
            <a:avLst/>
            <a:gdLst/>
            <a:ahLst/>
            <a:rect l="0" t="0" r="r" b="b"/>
            <a:pathLst>
              <a:path w="742" h="54">
                <a:moveTo>
                  <a:pt x="0" y="0"/>
                </a:moveTo>
                <a:lnTo>
                  <a:pt x="742" y="0"/>
                </a:lnTo>
                <a:lnTo>
                  <a:pt x="742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113" name=""/>
          <p:cNvSpPr/>
          <p:nvPr/>
        </p:nvSpPr>
        <p:spPr>
          <a:xfrm>
            <a:off x="3057480" y="4133520"/>
            <a:ext cx="95400" cy="114840"/>
          </a:xfrm>
          <a:custGeom>
            <a:avLst/>
            <a:gdLst/>
            <a:ahLst/>
            <a:rect l="0" t="0" r="r" b="b"/>
            <a:pathLst>
              <a:path w="265" h="319">
                <a:moveTo>
                  <a:pt x="0" y="0"/>
                </a:moveTo>
                <a:lnTo>
                  <a:pt x="0" y="319"/>
                </a:lnTo>
                <a:lnTo>
                  <a:pt x="265" y="16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114" name=""/>
          <p:cNvSpPr/>
          <p:nvPr/>
        </p:nvSpPr>
        <p:spPr>
          <a:xfrm>
            <a:off x="4333680" y="4181400"/>
            <a:ext cx="267120" cy="19440"/>
          </a:xfrm>
          <a:custGeom>
            <a:avLst/>
            <a:gdLst/>
            <a:ahLst/>
            <a:rect l="0" t="0" r="r" b="b"/>
            <a:pathLst>
              <a:path w="742" h="54">
                <a:moveTo>
                  <a:pt x="0" y="0"/>
                </a:moveTo>
                <a:lnTo>
                  <a:pt x="742" y="0"/>
                </a:lnTo>
                <a:lnTo>
                  <a:pt x="742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115" name=""/>
          <p:cNvSpPr/>
          <p:nvPr/>
        </p:nvSpPr>
        <p:spPr>
          <a:xfrm>
            <a:off x="4505040" y="4133520"/>
            <a:ext cx="95760" cy="114840"/>
          </a:xfrm>
          <a:custGeom>
            <a:avLst/>
            <a:gdLst/>
            <a:ahLst/>
            <a:rect l="0" t="0" r="r" b="b"/>
            <a:pathLst>
              <a:path w="266" h="319">
                <a:moveTo>
                  <a:pt x="0" y="0"/>
                </a:moveTo>
                <a:lnTo>
                  <a:pt x="0" y="319"/>
                </a:lnTo>
                <a:lnTo>
                  <a:pt x="266" y="16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116" name=""/>
          <p:cNvSpPr/>
          <p:nvPr/>
        </p:nvSpPr>
        <p:spPr>
          <a:xfrm>
            <a:off x="6086160" y="4181400"/>
            <a:ext cx="267120" cy="19440"/>
          </a:xfrm>
          <a:custGeom>
            <a:avLst/>
            <a:gdLst/>
            <a:ahLst/>
            <a:rect l="0" t="0" r="r" b="b"/>
            <a:pathLst>
              <a:path w="742" h="54">
                <a:moveTo>
                  <a:pt x="0" y="0"/>
                </a:moveTo>
                <a:lnTo>
                  <a:pt x="742" y="0"/>
                </a:lnTo>
                <a:lnTo>
                  <a:pt x="742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117" name=""/>
          <p:cNvSpPr/>
          <p:nvPr/>
        </p:nvSpPr>
        <p:spPr>
          <a:xfrm>
            <a:off x="6257880" y="4133520"/>
            <a:ext cx="95400" cy="114840"/>
          </a:xfrm>
          <a:custGeom>
            <a:avLst/>
            <a:gdLst/>
            <a:ahLst/>
            <a:rect l="0" t="0" r="r" b="b"/>
            <a:pathLst>
              <a:path w="265" h="319">
                <a:moveTo>
                  <a:pt x="0" y="0"/>
                </a:moveTo>
                <a:lnTo>
                  <a:pt x="0" y="319"/>
                </a:lnTo>
                <a:lnTo>
                  <a:pt x="265" y="16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118" name=""/>
          <p:cNvSpPr/>
          <p:nvPr/>
        </p:nvSpPr>
        <p:spPr>
          <a:xfrm>
            <a:off x="8286480" y="4181400"/>
            <a:ext cx="267120" cy="19440"/>
          </a:xfrm>
          <a:custGeom>
            <a:avLst/>
            <a:gdLst/>
            <a:ahLst/>
            <a:rect l="0" t="0" r="r" b="b"/>
            <a:pathLst>
              <a:path w="742" h="54">
                <a:moveTo>
                  <a:pt x="0" y="0"/>
                </a:moveTo>
                <a:lnTo>
                  <a:pt x="742" y="0"/>
                </a:lnTo>
                <a:lnTo>
                  <a:pt x="742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119" name=""/>
          <p:cNvSpPr/>
          <p:nvPr/>
        </p:nvSpPr>
        <p:spPr>
          <a:xfrm>
            <a:off x="8457840" y="4133520"/>
            <a:ext cx="95760" cy="114840"/>
          </a:xfrm>
          <a:custGeom>
            <a:avLst/>
            <a:gdLst/>
            <a:ahLst/>
            <a:rect l="0" t="0" r="r" b="b"/>
            <a:pathLst>
              <a:path w="266" h="319">
                <a:moveTo>
                  <a:pt x="0" y="0"/>
                </a:moveTo>
                <a:lnTo>
                  <a:pt x="0" y="319"/>
                </a:lnTo>
                <a:lnTo>
                  <a:pt x="266" y="16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120" name=""/>
          <p:cNvSpPr txBox="1"/>
          <p:nvPr/>
        </p:nvSpPr>
        <p:spPr>
          <a:xfrm>
            <a:off x="8497440" y="556560"/>
            <a:ext cx="293148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全体 ∕ 計画 ∕ </a:t>
            </a:r>
            <a:r>
              <a:rPr b="1" lang="ja-JP" sz="1200" spc="-1" strike="noStrike">
                <a:solidFill>
                  <a:srgbClr val="0017c1"/>
                </a:solidFill>
                <a:latin typeface="Noto Sans JP"/>
                <a:ea typeface="Noto Sans JP"/>
              </a:rPr>
              <a:t>運用</a:t>
            </a:r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 ∕ 評価 ∕ 改善 ∕ 承認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21" name=""/>
          <p:cNvSpPr txBox="1"/>
          <p:nvPr/>
        </p:nvSpPr>
        <p:spPr>
          <a:xfrm>
            <a:off x="11413080" y="6442920"/>
            <a:ext cx="1699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13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2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2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25" name=""/>
          <p:cNvSpPr/>
          <p:nvPr/>
        </p:nvSpPr>
        <p:spPr>
          <a:xfrm>
            <a:off x="609480" y="971280"/>
            <a:ext cx="10973160" cy="38520"/>
          </a:xfrm>
          <a:custGeom>
            <a:avLst/>
            <a:gdLst/>
            <a:ahLst/>
            <a:rect l="0" t="0" r="r" b="b"/>
            <a:pathLst>
              <a:path w="30481" h="107">
                <a:moveTo>
                  <a:pt x="0" y="0"/>
                </a:moveTo>
                <a:lnTo>
                  <a:pt x="30481" y="0"/>
                </a:lnTo>
                <a:lnTo>
                  <a:pt x="3048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126" name=""/>
          <p:cNvSpPr txBox="1"/>
          <p:nvPr/>
        </p:nvSpPr>
        <p:spPr>
          <a:xfrm>
            <a:off x="609480" y="392760"/>
            <a:ext cx="1372320" cy="497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2700" spc="-1" strike="noStrike">
                <a:solidFill>
                  <a:srgbClr val="1a1a1a"/>
                </a:solidFill>
                <a:latin typeface="Noto Sans JP"/>
                <a:ea typeface="Noto Sans JP"/>
              </a:rPr>
              <a:t>残す記録</a:t>
            </a:r>
            <a:endParaRPr b="0" lang="ja-JP" sz="27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27" name=""/>
          <p:cNvSpPr/>
          <p:nvPr/>
        </p:nvSpPr>
        <p:spPr>
          <a:xfrm>
            <a:off x="609480" y="1599840"/>
            <a:ext cx="10973160" cy="4800960"/>
          </a:xfrm>
          <a:custGeom>
            <a:avLst/>
            <a:gdLst/>
            <a:ahLst/>
            <a:rect l="0" t="0" r="r" b="b"/>
            <a:pathLst>
              <a:path w="30481" h="13336">
                <a:moveTo>
                  <a:pt x="0" y="13125"/>
                </a:moveTo>
                <a:lnTo>
                  <a:pt x="0" y="212"/>
                </a:lnTo>
                <a:cubicBezTo>
                  <a:pt x="0" y="198"/>
                  <a:pt x="1" y="185"/>
                  <a:pt x="4" y="171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1" y="118"/>
                  <a:pt x="28" y="106"/>
                  <a:pt x="36" y="95"/>
                </a:cubicBezTo>
                <a:cubicBezTo>
                  <a:pt x="43" y="83"/>
                  <a:pt x="52" y="72"/>
                  <a:pt x="62" y="62"/>
                </a:cubicBezTo>
                <a:cubicBezTo>
                  <a:pt x="72" y="53"/>
                  <a:pt x="82" y="44"/>
                  <a:pt x="94" y="36"/>
                </a:cubicBezTo>
                <a:cubicBezTo>
                  <a:pt x="105" y="28"/>
                  <a:pt x="118" y="22"/>
                  <a:pt x="130" y="17"/>
                </a:cubicBezTo>
                <a:cubicBezTo>
                  <a:pt x="143" y="11"/>
                  <a:pt x="157" y="7"/>
                  <a:pt x="170" y="5"/>
                </a:cubicBezTo>
                <a:cubicBezTo>
                  <a:pt x="184" y="2"/>
                  <a:pt x="198" y="0"/>
                  <a:pt x="211" y="0"/>
                </a:cubicBezTo>
                <a:lnTo>
                  <a:pt x="30269" y="0"/>
                </a:lnTo>
                <a:cubicBezTo>
                  <a:pt x="30283" y="0"/>
                  <a:pt x="30297" y="2"/>
                  <a:pt x="30310" y="5"/>
                </a:cubicBezTo>
                <a:cubicBezTo>
                  <a:pt x="30324" y="7"/>
                  <a:pt x="30337" y="11"/>
                  <a:pt x="30350" y="17"/>
                </a:cubicBezTo>
                <a:cubicBezTo>
                  <a:pt x="30363" y="22"/>
                  <a:pt x="30375" y="28"/>
                  <a:pt x="30387" y="36"/>
                </a:cubicBezTo>
                <a:cubicBezTo>
                  <a:pt x="30398" y="44"/>
                  <a:pt x="30409" y="53"/>
                  <a:pt x="30419" y="62"/>
                </a:cubicBezTo>
                <a:cubicBezTo>
                  <a:pt x="30429" y="72"/>
                  <a:pt x="30437" y="83"/>
                  <a:pt x="30445" y="95"/>
                </a:cubicBezTo>
                <a:cubicBezTo>
                  <a:pt x="30453" y="106"/>
                  <a:pt x="30459" y="118"/>
                  <a:pt x="30465" y="131"/>
                </a:cubicBezTo>
                <a:cubicBezTo>
                  <a:pt x="30470" y="144"/>
                  <a:pt x="30474" y="157"/>
                  <a:pt x="30477" y="171"/>
                </a:cubicBezTo>
                <a:cubicBezTo>
                  <a:pt x="30479" y="185"/>
                  <a:pt x="30481" y="198"/>
                  <a:pt x="30481" y="212"/>
                </a:cubicBezTo>
                <a:lnTo>
                  <a:pt x="30481" y="13125"/>
                </a:lnTo>
                <a:cubicBezTo>
                  <a:pt x="30481" y="13139"/>
                  <a:pt x="30479" y="13152"/>
                  <a:pt x="30477" y="13166"/>
                </a:cubicBezTo>
                <a:cubicBezTo>
                  <a:pt x="30474" y="13180"/>
                  <a:pt x="30470" y="13193"/>
                  <a:pt x="30465" y="13206"/>
                </a:cubicBezTo>
                <a:cubicBezTo>
                  <a:pt x="30459" y="13219"/>
                  <a:pt x="30453" y="13231"/>
                  <a:pt x="30445" y="13242"/>
                </a:cubicBezTo>
                <a:cubicBezTo>
                  <a:pt x="30437" y="13254"/>
                  <a:pt x="30429" y="13265"/>
                  <a:pt x="30419" y="13275"/>
                </a:cubicBezTo>
                <a:cubicBezTo>
                  <a:pt x="30409" y="13284"/>
                  <a:pt x="30398" y="13293"/>
                  <a:pt x="30387" y="13301"/>
                </a:cubicBezTo>
                <a:cubicBezTo>
                  <a:pt x="30375" y="13309"/>
                  <a:pt x="30363" y="13315"/>
                  <a:pt x="30350" y="13320"/>
                </a:cubicBezTo>
                <a:cubicBezTo>
                  <a:pt x="30337" y="13326"/>
                  <a:pt x="30324" y="13330"/>
                  <a:pt x="30310" y="13332"/>
                </a:cubicBezTo>
                <a:cubicBezTo>
                  <a:pt x="30297" y="13335"/>
                  <a:pt x="30283" y="13336"/>
                  <a:pt x="30269" y="13336"/>
                </a:cubicBezTo>
                <a:lnTo>
                  <a:pt x="211" y="13336"/>
                </a:lnTo>
                <a:cubicBezTo>
                  <a:pt x="198" y="13336"/>
                  <a:pt x="184" y="13335"/>
                  <a:pt x="170" y="13332"/>
                </a:cubicBezTo>
                <a:cubicBezTo>
                  <a:pt x="157" y="13330"/>
                  <a:pt x="143" y="13326"/>
                  <a:pt x="130" y="13320"/>
                </a:cubicBezTo>
                <a:cubicBezTo>
                  <a:pt x="118" y="13315"/>
                  <a:pt x="105" y="13309"/>
                  <a:pt x="94" y="13301"/>
                </a:cubicBezTo>
                <a:cubicBezTo>
                  <a:pt x="82" y="13293"/>
                  <a:pt x="72" y="13284"/>
                  <a:pt x="62" y="13275"/>
                </a:cubicBezTo>
                <a:cubicBezTo>
                  <a:pt x="52" y="13265"/>
                  <a:pt x="43" y="13254"/>
                  <a:pt x="36" y="13242"/>
                </a:cubicBezTo>
                <a:cubicBezTo>
                  <a:pt x="28" y="13231"/>
                  <a:pt x="21" y="13219"/>
                  <a:pt x="16" y="13206"/>
                </a:cubicBezTo>
                <a:cubicBezTo>
                  <a:pt x="11" y="13193"/>
                  <a:pt x="7" y="13180"/>
                  <a:pt x="4" y="13166"/>
                </a:cubicBezTo>
                <a:cubicBezTo>
                  <a:pt x="1" y="13152"/>
                  <a:pt x="0" y="13139"/>
                  <a:pt x="0" y="13125"/>
                </a:cubicBezTo>
                <a:close/>
              </a:path>
            </a:pathLst>
          </a:custGeom>
          <a:solidFill>
            <a:srgbClr val="e8f1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28" name=""/>
          <p:cNvSpPr txBox="1"/>
          <p:nvPr/>
        </p:nvSpPr>
        <p:spPr>
          <a:xfrm>
            <a:off x="609480" y="1090800"/>
            <a:ext cx="720180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報告と日々の記録は、内部監査で決まりどおりかを評価する</a:t>
            </a:r>
            <a:endParaRPr b="0" lang="ja-JP" sz="21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29" name=""/>
          <p:cNvSpPr/>
          <p:nvPr/>
        </p:nvSpPr>
        <p:spPr>
          <a:xfrm>
            <a:off x="1238040" y="2676240"/>
            <a:ext cx="2667240" cy="495720"/>
          </a:xfrm>
          <a:custGeom>
            <a:avLst/>
            <a:gdLst/>
            <a:ahLst/>
            <a:rect l="0" t="0" r="r" b="b"/>
            <a:pathLst>
              <a:path w="7409" h="1377">
                <a:moveTo>
                  <a:pt x="0" y="0"/>
                </a:moveTo>
                <a:lnTo>
                  <a:pt x="7409" y="0"/>
                </a:lnTo>
                <a:lnTo>
                  <a:pt x="7409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30" name=""/>
          <p:cNvSpPr/>
          <p:nvPr/>
        </p:nvSpPr>
        <p:spPr>
          <a:xfrm>
            <a:off x="3904920" y="2676240"/>
            <a:ext cx="1524600" cy="495720"/>
          </a:xfrm>
          <a:custGeom>
            <a:avLst/>
            <a:gdLst/>
            <a:ahLst/>
            <a:rect l="0" t="0" r="r" b="b"/>
            <a:pathLst>
              <a:path w="4235" h="1377">
                <a:moveTo>
                  <a:pt x="0" y="0"/>
                </a:moveTo>
                <a:lnTo>
                  <a:pt x="4235" y="0"/>
                </a:lnTo>
                <a:lnTo>
                  <a:pt x="4235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31" name=""/>
          <p:cNvSpPr/>
          <p:nvPr/>
        </p:nvSpPr>
        <p:spPr>
          <a:xfrm>
            <a:off x="5429160" y="2676240"/>
            <a:ext cx="1524240" cy="495720"/>
          </a:xfrm>
          <a:custGeom>
            <a:avLst/>
            <a:gdLst/>
            <a:ahLst/>
            <a:rect l="0" t="0" r="r" b="b"/>
            <a:pathLst>
              <a:path w="4234" h="1377">
                <a:moveTo>
                  <a:pt x="0" y="0"/>
                </a:moveTo>
                <a:lnTo>
                  <a:pt x="4234" y="0"/>
                </a:lnTo>
                <a:lnTo>
                  <a:pt x="4234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32" name=""/>
          <p:cNvSpPr/>
          <p:nvPr/>
        </p:nvSpPr>
        <p:spPr>
          <a:xfrm>
            <a:off x="6953040" y="2676240"/>
            <a:ext cx="4001040" cy="495720"/>
          </a:xfrm>
          <a:custGeom>
            <a:avLst/>
            <a:gdLst/>
            <a:ahLst/>
            <a:rect l="0" t="0" r="r" b="b"/>
            <a:pathLst>
              <a:path w="11114" h="1377">
                <a:moveTo>
                  <a:pt x="0" y="0"/>
                </a:moveTo>
                <a:lnTo>
                  <a:pt x="11114" y="0"/>
                </a:lnTo>
                <a:lnTo>
                  <a:pt x="11114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33" name=""/>
          <p:cNvSpPr/>
          <p:nvPr/>
        </p:nvSpPr>
        <p:spPr>
          <a:xfrm>
            <a:off x="1238040" y="3171600"/>
            <a:ext cx="2667240" cy="514800"/>
          </a:xfrm>
          <a:custGeom>
            <a:avLst/>
            <a:gdLst/>
            <a:ahLst/>
            <a:rect l="0" t="0" r="r" b="b"/>
            <a:pathLst>
              <a:path w="7409" h="1430">
                <a:moveTo>
                  <a:pt x="0" y="0"/>
                </a:moveTo>
                <a:lnTo>
                  <a:pt x="7409" y="0"/>
                </a:lnTo>
                <a:lnTo>
                  <a:pt x="7409" y="1430"/>
                </a:lnTo>
                <a:lnTo>
                  <a:pt x="0" y="143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34" name=""/>
          <p:cNvSpPr/>
          <p:nvPr/>
        </p:nvSpPr>
        <p:spPr>
          <a:xfrm>
            <a:off x="3904920" y="3171600"/>
            <a:ext cx="1524600" cy="514800"/>
          </a:xfrm>
          <a:custGeom>
            <a:avLst/>
            <a:gdLst/>
            <a:ahLst/>
            <a:rect l="0" t="0" r="r" b="b"/>
            <a:pathLst>
              <a:path w="4235" h="1430">
                <a:moveTo>
                  <a:pt x="0" y="0"/>
                </a:moveTo>
                <a:lnTo>
                  <a:pt x="4235" y="0"/>
                </a:lnTo>
                <a:lnTo>
                  <a:pt x="4235" y="1430"/>
                </a:lnTo>
                <a:lnTo>
                  <a:pt x="0" y="143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35" name=""/>
          <p:cNvSpPr/>
          <p:nvPr/>
        </p:nvSpPr>
        <p:spPr>
          <a:xfrm>
            <a:off x="5429160" y="3171600"/>
            <a:ext cx="1524240" cy="514800"/>
          </a:xfrm>
          <a:custGeom>
            <a:avLst/>
            <a:gdLst/>
            <a:ahLst/>
            <a:rect l="0" t="0" r="r" b="b"/>
            <a:pathLst>
              <a:path w="4234" h="1430">
                <a:moveTo>
                  <a:pt x="0" y="0"/>
                </a:moveTo>
                <a:lnTo>
                  <a:pt x="4234" y="0"/>
                </a:lnTo>
                <a:lnTo>
                  <a:pt x="4234" y="1430"/>
                </a:lnTo>
                <a:lnTo>
                  <a:pt x="0" y="143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36" name=""/>
          <p:cNvSpPr/>
          <p:nvPr/>
        </p:nvSpPr>
        <p:spPr>
          <a:xfrm>
            <a:off x="6953040" y="3171600"/>
            <a:ext cx="4001040" cy="514800"/>
          </a:xfrm>
          <a:custGeom>
            <a:avLst/>
            <a:gdLst/>
            <a:ahLst/>
            <a:rect l="0" t="0" r="r" b="b"/>
            <a:pathLst>
              <a:path w="11114" h="1430">
                <a:moveTo>
                  <a:pt x="0" y="0"/>
                </a:moveTo>
                <a:lnTo>
                  <a:pt x="11114" y="0"/>
                </a:lnTo>
                <a:lnTo>
                  <a:pt x="11114" y="1430"/>
                </a:lnTo>
                <a:lnTo>
                  <a:pt x="0" y="143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37" name=""/>
          <p:cNvSpPr/>
          <p:nvPr/>
        </p:nvSpPr>
        <p:spPr>
          <a:xfrm>
            <a:off x="1238040" y="3686040"/>
            <a:ext cx="2667240" cy="505080"/>
          </a:xfrm>
          <a:custGeom>
            <a:avLst/>
            <a:gdLst/>
            <a:ahLst/>
            <a:rect l="0" t="0" r="r" b="b"/>
            <a:pathLst>
              <a:path w="7409" h="1403">
                <a:moveTo>
                  <a:pt x="0" y="0"/>
                </a:moveTo>
                <a:lnTo>
                  <a:pt x="7409" y="0"/>
                </a:lnTo>
                <a:lnTo>
                  <a:pt x="7409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38" name=""/>
          <p:cNvSpPr/>
          <p:nvPr/>
        </p:nvSpPr>
        <p:spPr>
          <a:xfrm>
            <a:off x="3904920" y="3686040"/>
            <a:ext cx="1524600" cy="505080"/>
          </a:xfrm>
          <a:custGeom>
            <a:avLst/>
            <a:gdLst/>
            <a:ahLst/>
            <a:rect l="0" t="0" r="r" b="b"/>
            <a:pathLst>
              <a:path w="4235" h="1403">
                <a:moveTo>
                  <a:pt x="0" y="0"/>
                </a:moveTo>
                <a:lnTo>
                  <a:pt x="4235" y="0"/>
                </a:lnTo>
                <a:lnTo>
                  <a:pt x="4235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39" name=""/>
          <p:cNvSpPr/>
          <p:nvPr/>
        </p:nvSpPr>
        <p:spPr>
          <a:xfrm>
            <a:off x="5429160" y="3686040"/>
            <a:ext cx="1524240" cy="505080"/>
          </a:xfrm>
          <a:custGeom>
            <a:avLst/>
            <a:gdLst/>
            <a:ahLst/>
            <a:rect l="0" t="0" r="r" b="b"/>
            <a:pathLst>
              <a:path w="4234" h="1403">
                <a:moveTo>
                  <a:pt x="0" y="0"/>
                </a:moveTo>
                <a:lnTo>
                  <a:pt x="4234" y="0"/>
                </a:lnTo>
                <a:lnTo>
                  <a:pt x="4234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40" name=""/>
          <p:cNvSpPr/>
          <p:nvPr/>
        </p:nvSpPr>
        <p:spPr>
          <a:xfrm>
            <a:off x="6953040" y="3686040"/>
            <a:ext cx="4001040" cy="505080"/>
          </a:xfrm>
          <a:custGeom>
            <a:avLst/>
            <a:gdLst/>
            <a:ahLst/>
            <a:rect l="0" t="0" r="r" b="b"/>
            <a:pathLst>
              <a:path w="11114" h="1403">
                <a:moveTo>
                  <a:pt x="0" y="0"/>
                </a:moveTo>
                <a:lnTo>
                  <a:pt x="11114" y="0"/>
                </a:lnTo>
                <a:lnTo>
                  <a:pt x="11114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41" name=""/>
          <p:cNvSpPr/>
          <p:nvPr/>
        </p:nvSpPr>
        <p:spPr>
          <a:xfrm>
            <a:off x="1238040" y="4190760"/>
            <a:ext cx="2667240" cy="505080"/>
          </a:xfrm>
          <a:custGeom>
            <a:avLst/>
            <a:gdLst/>
            <a:ahLst/>
            <a:rect l="0" t="0" r="r" b="b"/>
            <a:pathLst>
              <a:path w="7409" h="1403">
                <a:moveTo>
                  <a:pt x="0" y="0"/>
                </a:moveTo>
                <a:lnTo>
                  <a:pt x="7409" y="0"/>
                </a:lnTo>
                <a:lnTo>
                  <a:pt x="7409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42" name=""/>
          <p:cNvSpPr/>
          <p:nvPr/>
        </p:nvSpPr>
        <p:spPr>
          <a:xfrm>
            <a:off x="3904920" y="4190760"/>
            <a:ext cx="1524600" cy="505080"/>
          </a:xfrm>
          <a:custGeom>
            <a:avLst/>
            <a:gdLst/>
            <a:ahLst/>
            <a:rect l="0" t="0" r="r" b="b"/>
            <a:pathLst>
              <a:path w="4235" h="1403">
                <a:moveTo>
                  <a:pt x="0" y="0"/>
                </a:moveTo>
                <a:lnTo>
                  <a:pt x="4235" y="0"/>
                </a:lnTo>
                <a:lnTo>
                  <a:pt x="4235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43" name=""/>
          <p:cNvSpPr/>
          <p:nvPr/>
        </p:nvSpPr>
        <p:spPr>
          <a:xfrm>
            <a:off x="5429160" y="4190760"/>
            <a:ext cx="1524240" cy="505080"/>
          </a:xfrm>
          <a:custGeom>
            <a:avLst/>
            <a:gdLst/>
            <a:ahLst/>
            <a:rect l="0" t="0" r="r" b="b"/>
            <a:pathLst>
              <a:path w="4234" h="1403">
                <a:moveTo>
                  <a:pt x="0" y="0"/>
                </a:moveTo>
                <a:lnTo>
                  <a:pt x="4234" y="0"/>
                </a:lnTo>
                <a:lnTo>
                  <a:pt x="4234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44" name=""/>
          <p:cNvSpPr/>
          <p:nvPr/>
        </p:nvSpPr>
        <p:spPr>
          <a:xfrm>
            <a:off x="6953040" y="4190760"/>
            <a:ext cx="4001040" cy="505080"/>
          </a:xfrm>
          <a:custGeom>
            <a:avLst/>
            <a:gdLst/>
            <a:ahLst/>
            <a:rect l="0" t="0" r="r" b="b"/>
            <a:pathLst>
              <a:path w="11114" h="1403">
                <a:moveTo>
                  <a:pt x="0" y="0"/>
                </a:moveTo>
                <a:lnTo>
                  <a:pt x="11114" y="0"/>
                </a:lnTo>
                <a:lnTo>
                  <a:pt x="11114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45" name=""/>
          <p:cNvSpPr/>
          <p:nvPr/>
        </p:nvSpPr>
        <p:spPr>
          <a:xfrm>
            <a:off x="1238040" y="4695480"/>
            <a:ext cx="2667240" cy="505440"/>
          </a:xfrm>
          <a:custGeom>
            <a:avLst/>
            <a:gdLst/>
            <a:ahLst/>
            <a:rect l="0" t="0" r="r" b="b"/>
            <a:pathLst>
              <a:path w="7409" h="1404">
                <a:moveTo>
                  <a:pt x="0" y="0"/>
                </a:moveTo>
                <a:lnTo>
                  <a:pt x="7409" y="0"/>
                </a:lnTo>
                <a:lnTo>
                  <a:pt x="7409" y="1404"/>
                </a:lnTo>
                <a:lnTo>
                  <a:pt x="0" y="14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46" name=""/>
          <p:cNvSpPr/>
          <p:nvPr/>
        </p:nvSpPr>
        <p:spPr>
          <a:xfrm>
            <a:off x="3904920" y="4695480"/>
            <a:ext cx="1524600" cy="505440"/>
          </a:xfrm>
          <a:custGeom>
            <a:avLst/>
            <a:gdLst/>
            <a:ahLst/>
            <a:rect l="0" t="0" r="r" b="b"/>
            <a:pathLst>
              <a:path w="4235" h="1404">
                <a:moveTo>
                  <a:pt x="0" y="0"/>
                </a:moveTo>
                <a:lnTo>
                  <a:pt x="4235" y="0"/>
                </a:lnTo>
                <a:lnTo>
                  <a:pt x="4235" y="1404"/>
                </a:lnTo>
                <a:lnTo>
                  <a:pt x="0" y="14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47" name=""/>
          <p:cNvSpPr/>
          <p:nvPr/>
        </p:nvSpPr>
        <p:spPr>
          <a:xfrm>
            <a:off x="5429160" y="4695480"/>
            <a:ext cx="1524240" cy="505440"/>
          </a:xfrm>
          <a:custGeom>
            <a:avLst/>
            <a:gdLst/>
            <a:ahLst/>
            <a:rect l="0" t="0" r="r" b="b"/>
            <a:pathLst>
              <a:path w="4234" h="1404">
                <a:moveTo>
                  <a:pt x="0" y="0"/>
                </a:moveTo>
                <a:lnTo>
                  <a:pt x="4234" y="0"/>
                </a:lnTo>
                <a:lnTo>
                  <a:pt x="4234" y="1404"/>
                </a:lnTo>
                <a:lnTo>
                  <a:pt x="0" y="14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48" name=""/>
          <p:cNvSpPr/>
          <p:nvPr/>
        </p:nvSpPr>
        <p:spPr>
          <a:xfrm>
            <a:off x="6953040" y="4695480"/>
            <a:ext cx="4001040" cy="505440"/>
          </a:xfrm>
          <a:custGeom>
            <a:avLst/>
            <a:gdLst/>
            <a:ahLst/>
            <a:rect l="0" t="0" r="r" b="b"/>
            <a:pathLst>
              <a:path w="11114" h="1404">
                <a:moveTo>
                  <a:pt x="0" y="0"/>
                </a:moveTo>
                <a:lnTo>
                  <a:pt x="11114" y="0"/>
                </a:lnTo>
                <a:lnTo>
                  <a:pt x="11114" y="1404"/>
                </a:lnTo>
                <a:lnTo>
                  <a:pt x="0" y="14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49" name=""/>
          <p:cNvSpPr/>
          <p:nvPr/>
        </p:nvSpPr>
        <p:spPr>
          <a:xfrm>
            <a:off x="1238040" y="5200560"/>
            <a:ext cx="2667240" cy="505080"/>
          </a:xfrm>
          <a:custGeom>
            <a:avLst/>
            <a:gdLst/>
            <a:ahLst/>
            <a:rect l="0" t="0" r="r" b="b"/>
            <a:pathLst>
              <a:path w="7409" h="1403">
                <a:moveTo>
                  <a:pt x="0" y="0"/>
                </a:moveTo>
                <a:lnTo>
                  <a:pt x="7409" y="0"/>
                </a:lnTo>
                <a:lnTo>
                  <a:pt x="7409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50" name=""/>
          <p:cNvSpPr/>
          <p:nvPr/>
        </p:nvSpPr>
        <p:spPr>
          <a:xfrm>
            <a:off x="3904920" y="5200560"/>
            <a:ext cx="1524600" cy="505080"/>
          </a:xfrm>
          <a:custGeom>
            <a:avLst/>
            <a:gdLst/>
            <a:ahLst/>
            <a:rect l="0" t="0" r="r" b="b"/>
            <a:pathLst>
              <a:path w="4235" h="1403">
                <a:moveTo>
                  <a:pt x="0" y="0"/>
                </a:moveTo>
                <a:lnTo>
                  <a:pt x="4235" y="0"/>
                </a:lnTo>
                <a:lnTo>
                  <a:pt x="4235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51" name=""/>
          <p:cNvSpPr/>
          <p:nvPr/>
        </p:nvSpPr>
        <p:spPr>
          <a:xfrm>
            <a:off x="5429160" y="5200560"/>
            <a:ext cx="1524240" cy="505080"/>
          </a:xfrm>
          <a:custGeom>
            <a:avLst/>
            <a:gdLst/>
            <a:ahLst/>
            <a:rect l="0" t="0" r="r" b="b"/>
            <a:pathLst>
              <a:path w="4234" h="1403">
                <a:moveTo>
                  <a:pt x="0" y="0"/>
                </a:moveTo>
                <a:lnTo>
                  <a:pt x="4234" y="0"/>
                </a:lnTo>
                <a:lnTo>
                  <a:pt x="4234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52" name=""/>
          <p:cNvSpPr/>
          <p:nvPr/>
        </p:nvSpPr>
        <p:spPr>
          <a:xfrm>
            <a:off x="6953040" y="5200560"/>
            <a:ext cx="4001040" cy="505080"/>
          </a:xfrm>
          <a:custGeom>
            <a:avLst/>
            <a:gdLst/>
            <a:ahLst/>
            <a:rect l="0" t="0" r="r" b="b"/>
            <a:pathLst>
              <a:path w="11114" h="1403">
                <a:moveTo>
                  <a:pt x="0" y="0"/>
                </a:moveTo>
                <a:lnTo>
                  <a:pt x="11114" y="0"/>
                </a:lnTo>
                <a:lnTo>
                  <a:pt x="11114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53" name=""/>
          <p:cNvSpPr/>
          <p:nvPr/>
        </p:nvSpPr>
        <p:spPr>
          <a:xfrm>
            <a:off x="1238040" y="3162240"/>
            <a:ext cx="2667240" cy="19440"/>
          </a:xfrm>
          <a:custGeom>
            <a:avLst/>
            <a:gdLst/>
            <a:ahLst/>
            <a:rect l="0" t="0" r="r" b="b"/>
            <a:pathLst>
              <a:path w="7409" h="54">
                <a:moveTo>
                  <a:pt x="0" y="0"/>
                </a:moveTo>
                <a:lnTo>
                  <a:pt x="7409" y="0"/>
                </a:lnTo>
                <a:lnTo>
                  <a:pt x="7409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154" name=""/>
          <p:cNvSpPr/>
          <p:nvPr/>
        </p:nvSpPr>
        <p:spPr>
          <a:xfrm>
            <a:off x="3904920" y="3162240"/>
            <a:ext cx="1524600" cy="19440"/>
          </a:xfrm>
          <a:custGeom>
            <a:avLst/>
            <a:gdLst/>
            <a:ahLst/>
            <a:rect l="0" t="0" r="r" b="b"/>
            <a:pathLst>
              <a:path w="4235" h="54">
                <a:moveTo>
                  <a:pt x="0" y="0"/>
                </a:moveTo>
                <a:lnTo>
                  <a:pt x="4235" y="0"/>
                </a:lnTo>
                <a:lnTo>
                  <a:pt x="4235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155" name=""/>
          <p:cNvSpPr/>
          <p:nvPr/>
        </p:nvSpPr>
        <p:spPr>
          <a:xfrm>
            <a:off x="5429160" y="3162240"/>
            <a:ext cx="1524240" cy="19440"/>
          </a:xfrm>
          <a:custGeom>
            <a:avLst/>
            <a:gdLst/>
            <a:ahLst/>
            <a:rect l="0" t="0" r="r" b="b"/>
            <a:pathLst>
              <a:path w="4234" h="54">
                <a:moveTo>
                  <a:pt x="0" y="0"/>
                </a:moveTo>
                <a:lnTo>
                  <a:pt x="4234" y="0"/>
                </a:lnTo>
                <a:lnTo>
                  <a:pt x="4234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156" name=""/>
          <p:cNvSpPr/>
          <p:nvPr/>
        </p:nvSpPr>
        <p:spPr>
          <a:xfrm>
            <a:off x="6953040" y="3162240"/>
            <a:ext cx="4001040" cy="19440"/>
          </a:xfrm>
          <a:custGeom>
            <a:avLst/>
            <a:gdLst/>
            <a:ahLst/>
            <a:rect l="0" t="0" r="r" b="b"/>
            <a:pathLst>
              <a:path w="11114" h="54">
                <a:moveTo>
                  <a:pt x="0" y="0"/>
                </a:moveTo>
                <a:lnTo>
                  <a:pt x="11114" y="0"/>
                </a:lnTo>
                <a:lnTo>
                  <a:pt x="11114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157" name=""/>
          <p:cNvSpPr/>
          <p:nvPr/>
        </p:nvSpPr>
        <p:spPr>
          <a:xfrm>
            <a:off x="1238040" y="3676320"/>
            <a:ext cx="2667240" cy="10080"/>
          </a:xfrm>
          <a:custGeom>
            <a:avLst/>
            <a:gdLst/>
            <a:ahLst/>
            <a:rect l="0" t="0" r="r" b="b"/>
            <a:pathLst>
              <a:path w="7409" h="28">
                <a:moveTo>
                  <a:pt x="0" y="0"/>
                </a:moveTo>
                <a:lnTo>
                  <a:pt x="7409" y="0"/>
                </a:lnTo>
                <a:lnTo>
                  <a:pt x="740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58" name=""/>
          <p:cNvSpPr/>
          <p:nvPr/>
        </p:nvSpPr>
        <p:spPr>
          <a:xfrm>
            <a:off x="3904920" y="3676320"/>
            <a:ext cx="1524600" cy="10080"/>
          </a:xfrm>
          <a:custGeom>
            <a:avLst/>
            <a:gdLst/>
            <a:ahLst/>
            <a:rect l="0" t="0" r="r" b="b"/>
            <a:pathLst>
              <a:path w="4235" h="28">
                <a:moveTo>
                  <a:pt x="0" y="0"/>
                </a:moveTo>
                <a:lnTo>
                  <a:pt x="4235" y="0"/>
                </a:lnTo>
                <a:lnTo>
                  <a:pt x="423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59" name=""/>
          <p:cNvSpPr/>
          <p:nvPr/>
        </p:nvSpPr>
        <p:spPr>
          <a:xfrm>
            <a:off x="5429160" y="3676320"/>
            <a:ext cx="1524240" cy="10080"/>
          </a:xfrm>
          <a:custGeom>
            <a:avLst/>
            <a:gdLst/>
            <a:ahLst/>
            <a:rect l="0" t="0" r="r" b="b"/>
            <a:pathLst>
              <a:path w="4234" h="28">
                <a:moveTo>
                  <a:pt x="0" y="0"/>
                </a:moveTo>
                <a:lnTo>
                  <a:pt x="4234" y="0"/>
                </a:lnTo>
                <a:lnTo>
                  <a:pt x="423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60" name=""/>
          <p:cNvSpPr/>
          <p:nvPr/>
        </p:nvSpPr>
        <p:spPr>
          <a:xfrm>
            <a:off x="6953040" y="3676320"/>
            <a:ext cx="4001040" cy="10080"/>
          </a:xfrm>
          <a:custGeom>
            <a:avLst/>
            <a:gdLst/>
            <a:ahLst/>
            <a:rect l="0" t="0" r="r" b="b"/>
            <a:pathLst>
              <a:path w="11114" h="28">
                <a:moveTo>
                  <a:pt x="0" y="0"/>
                </a:moveTo>
                <a:lnTo>
                  <a:pt x="11114" y="0"/>
                </a:lnTo>
                <a:lnTo>
                  <a:pt x="1111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61" name=""/>
          <p:cNvSpPr/>
          <p:nvPr/>
        </p:nvSpPr>
        <p:spPr>
          <a:xfrm>
            <a:off x="1238040" y="4181400"/>
            <a:ext cx="2667240" cy="9720"/>
          </a:xfrm>
          <a:custGeom>
            <a:avLst/>
            <a:gdLst/>
            <a:ahLst/>
            <a:rect l="0" t="0" r="r" b="b"/>
            <a:pathLst>
              <a:path w="7409" h="27">
                <a:moveTo>
                  <a:pt x="0" y="0"/>
                </a:moveTo>
                <a:lnTo>
                  <a:pt x="7409" y="0"/>
                </a:lnTo>
                <a:lnTo>
                  <a:pt x="74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62" name=""/>
          <p:cNvSpPr/>
          <p:nvPr/>
        </p:nvSpPr>
        <p:spPr>
          <a:xfrm>
            <a:off x="3904920" y="4181400"/>
            <a:ext cx="1524600" cy="9720"/>
          </a:xfrm>
          <a:custGeom>
            <a:avLst/>
            <a:gdLst/>
            <a:ahLst/>
            <a:rect l="0" t="0" r="r" b="b"/>
            <a:pathLst>
              <a:path w="4235" h="27">
                <a:moveTo>
                  <a:pt x="0" y="0"/>
                </a:moveTo>
                <a:lnTo>
                  <a:pt x="4235" y="0"/>
                </a:lnTo>
                <a:lnTo>
                  <a:pt x="423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63" name=""/>
          <p:cNvSpPr/>
          <p:nvPr/>
        </p:nvSpPr>
        <p:spPr>
          <a:xfrm>
            <a:off x="5429160" y="4181400"/>
            <a:ext cx="1524240" cy="9720"/>
          </a:xfrm>
          <a:custGeom>
            <a:avLst/>
            <a:gdLst/>
            <a:ahLst/>
            <a:rect l="0" t="0" r="r" b="b"/>
            <a:pathLst>
              <a:path w="4234" h="27">
                <a:moveTo>
                  <a:pt x="0" y="0"/>
                </a:moveTo>
                <a:lnTo>
                  <a:pt x="4234" y="0"/>
                </a:lnTo>
                <a:lnTo>
                  <a:pt x="423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64" name=""/>
          <p:cNvSpPr/>
          <p:nvPr/>
        </p:nvSpPr>
        <p:spPr>
          <a:xfrm>
            <a:off x="6953040" y="4181400"/>
            <a:ext cx="4001040" cy="9720"/>
          </a:xfrm>
          <a:custGeom>
            <a:avLst/>
            <a:gdLst/>
            <a:ahLst/>
            <a:rect l="0" t="0" r="r" b="b"/>
            <a:pathLst>
              <a:path w="11114" h="27">
                <a:moveTo>
                  <a:pt x="0" y="0"/>
                </a:moveTo>
                <a:lnTo>
                  <a:pt x="11114" y="0"/>
                </a:lnTo>
                <a:lnTo>
                  <a:pt x="1111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65" name=""/>
          <p:cNvSpPr/>
          <p:nvPr/>
        </p:nvSpPr>
        <p:spPr>
          <a:xfrm>
            <a:off x="1238040" y="4686120"/>
            <a:ext cx="2667240" cy="9720"/>
          </a:xfrm>
          <a:custGeom>
            <a:avLst/>
            <a:gdLst/>
            <a:ahLst/>
            <a:rect l="0" t="0" r="r" b="b"/>
            <a:pathLst>
              <a:path w="7409" h="27">
                <a:moveTo>
                  <a:pt x="0" y="0"/>
                </a:moveTo>
                <a:lnTo>
                  <a:pt x="7409" y="0"/>
                </a:lnTo>
                <a:lnTo>
                  <a:pt x="74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66" name=""/>
          <p:cNvSpPr/>
          <p:nvPr/>
        </p:nvSpPr>
        <p:spPr>
          <a:xfrm>
            <a:off x="3904920" y="4686120"/>
            <a:ext cx="1524600" cy="9720"/>
          </a:xfrm>
          <a:custGeom>
            <a:avLst/>
            <a:gdLst/>
            <a:ahLst/>
            <a:rect l="0" t="0" r="r" b="b"/>
            <a:pathLst>
              <a:path w="4235" h="27">
                <a:moveTo>
                  <a:pt x="0" y="0"/>
                </a:moveTo>
                <a:lnTo>
                  <a:pt x="4235" y="0"/>
                </a:lnTo>
                <a:lnTo>
                  <a:pt x="423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67" name=""/>
          <p:cNvSpPr/>
          <p:nvPr/>
        </p:nvSpPr>
        <p:spPr>
          <a:xfrm>
            <a:off x="5429160" y="4686120"/>
            <a:ext cx="1524240" cy="9720"/>
          </a:xfrm>
          <a:custGeom>
            <a:avLst/>
            <a:gdLst/>
            <a:ahLst/>
            <a:rect l="0" t="0" r="r" b="b"/>
            <a:pathLst>
              <a:path w="4234" h="27">
                <a:moveTo>
                  <a:pt x="0" y="0"/>
                </a:moveTo>
                <a:lnTo>
                  <a:pt x="4234" y="0"/>
                </a:lnTo>
                <a:lnTo>
                  <a:pt x="423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68" name=""/>
          <p:cNvSpPr/>
          <p:nvPr/>
        </p:nvSpPr>
        <p:spPr>
          <a:xfrm>
            <a:off x="6953040" y="4686120"/>
            <a:ext cx="4001040" cy="9720"/>
          </a:xfrm>
          <a:custGeom>
            <a:avLst/>
            <a:gdLst/>
            <a:ahLst/>
            <a:rect l="0" t="0" r="r" b="b"/>
            <a:pathLst>
              <a:path w="11114" h="27">
                <a:moveTo>
                  <a:pt x="0" y="0"/>
                </a:moveTo>
                <a:lnTo>
                  <a:pt x="11114" y="0"/>
                </a:lnTo>
                <a:lnTo>
                  <a:pt x="1111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69" name=""/>
          <p:cNvSpPr/>
          <p:nvPr/>
        </p:nvSpPr>
        <p:spPr>
          <a:xfrm>
            <a:off x="1238040" y="5190840"/>
            <a:ext cx="2667240" cy="10080"/>
          </a:xfrm>
          <a:custGeom>
            <a:avLst/>
            <a:gdLst/>
            <a:ahLst/>
            <a:rect l="0" t="0" r="r" b="b"/>
            <a:pathLst>
              <a:path w="7409" h="28">
                <a:moveTo>
                  <a:pt x="0" y="0"/>
                </a:moveTo>
                <a:lnTo>
                  <a:pt x="7409" y="0"/>
                </a:lnTo>
                <a:lnTo>
                  <a:pt x="740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70" name=""/>
          <p:cNvSpPr/>
          <p:nvPr/>
        </p:nvSpPr>
        <p:spPr>
          <a:xfrm>
            <a:off x="3904920" y="5190840"/>
            <a:ext cx="1524600" cy="10080"/>
          </a:xfrm>
          <a:custGeom>
            <a:avLst/>
            <a:gdLst/>
            <a:ahLst/>
            <a:rect l="0" t="0" r="r" b="b"/>
            <a:pathLst>
              <a:path w="4235" h="28">
                <a:moveTo>
                  <a:pt x="0" y="0"/>
                </a:moveTo>
                <a:lnTo>
                  <a:pt x="4235" y="0"/>
                </a:lnTo>
                <a:lnTo>
                  <a:pt x="423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71" name=""/>
          <p:cNvSpPr/>
          <p:nvPr/>
        </p:nvSpPr>
        <p:spPr>
          <a:xfrm>
            <a:off x="5429160" y="5190840"/>
            <a:ext cx="1524240" cy="10080"/>
          </a:xfrm>
          <a:custGeom>
            <a:avLst/>
            <a:gdLst/>
            <a:ahLst/>
            <a:rect l="0" t="0" r="r" b="b"/>
            <a:pathLst>
              <a:path w="4234" h="28">
                <a:moveTo>
                  <a:pt x="0" y="0"/>
                </a:moveTo>
                <a:lnTo>
                  <a:pt x="4234" y="0"/>
                </a:lnTo>
                <a:lnTo>
                  <a:pt x="423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72" name=""/>
          <p:cNvSpPr/>
          <p:nvPr/>
        </p:nvSpPr>
        <p:spPr>
          <a:xfrm>
            <a:off x="6953040" y="5190840"/>
            <a:ext cx="4001040" cy="10080"/>
          </a:xfrm>
          <a:custGeom>
            <a:avLst/>
            <a:gdLst/>
            <a:ahLst/>
            <a:rect l="0" t="0" r="r" b="b"/>
            <a:pathLst>
              <a:path w="11114" h="28">
                <a:moveTo>
                  <a:pt x="0" y="0"/>
                </a:moveTo>
                <a:lnTo>
                  <a:pt x="11114" y="0"/>
                </a:lnTo>
                <a:lnTo>
                  <a:pt x="1111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73" name=""/>
          <p:cNvSpPr/>
          <p:nvPr/>
        </p:nvSpPr>
        <p:spPr>
          <a:xfrm>
            <a:off x="1238040" y="5695920"/>
            <a:ext cx="2667240" cy="9720"/>
          </a:xfrm>
          <a:custGeom>
            <a:avLst/>
            <a:gdLst/>
            <a:ahLst/>
            <a:rect l="0" t="0" r="r" b="b"/>
            <a:pathLst>
              <a:path w="7409" h="27">
                <a:moveTo>
                  <a:pt x="0" y="0"/>
                </a:moveTo>
                <a:lnTo>
                  <a:pt x="7409" y="0"/>
                </a:lnTo>
                <a:lnTo>
                  <a:pt x="74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74" name=""/>
          <p:cNvSpPr/>
          <p:nvPr/>
        </p:nvSpPr>
        <p:spPr>
          <a:xfrm>
            <a:off x="3904920" y="5695920"/>
            <a:ext cx="1524600" cy="9720"/>
          </a:xfrm>
          <a:custGeom>
            <a:avLst/>
            <a:gdLst/>
            <a:ahLst/>
            <a:rect l="0" t="0" r="r" b="b"/>
            <a:pathLst>
              <a:path w="4235" h="27">
                <a:moveTo>
                  <a:pt x="0" y="0"/>
                </a:moveTo>
                <a:lnTo>
                  <a:pt x="4235" y="0"/>
                </a:lnTo>
                <a:lnTo>
                  <a:pt x="423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75" name=""/>
          <p:cNvSpPr/>
          <p:nvPr/>
        </p:nvSpPr>
        <p:spPr>
          <a:xfrm>
            <a:off x="5429160" y="5695920"/>
            <a:ext cx="1524240" cy="9720"/>
          </a:xfrm>
          <a:custGeom>
            <a:avLst/>
            <a:gdLst/>
            <a:ahLst/>
            <a:rect l="0" t="0" r="r" b="b"/>
            <a:pathLst>
              <a:path w="4234" h="27">
                <a:moveTo>
                  <a:pt x="0" y="0"/>
                </a:moveTo>
                <a:lnTo>
                  <a:pt x="4234" y="0"/>
                </a:lnTo>
                <a:lnTo>
                  <a:pt x="423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76" name=""/>
          <p:cNvSpPr/>
          <p:nvPr/>
        </p:nvSpPr>
        <p:spPr>
          <a:xfrm>
            <a:off x="6953040" y="5695920"/>
            <a:ext cx="4001040" cy="9720"/>
          </a:xfrm>
          <a:custGeom>
            <a:avLst/>
            <a:gdLst/>
            <a:ahLst/>
            <a:rect l="0" t="0" r="r" b="b"/>
            <a:pathLst>
              <a:path w="11114" h="27">
                <a:moveTo>
                  <a:pt x="0" y="0"/>
                </a:moveTo>
                <a:lnTo>
                  <a:pt x="11114" y="0"/>
                </a:lnTo>
                <a:lnTo>
                  <a:pt x="1111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77" name=""/>
          <p:cNvSpPr txBox="1"/>
          <p:nvPr/>
        </p:nvSpPr>
        <p:spPr>
          <a:xfrm>
            <a:off x="799920" y="1716120"/>
            <a:ext cx="3210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5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つの記録を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3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つの場面で作る</a:t>
            </a:r>
            <a:endParaRPr b="0" lang="ja-JP" sz="18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78" name=""/>
          <p:cNvSpPr txBox="1"/>
          <p:nvPr/>
        </p:nvSpPr>
        <p:spPr>
          <a:xfrm>
            <a:off x="1352520" y="2791800"/>
            <a:ext cx="3420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記録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79" name=""/>
          <p:cNvSpPr txBox="1"/>
          <p:nvPr/>
        </p:nvSpPr>
        <p:spPr>
          <a:xfrm>
            <a:off x="4019400" y="2791800"/>
            <a:ext cx="5126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作る人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80" name=""/>
          <p:cNvSpPr txBox="1"/>
          <p:nvPr/>
        </p:nvSpPr>
        <p:spPr>
          <a:xfrm>
            <a:off x="5543640" y="2791800"/>
            <a:ext cx="3420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場面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81" name=""/>
          <p:cNvSpPr/>
          <p:nvPr/>
        </p:nvSpPr>
        <p:spPr>
          <a:xfrm>
            <a:off x="1396800" y="3317760"/>
            <a:ext cx="178200" cy="222480"/>
          </a:xfrm>
          <a:custGeom>
            <a:avLst/>
            <a:gdLst/>
            <a:ahLst/>
            <a:rect l="0" t="0" r="r" b="b"/>
            <a:pathLst>
              <a:path w="495" h="618">
                <a:moveTo>
                  <a:pt x="123" y="487"/>
                </a:moveTo>
                <a:lnTo>
                  <a:pt x="372" y="487"/>
                </a:lnTo>
                <a:lnTo>
                  <a:pt x="372" y="441"/>
                </a:lnTo>
                <a:lnTo>
                  <a:pt x="123" y="441"/>
                </a:lnTo>
                <a:lnTo>
                  <a:pt x="123" y="487"/>
                </a:lnTo>
                <a:moveTo>
                  <a:pt x="123" y="356"/>
                </a:moveTo>
                <a:lnTo>
                  <a:pt x="372" y="356"/>
                </a:lnTo>
                <a:lnTo>
                  <a:pt x="372" y="308"/>
                </a:lnTo>
                <a:lnTo>
                  <a:pt x="123" y="308"/>
                </a:lnTo>
                <a:lnTo>
                  <a:pt x="123" y="356"/>
                </a:lnTo>
                <a:moveTo>
                  <a:pt x="46" y="618"/>
                </a:moveTo>
                <a:cubicBezTo>
                  <a:pt x="34" y="618"/>
                  <a:pt x="23" y="614"/>
                  <a:pt x="14" y="604"/>
                </a:cubicBezTo>
                <a:cubicBezTo>
                  <a:pt x="5" y="595"/>
                  <a:pt x="0" y="584"/>
                  <a:pt x="0" y="572"/>
                </a:cubicBezTo>
                <a:lnTo>
                  <a:pt x="0" y="46"/>
                </a:lnTo>
                <a:cubicBezTo>
                  <a:pt x="0" y="34"/>
                  <a:pt x="5" y="23"/>
                  <a:pt x="14" y="14"/>
                </a:cubicBezTo>
                <a:cubicBezTo>
                  <a:pt x="23" y="4"/>
                  <a:pt x="34" y="0"/>
                  <a:pt x="46" y="0"/>
                </a:cubicBezTo>
                <a:lnTo>
                  <a:pt x="326" y="0"/>
                </a:lnTo>
                <a:lnTo>
                  <a:pt x="495" y="169"/>
                </a:lnTo>
                <a:lnTo>
                  <a:pt x="495" y="572"/>
                </a:lnTo>
                <a:cubicBezTo>
                  <a:pt x="495" y="584"/>
                  <a:pt x="490" y="595"/>
                  <a:pt x="481" y="604"/>
                </a:cubicBezTo>
                <a:cubicBezTo>
                  <a:pt x="472" y="614"/>
                  <a:pt x="461" y="618"/>
                  <a:pt x="449" y="618"/>
                </a:cubicBezTo>
                <a:lnTo>
                  <a:pt x="46" y="618"/>
                </a:lnTo>
                <a:moveTo>
                  <a:pt x="302" y="190"/>
                </a:moveTo>
                <a:lnTo>
                  <a:pt x="302" y="46"/>
                </a:lnTo>
                <a:lnTo>
                  <a:pt x="46" y="46"/>
                </a:lnTo>
                <a:lnTo>
                  <a:pt x="46" y="572"/>
                </a:lnTo>
                <a:lnTo>
                  <a:pt x="449" y="572"/>
                </a:lnTo>
                <a:lnTo>
                  <a:pt x="449" y="190"/>
                </a:lnTo>
                <a:lnTo>
                  <a:pt x="302" y="190"/>
                </a:lnTo>
                <a:moveTo>
                  <a:pt x="46" y="46"/>
                </a:moveTo>
                <a:lnTo>
                  <a:pt x="46" y="190"/>
                </a:lnTo>
                <a:lnTo>
                  <a:pt x="46" y="46"/>
                </a:lnTo>
                <a:lnTo>
                  <a:pt x="46" y="572"/>
                </a:lnTo>
                <a:lnTo>
                  <a:pt x="46" y="46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182" name=""/>
          <p:cNvSpPr txBox="1"/>
          <p:nvPr/>
        </p:nvSpPr>
        <p:spPr>
          <a:xfrm>
            <a:off x="7067520" y="2791800"/>
            <a:ext cx="187812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内部監査で確かめること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83" name=""/>
          <p:cNvSpPr txBox="1"/>
          <p:nvPr/>
        </p:nvSpPr>
        <p:spPr>
          <a:xfrm>
            <a:off x="1695600" y="3306240"/>
            <a:ext cx="85428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利用の申請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84" name=""/>
          <p:cNvSpPr txBox="1"/>
          <p:nvPr/>
        </p:nvSpPr>
        <p:spPr>
          <a:xfrm>
            <a:off x="4019400" y="3306240"/>
            <a:ext cx="5126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利用者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85" name=""/>
          <p:cNvSpPr txBox="1"/>
          <p:nvPr/>
        </p:nvSpPr>
        <p:spPr>
          <a:xfrm>
            <a:off x="5543640" y="3306240"/>
            <a:ext cx="6836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利用開始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86" name=""/>
          <p:cNvSpPr/>
          <p:nvPr/>
        </p:nvSpPr>
        <p:spPr>
          <a:xfrm>
            <a:off x="1396800" y="3822480"/>
            <a:ext cx="178200" cy="222480"/>
          </a:xfrm>
          <a:custGeom>
            <a:avLst/>
            <a:gdLst/>
            <a:ahLst/>
            <a:rect l="0" t="0" r="r" b="b"/>
            <a:pathLst>
              <a:path w="495" h="618">
                <a:moveTo>
                  <a:pt x="123" y="487"/>
                </a:moveTo>
                <a:lnTo>
                  <a:pt x="372" y="487"/>
                </a:lnTo>
                <a:lnTo>
                  <a:pt x="372" y="441"/>
                </a:lnTo>
                <a:lnTo>
                  <a:pt x="123" y="441"/>
                </a:lnTo>
                <a:lnTo>
                  <a:pt x="123" y="487"/>
                </a:lnTo>
                <a:moveTo>
                  <a:pt x="123" y="356"/>
                </a:moveTo>
                <a:lnTo>
                  <a:pt x="372" y="356"/>
                </a:lnTo>
                <a:lnTo>
                  <a:pt x="372" y="310"/>
                </a:lnTo>
                <a:lnTo>
                  <a:pt x="123" y="310"/>
                </a:lnTo>
                <a:lnTo>
                  <a:pt x="123" y="356"/>
                </a:lnTo>
                <a:moveTo>
                  <a:pt x="46" y="618"/>
                </a:moveTo>
                <a:cubicBezTo>
                  <a:pt x="34" y="618"/>
                  <a:pt x="23" y="614"/>
                  <a:pt x="14" y="605"/>
                </a:cubicBezTo>
                <a:cubicBezTo>
                  <a:pt x="5" y="595"/>
                  <a:pt x="0" y="585"/>
                  <a:pt x="0" y="572"/>
                </a:cubicBezTo>
                <a:lnTo>
                  <a:pt x="0" y="46"/>
                </a:lnTo>
                <a:cubicBezTo>
                  <a:pt x="0" y="34"/>
                  <a:pt x="5" y="23"/>
                  <a:pt x="14" y="14"/>
                </a:cubicBezTo>
                <a:cubicBezTo>
                  <a:pt x="23" y="5"/>
                  <a:pt x="34" y="0"/>
                  <a:pt x="46" y="0"/>
                </a:cubicBezTo>
                <a:lnTo>
                  <a:pt x="326" y="0"/>
                </a:lnTo>
                <a:lnTo>
                  <a:pt x="495" y="169"/>
                </a:lnTo>
                <a:lnTo>
                  <a:pt x="495" y="572"/>
                </a:lnTo>
                <a:cubicBezTo>
                  <a:pt x="495" y="585"/>
                  <a:pt x="490" y="595"/>
                  <a:pt x="481" y="605"/>
                </a:cubicBezTo>
                <a:cubicBezTo>
                  <a:pt x="472" y="614"/>
                  <a:pt x="461" y="618"/>
                  <a:pt x="449" y="618"/>
                </a:cubicBezTo>
                <a:lnTo>
                  <a:pt x="46" y="618"/>
                </a:lnTo>
                <a:moveTo>
                  <a:pt x="302" y="191"/>
                </a:moveTo>
                <a:lnTo>
                  <a:pt x="302" y="46"/>
                </a:lnTo>
                <a:lnTo>
                  <a:pt x="46" y="46"/>
                </a:lnTo>
                <a:lnTo>
                  <a:pt x="46" y="572"/>
                </a:lnTo>
                <a:lnTo>
                  <a:pt x="449" y="572"/>
                </a:lnTo>
                <a:lnTo>
                  <a:pt x="449" y="191"/>
                </a:lnTo>
                <a:lnTo>
                  <a:pt x="302" y="191"/>
                </a:lnTo>
                <a:moveTo>
                  <a:pt x="46" y="46"/>
                </a:moveTo>
                <a:lnTo>
                  <a:pt x="46" y="191"/>
                </a:lnTo>
                <a:lnTo>
                  <a:pt x="46" y="46"/>
                </a:lnTo>
                <a:lnTo>
                  <a:pt x="46" y="572"/>
                </a:lnTo>
                <a:lnTo>
                  <a:pt x="46" y="46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187" name=""/>
          <p:cNvSpPr txBox="1"/>
          <p:nvPr/>
        </p:nvSpPr>
        <p:spPr>
          <a:xfrm>
            <a:off x="7067520" y="3306240"/>
            <a:ext cx="22197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使う目的が承認されているか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88" name=""/>
          <p:cNvSpPr txBox="1"/>
          <p:nvPr/>
        </p:nvSpPr>
        <p:spPr>
          <a:xfrm>
            <a:off x="1695600" y="3811320"/>
            <a:ext cx="11955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払い出しの記録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89" name=""/>
          <p:cNvSpPr txBox="1"/>
          <p:nvPr/>
        </p:nvSpPr>
        <p:spPr>
          <a:xfrm>
            <a:off x="4019400" y="3811320"/>
            <a:ext cx="85428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基盤の担当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90" name=""/>
          <p:cNvSpPr txBox="1"/>
          <p:nvPr/>
        </p:nvSpPr>
        <p:spPr>
          <a:xfrm>
            <a:off x="5543640" y="3811320"/>
            <a:ext cx="6836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利用開始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91" name=""/>
          <p:cNvSpPr/>
          <p:nvPr/>
        </p:nvSpPr>
        <p:spPr>
          <a:xfrm>
            <a:off x="1396800" y="4327200"/>
            <a:ext cx="178200" cy="222840"/>
          </a:xfrm>
          <a:custGeom>
            <a:avLst/>
            <a:gdLst/>
            <a:ahLst/>
            <a:rect l="0" t="0" r="r" b="b"/>
            <a:pathLst>
              <a:path w="495" h="619">
                <a:moveTo>
                  <a:pt x="123" y="488"/>
                </a:moveTo>
                <a:lnTo>
                  <a:pt x="372" y="488"/>
                </a:lnTo>
                <a:lnTo>
                  <a:pt x="372" y="441"/>
                </a:lnTo>
                <a:lnTo>
                  <a:pt x="123" y="441"/>
                </a:lnTo>
                <a:lnTo>
                  <a:pt x="123" y="488"/>
                </a:lnTo>
                <a:moveTo>
                  <a:pt x="123" y="356"/>
                </a:moveTo>
                <a:lnTo>
                  <a:pt x="372" y="356"/>
                </a:lnTo>
                <a:lnTo>
                  <a:pt x="372" y="310"/>
                </a:lnTo>
                <a:lnTo>
                  <a:pt x="123" y="310"/>
                </a:lnTo>
                <a:lnTo>
                  <a:pt x="123" y="356"/>
                </a:lnTo>
                <a:moveTo>
                  <a:pt x="46" y="619"/>
                </a:moveTo>
                <a:cubicBezTo>
                  <a:pt x="34" y="619"/>
                  <a:pt x="23" y="614"/>
                  <a:pt x="14" y="605"/>
                </a:cubicBezTo>
                <a:cubicBezTo>
                  <a:pt x="5" y="596"/>
                  <a:pt x="0" y="585"/>
                  <a:pt x="0" y="572"/>
                </a:cubicBezTo>
                <a:lnTo>
                  <a:pt x="0" y="48"/>
                </a:lnTo>
                <a:cubicBezTo>
                  <a:pt x="0" y="35"/>
                  <a:pt x="5" y="25"/>
                  <a:pt x="14" y="15"/>
                </a:cubicBezTo>
                <a:cubicBezTo>
                  <a:pt x="23" y="5"/>
                  <a:pt x="34" y="0"/>
                  <a:pt x="46" y="0"/>
                </a:cubicBezTo>
                <a:lnTo>
                  <a:pt x="326" y="0"/>
                </a:lnTo>
                <a:lnTo>
                  <a:pt x="495" y="170"/>
                </a:lnTo>
                <a:lnTo>
                  <a:pt x="495" y="572"/>
                </a:lnTo>
                <a:cubicBezTo>
                  <a:pt x="495" y="585"/>
                  <a:pt x="490" y="596"/>
                  <a:pt x="481" y="605"/>
                </a:cubicBezTo>
                <a:cubicBezTo>
                  <a:pt x="472" y="614"/>
                  <a:pt x="461" y="619"/>
                  <a:pt x="449" y="619"/>
                </a:cubicBezTo>
                <a:lnTo>
                  <a:pt x="46" y="619"/>
                </a:lnTo>
                <a:moveTo>
                  <a:pt x="302" y="191"/>
                </a:moveTo>
                <a:lnTo>
                  <a:pt x="302" y="48"/>
                </a:lnTo>
                <a:lnTo>
                  <a:pt x="46" y="48"/>
                </a:lnTo>
                <a:lnTo>
                  <a:pt x="46" y="572"/>
                </a:lnTo>
                <a:lnTo>
                  <a:pt x="449" y="572"/>
                </a:lnTo>
                <a:lnTo>
                  <a:pt x="449" y="191"/>
                </a:lnTo>
                <a:lnTo>
                  <a:pt x="302" y="191"/>
                </a:lnTo>
                <a:moveTo>
                  <a:pt x="46" y="48"/>
                </a:moveTo>
                <a:lnTo>
                  <a:pt x="46" y="191"/>
                </a:lnTo>
                <a:lnTo>
                  <a:pt x="46" y="48"/>
                </a:lnTo>
                <a:lnTo>
                  <a:pt x="46" y="572"/>
                </a:lnTo>
                <a:lnTo>
                  <a:pt x="46" y="48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192" name=""/>
          <p:cNvSpPr txBox="1"/>
          <p:nvPr/>
        </p:nvSpPr>
        <p:spPr>
          <a:xfrm>
            <a:off x="7067520" y="3811320"/>
            <a:ext cx="273168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強制する設定を入れて渡しているか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93" name=""/>
          <p:cNvSpPr txBox="1"/>
          <p:nvPr/>
        </p:nvSpPr>
        <p:spPr>
          <a:xfrm>
            <a:off x="1695600" y="4316040"/>
            <a:ext cx="11955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自己点検の記録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94" name=""/>
          <p:cNvSpPr txBox="1"/>
          <p:nvPr/>
        </p:nvSpPr>
        <p:spPr>
          <a:xfrm>
            <a:off x="4019400" y="4316040"/>
            <a:ext cx="5126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利用者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95" name=""/>
          <p:cNvSpPr txBox="1"/>
          <p:nvPr/>
        </p:nvSpPr>
        <p:spPr>
          <a:xfrm>
            <a:off x="5543640" y="4316040"/>
            <a:ext cx="85428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日々の利用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96" name=""/>
          <p:cNvSpPr/>
          <p:nvPr/>
        </p:nvSpPr>
        <p:spPr>
          <a:xfrm>
            <a:off x="1396800" y="4832280"/>
            <a:ext cx="178200" cy="222480"/>
          </a:xfrm>
          <a:custGeom>
            <a:avLst/>
            <a:gdLst/>
            <a:ahLst/>
            <a:rect l="0" t="0" r="r" b="b"/>
            <a:pathLst>
              <a:path w="495" h="618">
                <a:moveTo>
                  <a:pt x="123" y="487"/>
                </a:moveTo>
                <a:lnTo>
                  <a:pt x="372" y="487"/>
                </a:lnTo>
                <a:lnTo>
                  <a:pt x="372" y="440"/>
                </a:lnTo>
                <a:lnTo>
                  <a:pt x="123" y="440"/>
                </a:lnTo>
                <a:lnTo>
                  <a:pt x="123" y="487"/>
                </a:lnTo>
                <a:moveTo>
                  <a:pt x="123" y="355"/>
                </a:moveTo>
                <a:lnTo>
                  <a:pt x="372" y="355"/>
                </a:lnTo>
                <a:lnTo>
                  <a:pt x="372" y="308"/>
                </a:lnTo>
                <a:lnTo>
                  <a:pt x="123" y="308"/>
                </a:lnTo>
                <a:lnTo>
                  <a:pt x="123" y="355"/>
                </a:lnTo>
                <a:moveTo>
                  <a:pt x="46" y="618"/>
                </a:moveTo>
                <a:cubicBezTo>
                  <a:pt x="34" y="618"/>
                  <a:pt x="23" y="613"/>
                  <a:pt x="14" y="604"/>
                </a:cubicBezTo>
                <a:cubicBezTo>
                  <a:pt x="5" y="595"/>
                  <a:pt x="0" y="584"/>
                  <a:pt x="0" y="572"/>
                </a:cubicBezTo>
                <a:lnTo>
                  <a:pt x="0" y="46"/>
                </a:lnTo>
                <a:cubicBezTo>
                  <a:pt x="0" y="34"/>
                  <a:pt x="5" y="23"/>
                  <a:pt x="14" y="14"/>
                </a:cubicBezTo>
                <a:cubicBezTo>
                  <a:pt x="23" y="4"/>
                  <a:pt x="34" y="0"/>
                  <a:pt x="46" y="0"/>
                </a:cubicBezTo>
                <a:lnTo>
                  <a:pt x="326" y="0"/>
                </a:lnTo>
                <a:lnTo>
                  <a:pt x="495" y="169"/>
                </a:lnTo>
                <a:lnTo>
                  <a:pt x="495" y="572"/>
                </a:lnTo>
                <a:cubicBezTo>
                  <a:pt x="495" y="584"/>
                  <a:pt x="490" y="595"/>
                  <a:pt x="481" y="604"/>
                </a:cubicBezTo>
                <a:cubicBezTo>
                  <a:pt x="472" y="613"/>
                  <a:pt x="461" y="618"/>
                  <a:pt x="449" y="618"/>
                </a:cubicBezTo>
                <a:lnTo>
                  <a:pt x="46" y="618"/>
                </a:lnTo>
                <a:moveTo>
                  <a:pt x="302" y="190"/>
                </a:moveTo>
                <a:lnTo>
                  <a:pt x="302" y="46"/>
                </a:lnTo>
                <a:lnTo>
                  <a:pt x="46" y="46"/>
                </a:lnTo>
                <a:lnTo>
                  <a:pt x="46" y="572"/>
                </a:lnTo>
                <a:lnTo>
                  <a:pt x="449" y="572"/>
                </a:lnTo>
                <a:lnTo>
                  <a:pt x="449" y="190"/>
                </a:lnTo>
                <a:lnTo>
                  <a:pt x="302" y="190"/>
                </a:lnTo>
                <a:moveTo>
                  <a:pt x="46" y="46"/>
                </a:moveTo>
                <a:lnTo>
                  <a:pt x="46" y="190"/>
                </a:lnTo>
                <a:lnTo>
                  <a:pt x="46" y="46"/>
                </a:lnTo>
                <a:lnTo>
                  <a:pt x="46" y="572"/>
                </a:lnTo>
                <a:lnTo>
                  <a:pt x="46" y="46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197" name=""/>
          <p:cNvSpPr txBox="1"/>
          <p:nvPr/>
        </p:nvSpPr>
        <p:spPr>
          <a:xfrm>
            <a:off x="7067520" y="4316040"/>
            <a:ext cx="25833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利用者が守る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5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つを守っているか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98" name=""/>
          <p:cNvSpPr txBox="1"/>
          <p:nvPr/>
        </p:nvSpPr>
        <p:spPr>
          <a:xfrm>
            <a:off x="1695600" y="4820760"/>
            <a:ext cx="11955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ローカルの履歴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199" name=""/>
          <p:cNvSpPr txBox="1"/>
          <p:nvPr/>
        </p:nvSpPr>
        <p:spPr>
          <a:xfrm>
            <a:off x="4019400" y="4820760"/>
            <a:ext cx="10080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Claude Code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00" name=""/>
          <p:cNvSpPr txBox="1"/>
          <p:nvPr/>
        </p:nvSpPr>
        <p:spPr>
          <a:xfrm>
            <a:off x="5543640" y="4820760"/>
            <a:ext cx="85428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日々の利用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01" name=""/>
          <p:cNvSpPr/>
          <p:nvPr/>
        </p:nvSpPr>
        <p:spPr>
          <a:xfrm>
            <a:off x="1396800" y="5337000"/>
            <a:ext cx="178200" cy="222480"/>
          </a:xfrm>
          <a:custGeom>
            <a:avLst/>
            <a:gdLst/>
            <a:ahLst/>
            <a:rect l="0" t="0" r="r" b="b"/>
            <a:pathLst>
              <a:path w="495" h="618">
                <a:moveTo>
                  <a:pt x="123" y="487"/>
                </a:moveTo>
                <a:lnTo>
                  <a:pt x="372" y="487"/>
                </a:lnTo>
                <a:lnTo>
                  <a:pt x="372" y="441"/>
                </a:lnTo>
                <a:lnTo>
                  <a:pt x="123" y="441"/>
                </a:lnTo>
                <a:lnTo>
                  <a:pt x="123" y="487"/>
                </a:lnTo>
                <a:moveTo>
                  <a:pt x="123" y="356"/>
                </a:moveTo>
                <a:lnTo>
                  <a:pt x="372" y="356"/>
                </a:lnTo>
                <a:lnTo>
                  <a:pt x="372" y="310"/>
                </a:lnTo>
                <a:lnTo>
                  <a:pt x="123" y="310"/>
                </a:lnTo>
                <a:lnTo>
                  <a:pt x="123" y="356"/>
                </a:lnTo>
                <a:moveTo>
                  <a:pt x="46" y="618"/>
                </a:moveTo>
                <a:cubicBezTo>
                  <a:pt x="34" y="618"/>
                  <a:pt x="23" y="614"/>
                  <a:pt x="14" y="604"/>
                </a:cubicBezTo>
                <a:cubicBezTo>
                  <a:pt x="5" y="595"/>
                  <a:pt x="0" y="584"/>
                  <a:pt x="0" y="572"/>
                </a:cubicBezTo>
                <a:lnTo>
                  <a:pt x="0" y="46"/>
                </a:lnTo>
                <a:cubicBezTo>
                  <a:pt x="0" y="34"/>
                  <a:pt x="5" y="23"/>
                  <a:pt x="14" y="14"/>
                </a:cubicBezTo>
                <a:cubicBezTo>
                  <a:pt x="23" y="5"/>
                  <a:pt x="34" y="0"/>
                  <a:pt x="46" y="0"/>
                </a:cubicBezTo>
                <a:lnTo>
                  <a:pt x="326" y="0"/>
                </a:lnTo>
                <a:lnTo>
                  <a:pt x="495" y="169"/>
                </a:lnTo>
                <a:lnTo>
                  <a:pt x="495" y="572"/>
                </a:lnTo>
                <a:cubicBezTo>
                  <a:pt x="495" y="584"/>
                  <a:pt x="490" y="595"/>
                  <a:pt x="481" y="604"/>
                </a:cubicBezTo>
                <a:cubicBezTo>
                  <a:pt x="472" y="614"/>
                  <a:pt x="461" y="618"/>
                  <a:pt x="449" y="618"/>
                </a:cubicBezTo>
                <a:lnTo>
                  <a:pt x="46" y="618"/>
                </a:lnTo>
                <a:moveTo>
                  <a:pt x="302" y="190"/>
                </a:moveTo>
                <a:lnTo>
                  <a:pt x="302" y="46"/>
                </a:lnTo>
                <a:lnTo>
                  <a:pt x="46" y="46"/>
                </a:lnTo>
                <a:lnTo>
                  <a:pt x="46" y="572"/>
                </a:lnTo>
                <a:lnTo>
                  <a:pt x="449" y="572"/>
                </a:lnTo>
                <a:lnTo>
                  <a:pt x="449" y="190"/>
                </a:lnTo>
                <a:lnTo>
                  <a:pt x="302" y="190"/>
                </a:lnTo>
                <a:moveTo>
                  <a:pt x="46" y="46"/>
                </a:moveTo>
                <a:lnTo>
                  <a:pt x="46" y="190"/>
                </a:lnTo>
                <a:lnTo>
                  <a:pt x="46" y="46"/>
                </a:lnTo>
                <a:lnTo>
                  <a:pt x="46" y="572"/>
                </a:lnTo>
                <a:lnTo>
                  <a:pt x="46" y="46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202" name=""/>
          <p:cNvSpPr txBox="1"/>
          <p:nvPr/>
        </p:nvSpPr>
        <p:spPr>
          <a:xfrm>
            <a:off x="7067520" y="4820760"/>
            <a:ext cx="23904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事故のときに動作をたどれるか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03" name=""/>
          <p:cNvSpPr txBox="1"/>
          <p:nvPr/>
        </p:nvSpPr>
        <p:spPr>
          <a:xfrm>
            <a:off x="1695600" y="5325480"/>
            <a:ext cx="85428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事故の報告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04" name=""/>
          <p:cNvSpPr txBox="1"/>
          <p:nvPr/>
        </p:nvSpPr>
        <p:spPr>
          <a:xfrm>
            <a:off x="4019400" y="5325480"/>
            <a:ext cx="5126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利用者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05" name=""/>
          <p:cNvSpPr txBox="1"/>
          <p:nvPr/>
        </p:nvSpPr>
        <p:spPr>
          <a:xfrm>
            <a:off x="5543640" y="5325480"/>
            <a:ext cx="85428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事故のとき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06" name=""/>
          <p:cNvSpPr txBox="1"/>
          <p:nvPr/>
        </p:nvSpPr>
        <p:spPr>
          <a:xfrm>
            <a:off x="7067520" y="5325480"/>
            <a:ext cx="204912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再発防止まで済んでいるか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07" name=""/>
          <p:cNvSpPr txBox="1"/>
          <p:nvPr/>
        </p:nvSpPr>
        <p:spPr>
          <a:xfrm>
            <a:off x="8497440" y="556560"/>
            <a:ext cx="293148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全体 ∕ 計画 ∕ 運用 ∕ </a:t>
            </a:r>
            <a:r>
              <a:rPr b="1" lang="ja-JP" sz="1200" spc="-1" strike="noStrike">
                <a:solidFill>
                  <a:srgbClr val="0017c1"/>
                </a:solidFill>
                <a:latin typeface="Noto Sans JP"/>
                <a:ea typeface="Noto Sans JP"/>
              </a:rPr>
              <a:t>評価</a:t>
            </a:r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 ∕ 改善 ∕ 承認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08" name=""/>
          <p:cNvSpPr txBox="1"/>
          <p:nvPr/>
        </p:nvSpPr>
        <p:spPr>
          <a:xfrm>
            <a:off x="11413080" y="6442920"/>
            <a:ext cx="1699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14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1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1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12" name=""/>
          <p:cNvSpPr/>
          <p:nvPr/>
        </p:nvSpPr>
        <p:spPr>
          <a:xfrm>
            <a:off x="609480" y="971280"/>
            <a:ext cx="10973160" cy="38520"/>
          </a:xfrm>
          <a:custGeom>
            <a:avLst/>
            <a:gdLst/>
            <a:ahLst/>
            <a:rect l="0" t="0" r="r" b="b"/>
            <a:pathLst>
              <a:path w="30481" h="107">
                <a:moveTo>
                  <a:pt x="0" y="0"/>
                </a:moveTo>
                <a:lnTo>
                  <a:pt x="30481" y="0"/>
                </a:lnTo>
                <a:lnTo>
                  <a:pt x="3048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213" name=""/>
          <p:cNvSpPr txBox="1"/>
          <p:nvPr/>
        </p:nvSpPr>
        <p:spPr>
          <a:xfrm>
            <a:off x="609480" y="392760"/>
            <a:ext cx="2401200" cy="497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2700" spc="-1" strike="noStrike">
                <a:solidFill>
                  <a:srgbClr val="1a1a1a"/>
                </a:solidFill>
                <a:latin typeface="Noto Sans JP"/>
                <a:ea typeface="Noto Sans JP"/>
              </a:rPr>
              <a:t>評価に残る課題</a:t>
            </a:r>
            <a:endParaRPr b="0" lang="ja-JP" sz="27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14" name=""/>
          <p:cNvSpPr/>
          <p:nvPr/>
        </p:nvSpPr>
        <p:spPr>
          <a:xfrm>
            <a:off x="609480" y="1599840"/>
            <a:ext cx="5334120" cy="4800960"/>
          </a:xfrm>
          <a:custGeom>
            <a:avLst/>
            <a:gdLst/>
            <a:ahLst/>
            <a:rect l="0" t="0" r="r" b="b"/>
            <a:pathLst>
              <a:path w="14817" h="13336">
                <a:moveTo>
                  <a:pt x="0" y="13125"/>
                </a:moveTo>
                <a:lnTo>
                  <a:pt x="0" y="212"/>
                </a:lnTo>
                <a:cubicBezTo>
                  <a:pt x="0" y="198"/>
                  <a:pt x="1" y="185"/>
                  <a:pt x="4" y="171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1" y="118"/>
                  <a:pt x="28" y="106"/>
                  <a:pt x="36" y="95"/>
                </a:cubicBezTo>
                <a:cubicBezTo>
                  <a:pt x="43" y="83"/>
                  <a:pt x="52" y="72"/>
                  <a:pt x="62" y="62"/>
                </a:cubicBezTo>
                <a:cubicBezTo>
                  <a:pt x="72" y="53"/>
                  <a:pt x="82" y="44"/>
                  <a:pt x="94" y="36"/>
                </a:cubicBezTo>
                <a:cubicBezTo>
                  <a:pt x="105" y="28"/>
                  <a:pt x="118" y="22"/>
                  <a:pt x="130" y="17"/>
                </a:cubicBezTo>
                <a:cubicBezTo>
                  <a:pt x="143" y="11"/>
                  <a:pt x="157" y="7"/>
                  <a:pt x="170" y="5"/>
                </a:cubicBezTo>
                <a:cubicBezTo>
                  <a:pt x="184" y="2"/>
                  <a:pt x="198" y="0"/>
                  <a:pt x="211" y="0"/>
                </a:cubicBezTo>
                <a:lnTo>
                  <a:pt x="14606" y="0"/>
                </a:lnTo>
                <a:cubicBezTo>
                  <a:pt x="14620" y="0"/>
                  <a:pt x="14633" y="2"/>
                  <a:pt x="14647" y="5"/>
                </a:cubicBezTo>
                <a:cubicBezTo>
                  <a:pt x="14661" y="7"/>
                  <a:pt x="14674" y="11"/>
                  <a:pt x="14687" y="17"/>
                </a:cubicBezTo>
                <a:cubicBezTo>
                  <a:pt x="14700" y="22"/>
                  <a:pt x="14712" y="28"/>
                  <a:pt x="14723" y="36"/>
                </a:cubicBezTo>
                <a:cubicBezTo>
                  <a:pt x="14735" y="44"/>
                  <a:pt x="14746" y="53"/>
                  <a:pt x="14756" y="62"/>
                </a:cubicBezTo>
                <a:cubicBezTo>
                  <a:pt x="14765" y="72"/>
                  <a:pt x="14774" y="83"/>
                  <a:pt x="14782" y="95"/>
                </a:cubicBezTo>
                <a:cubicBezTo>
                  <a:pt x="14790" y="106"/>
                  <a:pt x="14796" y="118"/>
                  <a:pt x="14801" y="131"/>
                </a:cubicBezTo>
                <a:cubicBezTo>
                  <a:pt x="14807" y="144"/>
                  <a:pt x="14811" y="157"/>
                  <a:pt x="14813" y="171"/>
                </a:cubicBezTo>
                <a:cubicBezTo>
                  <a:pt x="14816" y="185"/>
                  <a:pt x="14817" y="198"/>
                  <a:pt x="14817" y="212"/>
                </a:cubicBezTo>
                <a:lnTo>
                  <a:pt x="14817" y="13125"/>
                </a:lnTo>
                <a:cubicBezTo>
                  <a:pt x="14817" y="13139"/>
                  <a:pt x="14816" y="13152"/>
                  <a:pt x="14813" y="13166"/>
                </a:cubicBezTo>
                <a:cubicBezTo>
                  <a:pt x="14811" y="13180"/>
                  <a:pt x="14807" y="13193"/>
                  <a:pt x="14801" y="13206"/>
                </a:cubicBezTo>
                <a:cubicBezTo>
                  <a:pt x="14796" y="13219"/>
                  <a:pt x="14790" y="13231"/>
                  <a:pt x="14782" y="13242"/>
                </a:cubicBezTo>
                <a:cubicBezTo>
                  <a:pt x="14774" y="13254"/>
                  <a:pt x="14765" y="13265"/>
                  <a:pt x="14756" y="13275"/>
                </a:cubicBezTo>
                <a:cubicBezTo>
                  <a:pt x="14746" y="13284"/>
                  <a:pt x="14735" y="13293"/>
                  <a:pt x="14723" y="13301"/>
                </a:cubicBezTo>
                <a:cubicBezTo>
                  <a:pt x="14712" y="13309"/>
                  <a:pt x="14700" y="13315"/>
                  <a:pt x="14687" y="13320"/>
                </a:cubicBezTo>
                <a:cubicBezTo>
                  <a:pt x="14674" y="13326"/>
                  <a:pt x="14661" y="13330"/>
                  <a:pt x="14647" y="13332"/>
                </a:cubicBezTo>
                <a:cubicBezTo>
                  <a:pt x="14633" y="13335"/>
                  <a:pt x="14620" y="13336"/>
                  <a:pt x="14606" y="13336"/>
                </a:cubicBezTo>
                <a:lnTo>
                  <a:pt x="211" y="13336"/>
                </a:lnTo>
                <a:cubicBezTo>
                  <a:pt x="198" y="13336"/>
                  <a:pt x="184" y="13335"/>
                  <a:pt x="170" y="13332"/>
                </a:cubicBezTo>
                <a:cubicBezTo>
                  <a:pt x="157" y="13330"/>
                  <a:pt x="143" y="13326"/>
                  <a:pt x="130" y="13320"/>
                </a:cubicBezTo>
                <a:cubicBezTo>
                  <a:pt x="118" y="13315"/>
                  <a:pt x="105" y="13309"/>
                  <a:pt x="94" y="13301"/>
                </a:cubicBezTo>
                <a:cubicBezTo>
                  <a:pt x="82" y="13293"/>
                  <a:pt x="72" y="13284"/>
                  <a:pt x="62" y="13275"/>
                </a:cubicBezTo>
                <a:cubicBezTo>
                  <a:pt x="52" y="13265"/>
                  <a:pt x="43" y="13254"/>
                  <a:pt x="36" y="13242"/>
                </a:cubicBezTo>
                <a:cubicBezTo>
                  <a:pt x="28" y="13231"/>
                  <a:pt x="21" y="13219"/>
                  <a:pt x="16" y="13206"/>
                </a:cubicBezTo>
                <a:cubicBezTo>
                  <a:pt x="11" y="13193"/>
                  <a:pt x="7" y="13180"/>
                  <a:pt x="4" y="13166"/>
                </a:cubicBezTo>
                <a:cubicBezTo>
                  <a:pt x="1" y="13152"/>
                  <a:pt x="0" y="13139"/>
                  <a:pt x="0" y="13125"/>
                </a:cubicBezTo>
                <a:close/>
              </a:path>
            </a:pathLst>
          </a:custGeom>
          <a:solidFill>
            <a:srgbClr val="e8f1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15" name=""/>
          <p:cNvSpPr txBox="1"/>
          <p:nvPr/>
        </p:nvSpPr>
        <p:spPr>
          <a:xfrm>
            <a:off x="609480" y="1090800"/>
            <a:ext cx="671256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評価するための記録と検証には、まだ</a:t>
            </a:r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2</a:t>
            </a:r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つの課題がある</a:t>
            </a:r>
            <a:endParaRPr b="0" lang="ja-JP" sz="21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16" name=""/>
          <p:cNvSpPr/>
          <p:nvPr/>
        </p:nvSpPr>
        <p:spPr>
          <a:xfrm>
            <a:off x="1618920" y="2923920"/>
            <a:ext cx="3315240" cy="476640"/>
          </a:xfrm>
          <a:custGeom>
            <a:avLst/>
            <a:gdLst/>
            <a:ahLst/>
            <a:rect l="0" t="0" r="r" b="b"/>
            <a:pathLst>
              <a:path w="9209" h="1324">
                <a:moveTo>
                  <a:pt x="0" y="1139"/>
                </a:moveTo>
                <a:lnTo>
                  <a:pt x="0" y="185"/>
                </a:lnTo>
                <a:cubicBezTo>
                  <a:pt x="0" y="173"/>
                  <a:pt x="2" y="161"/>
                  <a:pt x="4" y="149"/>
                </a:cubicBezTo>
                <a:cubicBezTo>
                  <a:pt x="6" y="137"/>
                  <a:pt x="10" y="126"/>
                  <a:pt x="15" y="115"/>
                </a:cubicBezTo>
                <a:cubicBezTo>
                  <a:pt x="19" y="103"/>
                  <a:pt x="25" y="93"/>
                  <a:pt x="32" y="83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6"/>
                  <a:pt x="73" y="38"/>
                  <a:pt x="83" y="31"/>
                </a:cubicBezTo>
                <a:cubicBezTo>
                  <a:pt x="93" y="25"/>
                  <a:pt x="104" y="19"/>
                  <a:pt x="116" y="14"/>
                </a:cubicBezTo>
                <a:cubicBezTo>
                  <a:pt x="127" y="10"/>
                  <a:pt x="139" y="6"/>
                  <a:pt x="150" y="4"/>
                </a:cubicBezTo>
                <a:cubicBezTo>
                  <a:pt x="162" y="1"/>
                  <a:pt x="174" y="0"/>
                  <a:pt x="187" y="0"/>
                </a:cubicBezTo>
                <a:lnTo>
                  <a:pt x="9024" y="0"/>
                </a:lnTo>
                <a:cubicBezTo>
                  <a:pt x="9036" y="0"/>
                  <a:pt x="9048" y="1"/>
                  <a:pt x="9060" y="4"/>
                </a:cubicBezTo>
                <a:cubicBezTo>
                  <a:pt x="9072" y="6"/>
                  <a:pt x="9083" y="10"/>
                  <a:pt x="9095" y="14"/>
                </a:cubicBezTo>
                <a:cubicBezTo>
                  <a:pt x="9106" y="19"/>
                  <a:pt x="9116" y="25"/>
                  <a:pt x="9127" y="31"/>
                </a:cubicBezTo>
                <a:cubicBezTo>
                  <a:pt x="9137" y="38"/>
                  <a:pt x="9146" y="46"/>
                  <a:pt x="9155" y="54"/>
                </a:cubicBezTo>
                <a:cubicBezTo>
                  <a:pt x="9163" y="63"/>
                  <a:pt x="9171" y="72"/>
                  <a:pt x="9178" y="83"/>
                </a:cubicBezTo>
                <a:cubicBezTo>
                  <a:pt x="9184" y="93"/>
                  <a:pt x="9190" y="103"/>
                  <a:pt x="9195" y="115"/>
                </a:cubicBezTo>
                <a:cubicBezTo>
                  <a:pt x="9199" y="126"/>
                  <a:pt x="9203" y="137"/>
                  <a:pt x="9205" y="149"/>
                </a:cubicBezTo>
                <a:cubicBezTo>
                  <a:pt x="9208" y="161"/>
                  <a:pt x="9209" y="173"/>
                  <a:pt x="9209" y="185"/>
                </a:cubicBezTo>
                <a:lnTo>
                  <a:pt x="9209" y="1139"/>
                </a:lnTo>
                <a:cubicBezTo>
                  <a:pt x="9209" y="1151"/>
                  <a:pt x="9208" y="1163"/>
                  <a:pt x="9205" y="1175"/>
                </a:cubicBezTo>
                <a:cubicBezTo>
                  <a:pt x="9203" y="1187"/>
                  <a:pt x="9199" y="1199"/>
                  <a:pt x="9195" y="1210"/>
                </a:cubicBezTo>
                <a:cubicBezTo>
                  <a:pt x="9190" y="1221"/>
                  <a:pt x="9184" y="1232"/>
                  <a:pt x="9178" y="1242"/>
                </a:cubicBezTo>
                <a:cubicBezTo>
                  <a:pt x="9171" y="1252"/>
                  <a:pt x="9163" y="1261"/>
                  <a:pt x="9155" y="1270"/>
                </a:cubicBezTo>
                <a:cubicBezTo>
                  <a:pt x="9146" y="1278"/>
                  <a:pt x="9137" y="1286"/>
                  <a:pt x="9127" y="1293"/>
                </a:cubicBezTo>
                <a:cubicBezTo>
                  <a:pt x="9116" y="1300"/>
                  <a:pt x="9106" y="1305"/>
                  <a:pt x="9095" y="1310"/>
                </a:cubicBezTo>
                <a:cubicBezTo>
                  <a:pt x="9083" y="1315"/>
                  <a:pt x="9072" y="1318"/>
                  <a:pt x="9060" y="1321"/>
                </a:cubicBezTo>
                <a:cubicBezTo>
                  <a:pt x="9048" y="1323"/>
                  <a:pt x="9036" y="1324"/>
                  <a:pt x="9024" y="1324"/>
                </a:cubicBezTo>
                <a:lnTo>
                  <a:pt x="187" y="1324"/>
                </a:lnTo>
                <a:cubicBezTo>
                  <a:pt x="174" y="1324"/>
                  <a:pt x="162" y="1323"/>
                  <a:pt x="150" y="1321"/>
                </a:cubicBezTo>
                <a:cubicBezTo>
                  <a:pt x="139" y="1318"/>
                  <a:pt x="127" y="1315"/>
                  <a:pt x="116" y="1310"/>
                </a:cubicBezTo>
                <a:cubicBezTo>
                  <a:pt x="104" y="1305"/>
                  <a:pt x="93" y="1300"/>
                  <a:pt x="83" y="1293"/>
                </a:cubicBezTo>
                <a:cubicBezTo>
                  <a:pt x="73" y="1286"/>
                  <a:pt x="63" y="1278"/>
                  <a:pt x="55" y="1270"/>
                </a:cubicBezTo>
                <a:cubicBezTo>
                  <a:pt x="46" y="1261"/>
                  <a:pt x="38" y="1252"/>
                  <a:pt x="32" y="1242"/>
                </a:cubicBezTo>
                <a:cubicBezTo>
                  <a:pt x="25" y="1232"/>
                  <a:pt x="19" y="1221"/>
                  <a:pt x="15" y="1210"/>
                </a:cubicBezTo>
                <a:cubicBezTo>
                  <a:pt x="10" y="1199"/>
                  <a:pt x="6" y="1187"/>
                  <a:pt x="4" y="1175"/>
                </a:cubicBezTo>
                <a:cubicBezTo>
                  <a:pt x="2" y="1163"/>
                  <a:pt x="0" y="1151"/>
                  <a:pt x="0" y="113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17" name=""/>
          <p:cNvSpPr/>
          <p:nvPr/>
        </p:nvSpPr>
        <p:spPr>
          <a:xfrm>
            <a:off x="1618920" y="2923920"/>
            <a:ext cx="3315240" cy="476640"/>
          </a:xfrm>
          <a:custGeom>
            <a:avLst/>
            <a:gdLst/>
            <a:ahLst/>
            <a:rect l="0" t="0" r="r" b="b"/>
            <a:pathLst>
              <a:path w="9209" h="1324">
                <a:moveTo>
                  <a:pt x="0" y="1139"/>
                </a:moveTo>
                <a:lnTo>
                  <a:pt x="0" y="185"/>
                </a:lnTo>
                <a:cubicBezTo>
                  <a:pt x="0" y="173"/>
                  <a:pt x="2" y="161"/>
                  <a:pt x="4" y="149"/>
                </a:cubicBezTo>
                <a:cubicBezTo>
                  <a:pt x="6" y="137"/>
                  <a:pt x="10" y="126"/>
                  <a:pt x="15" y="115"/>
                </a:cubicBezTo>
                <a:cubicBezTo>
                  <a:pt x="19" y="103"/>
                  <a:pt x="25" y="93"/>
                  <a:pt x="32" y="83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6"/>
                  <a:pt x="73" y="38"/>
                  <a:pt x="83" y="31"/>
                </a:cubicBezTo>
                <a:cubicBezTo>
                  <a:pt x="93" y="25"/>
                  <a:pt x="104" y="19"/>
                  <a:pt x="116" y="14"/>
                </a:cubicBezTo>
                <a:cubicBezTo>
                  <a:pt x="127" y="10"/>
                  <a:pt x="139" y="6"/>
                  <a:pt x="150" y="4"/>
                </a:cubicBezTo>
                <a:cubicBezTo>
                  <a:pt x="162" y="1"/>
                  <a:pt x="174" y="0"/>
                  <a:pt x="187" y="0"/>
                </a:cubicBezTo>
                <a:lnTo>
                  <a:pt x="9024" y="0"/>
                </a:lnTo>
                <a:cubicBezTo>
                  <a:pt x="9036" y="0"/>
                  <a:pt x="9048" y="1"/>
                  <a:pt x="9060" y="4"/>
                </a:cubicBezTo>
                <a:cubicBezTo>
                  <a:pt x="9072" y="6"/>
                  <a:pt x="9083" y="10"/>
                  <a:pt x="9095" y="14"/>
                </a:cubicBezTo>
                <a:cubicBezTo>
                  <a:pt x="9106" y="19"/>
                  <a:pt x="9116" y="25"/>
                  <a:pt x="9127" y="31"/>
                </a:cubicBezTo>
                <a:cubicBezTo>
                  <a:pt x="9137" y="38"/>
                  <a:pt x="9146" y="46"/>
                  <a:pt x="9155" y="54"/>
                </a:cubicBezTo>
                <a:cubicBezTo>
                  <a:pt x="9163" y="63"/>
                  <a:pt x="9171" y="72"/>
                  <a:pt x="9178" y="83"/>
                </a:cubicBezTo>
                <a:cubicBezTo>
                  <a:pt x="9184" y="93"/>
                  <a:pt x="9190" y="103"/>
                  <a:pt x="9195" y="115"/>
                </a:cubicBezTo>
                <a:cubicBezTo>
                  <a:pt x="9199" y="126"/>
                  <a:pt x="9203" y="137"/>
                  <a:pt x="9205" y="149"/>
                </a:cubicBezTo>
                <a:cubicBezTo>
                  <a:pt x="9208" y="161"/>
                  <a:pt x="9209" y="173"/>
                  <a:pt x="9209" y="185"/>
                </a:cubicBezTo>
                <a:lnTo>
                  <a:pt x="9209" y="1139"/>
                </a:lnTo>
                <a:cubicBezTo>
                  <a:pt x="9209" y="1151"/>
                  <a:pt x="9208" y="1163"/>
                  <a:pt x="9205" y="1175"/>
                </a:cubicBezTo>
                <a:cubicBezTo>
                  <a:pt x="9203" y="1187"/>
                  <a:pt x="9199" y="1199"/>
                  <a:pt x="9195" y="1210"/>
                </a:cubicBezTo>
                <a:cubicBezTo>
                  <a:pt x="9190" y="1221"/>
                  <a:pt x="9184" y="1232"/>
                  <a:pt x="9178" y="1242"/>
                </a:cubicBezTo>
                <a:cubicBezTo>
                  <a:pt x="9171" y="1252"/>
                  <a:pt x="9163" y="1261"/>
                  <a:pt x="9155" y="1270"/>
                </a:cubicBezTo>
                <a:cubicBezTo>
                  <a:pt x="9146" y="1278"/>
                  <a:pt x="9137" y="1286"/>
                  <a:pt x="9127" y="1293"/>
                </a:cubicBezTo>
                <a:cubicBezTo>
                  <a:pt x="9116" y="1300"/>
                  <a:pt x="9106" y="1305"/>
                  <a:pt x="9095" y="1310"/>
                </a:cubicBezTo>
                <a:cubicBezTo>
                  <a:pt x="9083" y="1315"/>
                  <a:pt x="9072" y="1318"/>
                  <a:pt x="9060" y="1321"/>
                </a:cubicBezTo>
                <a:cubicBezTo>
                  <a:pt x="9048" y="1323"/>
                  <a:pt x="9036" y="1324"/>
                  <a:pt x="9024" y="1324"/>
                </a:cubicBezTo>
                <a:lnTo>
                  <a:pt x="187" y="1324"/>
                </a:lnTo>
                <a:cubicBezTo>
                  <a:pt x="174" y="1324"/>
                  <a:pt x="162" y="1323"/>
                  <a:pt x="150" y="1321"/>
                </a:cubicBezTo>
                <a:cubicBezTo>
                  <a:pt x="139" y="1318"/>
                  <a:pt x="127" y="1315"/>
                  <a:pt x="116" y="1310"/>
                </a:cubicBezTo>
                <a:cubicBezTo>
                  <a:pt x="104" y="1305"/>
                  <a:pt x="93" y="1300"/>
                  <a:pt x="83" y="1293"/>
                </a:cubicBezTo>
                <a:cubicBezTo>
                  <a:pt x="73" y="1286"/>
                  <a:pt x="63" y="1278"/>
                  <a:pt x="55" y="1270"/>
                </a:cubicBezTo>
                <a:cubicBezTo>
                  <a:pt x="46" y="1261"/>
                  <a:pt x="38" y="1252"/>
                  <a:pt x="32" y="1242"/>
                </a:cubicBezTo>
                <a:cubicBezTo>
                  <a:pt x="25" y="1232"/>
                  <a:pt x="19" y="1221"/>
                  <a:pt x="15" y="1210"/>
                </a:cubicBezTo>
                <a:cubicBezTo>
                  <a:pt x="10" y="1199"/>
                  <a:pt x="6" y="1187"/>
                  <a:pt x="4" y="1175"/>
                </a:cubicBezTo>
                <a:cubicBezTo>
                  <a:pt x="2" y="1163"/>
                  <a:pt x="0" y="1151"/>
                  <a:pt x="0" y="1139"/>
                </a:cubicBezTo>
                <a:close/>
              </a:path>
            </a:pathLst>
          </a:custGeom>
          <a:noFill/>
          <a:ln w="18720">
            <a:solidFill>
              <a:srgbClr val="4d4d4d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18" name=""/>
          <p:cNvSpPr/>
          <p:nvPr/>
        </p:nvSpPr>
        <p:spPr>
          <a:xfrm>
            <a:off x="1774800" y="3039840"/>
            <a:ext cx="279720" cy="254880"/>
          </a:xfrm>
          <a:custGeom>
            <a:avLst/>
            <a:gdLst/>
            <a:ahLst/>
            <a:rect l="0" t="0" r="r" b="b"/>
            <a:pathLst>
              <a:path w="777" h="708">
                <a:moveTo>
                  <a:pt x="520" y="394"/>
                </a:moveTo>
                <a:lnTo>
                  <a:pt x="481" y="355"/>
                </a:lnTo>
                <a:cubicBezTo>
                  <a:pt x="497" y="313"/>
                  <a:pt x="489" y="278"/>
                  <a:pt x="457" y="251"/>
                </a:cubicBezTo>
                <a:cubicBezTo>
                  <a:pt x="426" y="223"/>
                  <a:pt x="392" y="216"/>
                  <a:pt x="356" y="229"/>
                </a:cubicBezTo>
                <a:lnTo>
                  <a:pt x="317" y="191"/>
                </a:lnTo>
                <a:cubicBezTo>
                  <a:pt x="327" y="184"/>
                  <a:pt x="338" y="179"/>
                  <a:pt x="351" y="177"/>
                </a:cubicBezTo>
                <a:cubicBezTo>
                  <a:pt x="363" y="174"/>
                  <a:pt x="376" y="172"/>
                  <a:pt x="389" y="172"/>
                </a:cubicBezTo>
                <a:cubicBezTo>
                  <a:pt x="430" y="172"/>
                  <a:pt x="466" y="187"/>
                  <a:pt x="495" y="216"/>
                </a:cubicBezTo>
                <a:cubicBezTo>
                  <a:pt x="524" y="245"/>
                  <a:pt x="539" y="280"/>
                  <a:pt x="539" y="322"/>
                </a:cubicBezTo>
                <a:cubicBezTo>
                  <a:pt x="539" y="335"/>
                  <a:pt x="537" y="348"/>
                  <a:pt x="534" y="360"/>
                </a:cubicBezTo>
                <a:cubicBezTo>
                  <a:pt x="530" y="373"/>
                  <a:pt x="526" y="385"/>
                  <a:pt x="520" y="394"/>
                </a:cubicBezTo>
                <a:moveTo>
                  <a:pt x="634" y="508"/>
                </a:moveTo>
                <a:lnTo>
                  <a:pt x="599" y="473"/>
                </a:lnTo>
                <a:cubicBezTo>
                  <a:pt x="627" y="452"/>
                  <a:pt x="652" y="428"/>
                  <a:pt x="674" y="402"/>
                </a:cubicBezTo>
                <a:cubicBezTo>
                  <a:pt x="695" y="375"/>
                  <a:pt x="711" y="348"/>
                  <a:pt x="721" y="322"/>
                </a:cubicBezTo>
                <a:cubicBezTo>
                  <a:pt x="692" y="257"/>
                  <a:pt x="648" y="205"/>
                  <a:pt x="589" y="167"/>
                </a:cubicBezTo>
                <a:cubicBezTo>
                  <a:pt x="530" y="129"/>
                  <a:pt x="466" y="110"/>
                  <a:pt x="397" y="110"/>
                </a:cubicBezTo>
                <a:cubicBezTo>
                  <a:pt x="373" y="110"/>
                  <a:pt x="347" y="113"/>
                  <a:pt x="322" y="117"/>
                </a:cubicBezTo>
                <a:cubicBezTo>
                  <a:pt x="296" y="122"/>
                  <a:pt x="275" y="128"/>
                  <a:pt x="261" y="134"/>
                </a:cubicBezTo>
                <a:lnTo>
                  <a:pt x="220" y="93"/>
                </a:lnTo>
                <a:cubicBezTo>
                  <a:pt x="241" y="83"/>
                  <a:pt x="267" y="75"/>
                  <a:pt x="299" y="68"/>
                </a:cubicBezTo>
                <a:cubicBezTo>
                  <a:pt x="331" y="61"/>
                  <a:pt x="362" y="57"/>
                  <a:pt x="393" y="57"/>
                </a:cubicBezTo>
                <a:cubicBezTo>
                  <a:pt x="477" y="57"/>
                  <a:pt x="554" y="81"/>
                  <a:pt x="624" y="129"/>
                </a:cubicBezTo>
                <a:cubicBezTo>
                  <a:pt x="693" y="177"/>
                  <a:pt x="744" y="241"/>
                  <a:pt x="777" y="322"/>
                </a:cubicBezTo>
                <a:cubicBezTo>
                  <a:pt x="761" y="360"/>
                  <a:pt x="742" y="395"/>
                  <a:pt x="718" y="426"/>
                </a:cubicBezTo>
                <a:cubicBezTo>
                  <a:pt x="693" y="457"/>
                  <a:pt x="666" y="485"/>
                  <a:pt x="634" y="508"/>
                </a:cubicBezTo>
                <a:moveTo>
                  <a:pt x="685" y="708"/>
                </a:moveTo>
                <a:lnTo>
                  <a:pt x="537" y="562"/>
                </a:lnTo>
                <a:cubicBezTo>
                  <a:pt x="516" y="570"/>
                  <a:pt x="493" y="577"/>
                  <a:pt x="467" y="581"/>
                </a:cubicBezTo>
                <a:cubicBezTo>
                  <a:pt x="441" y="585"/>
                  <a:pt x="415" y="588"/>
                  <a:pt x="389" y="588"/>
                </a:cubicBezTo>
                <a:cubicBezTo>
                  <a:pt x="303" y="588"/>
                  <a:pt x="225" y="564"/>
                  <a:pt x="155" y="516"/>
                </a:cubicBezTo>
                <a:cubicBezTo>
                  <a:pt x="84" y="468"/>
                  <a:pt x="32" y="404"/>
                  <a:pt x="0" y="322"/>
                </a:cubicBezTo>
                <a:cubicBezTo>
                  <a:pt x="11" y="291"/>
                  <a:pt x="28" y="262"/>
                  <a:pt x="49" y="233"/>
                </a:cubicBezTo>
                <a:cubicBezTo>
                  <a:pt x="69" y="203"/>
                  <a:pt x="95" y="176"/>
                  <a:pt x="126" y="149"/>
                </a:cubicBezTo>
                <a:lnTo>
                  <a:pt x="14" y="38"/>
                </a:lnTo>
                <a:lnTo>
                  <a:pt x="51" y="0"/>
                </a:lnTo>
                <a:lnTo>
                  <a:pt x="719" y="669"/>
                </a:lnTo>
                <a:lnTo>
                  <a:pt x="685" y="708"/>
                </a:lnTo>
                <a:moveTo>
                  <a:pt x="162" y="186"/>
                </a:moveTo>
                <a:cubicBezTo>
                  <a:pt x="140" y="202"/>
                  <a:pt x="119" y="223"/>
                  <a:pt x="98" y="249"/>
                </a:cubicBezTo>
                <a:cubicBezTo>
                  <a:pt x="78" y="275"/>
                  <a:pt x="63" y="299"/>
                  <a:pt x="54" y="322"/>
                </a:cubicBezTo>
                <a:cubicBezTo>
                  <a:pt x="84" y="388"/>
                  <a:pt x="130" y="440"/>
                  <a:pt x="191" y="478"/>
                </a:cubicBezTo>
                <a:cubicBezTo>
                  <a:pt x="251" y="516"/>
                  <a:pt x="319" y="535"/>
                  <a:pt x="396" y="535"/>
                </a:cubicBezTo>
                <a:cubicBezTo>
                  <a:pt x="415" y="535"/>
                  <a:pt x="434" y="534"/>
                  <a:pt x="453" y="531"/>
                </a:cubicBezTo>
                <a:cubicBezTo>
                  <a:pt x="472" y="529"/>
                  <a:pt x="486" y="525"/>
                  <a:pt x="495" y="521"/>
                </a:cubicBezTo>
                <a:lnTo>
                  <a:pt x="439" y="464"/>
                </a:lnTo>
                <a:cubicBezTo>
                  <a:pt x="432" y="467"/>
                  <a:pt x="424" y="469"/>
                  <a:pt x="415" y="471"/>
                </a:cubicBezTo>
                <a:cubicBezTo>
                  <a:pt x="406" y="472"/>
                  <a:pt x="397" y="473"/>
                  <a:pt x="389" y="473"/>
                </a:cubicBezTo>
                <a:cubicBezTo>
                  <a:pt x="347" y="473"/>
                  <a:pt x="312" y="459"/>
                  <a:pt x="283" y="430"/>
                </a:cubicBezTo>
                <a:cubicBezTo>
                  <a:pt x="253" y="401"/>
                  <a:pt x="239" y="364"/>
                  <a:pt x="239" y="322"/>
                </a:cubicBezTo>
                <a:cubicBezTo>
                  <a:pt x="239" y="313"/>
                  <a:pt x="239" y="304"/>
                  <a:pt x="241" y="296"/>
                </a:cubicBezTo>
                <a:cubicBezTo>
                  <a:pt x="242" y="287"/>
                  <a:pt x="245" y="279"/>
                  <a:pt x="248" y="272"/>
                </a:cubicBezTo>
                <a:lnTo>
                  <a:pt x="162" y="186"/>
                </a:lnTo>
                <a:moveTo>
                  <a:pt x="431" y="311"/>
                </a:moveTo>
                <a:lnTo>
                  <a:pt x="431" y="311"/>
                </a:lnTo>
                <a:moveTo>
                  <a:pt x="329" y="363"/>
                </a:moveTo>
                <a:lnTo>
                  <a:pt x="329" y="363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219" name=""/>
          <p:cNvSpPr txBox="1"/>
          <p:nvPr/>
        </p:nvSpPr>
        <p:spPr>
          <a:xfrm>
            <a:off x="799920" y="1716120"/>
            <a:ext cx="4344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ローカルの履歴は利用者が書き換えられる</a:t>
            </a:r>
            <a:endParaRPr b="0" lang="ja-JP" sz="18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20" name=""/>
          <p:cNvSpPr/>
          <p:nvPr/>
        </p:nvSpPr>
        <p:spPr>
          <a:xfrm>
            <a:off x="1752480" y="3952800"/>
            <a:ext cx="3048120" cy="476640"/>
          </a:xfrm>
          <a:custGeom>
            <a:avLst/>
            <a:gdLst/>
            <a:ahLst/>
            <a:rect l="0" t="0" r="r" b="b"/>
            <a:pathLst>
              <a:path w="8467" h="1324">
                <a:moveTo>
                  <a:pt x="0" y="1138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9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3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8282" y="0"/>
                </a:lnTo>
                <a:cubicBezTo>
                  <a:pt x="8294" y="0"/>
                  <a:pt x="8306" y="1"/>
                  <a:pt x="8318" y="3"/>
                </a:cubicBezTo>
                <a:cubicBezTo>
                  <a:pt x="8330" y="6"/>
                  <a:pt x="8342" y="9"/>
                  <a:pt x="8353" y="14"/>
                </a:cubicBezTo>
                <a:cubicBezTo>
                  <a:pt x="8364" y="18"/>
                  <a:pt x="8375" y="24"/>
                  <a:pt x="8385" y="31"/>
                </a:cubicBezTo>
                <a:cubicBezTo>
                  <a:pt x="8395" y="38"/>
                  <a:pt x="8405" y="45"/>
                  <a:pt x="8413" y="54"/>
                </a:cubicBezTo>
                <a:cubicBezTo>
                  <a:pt x="8422" y="63"/>
                  <a:pt x="8430" y="72"/>
                  <a:pt x="8436" y="82"/>
                </a:cubicBezTo>
                <a:cubicBezTo>
                  <a:pt x="8443" y="92"/>
                  <a:pt x="8449" y="103"/>
                  <a:pt x="8453" y="114"/>
                </a:cubicBezTo>
                <a:cubicBezTo>
                  <a:pt x="8458" y="125"/>
                  <a:pt x="8462" y="137"/>
                  <a:pt x="8464" y="149"/>
                </a:cubicBezTo>
                <a:cubicBezTo>
                  <a:pt x="8466" y="161"/>
                  <a:pt x="8467" y="173"/>
                  <a:pt x="8467" y="185"/>
                </a:cubicBezTo>
                <a:lnTo>
                  <a:pt x="8467" y="1138"/>
                </a:lnTo>
                <a:cubicBezTo>
                  <a:pt x="8467" y="1151"/>
                  <a:pt x="8466" y="1163"/>
                  <a:pt x="8464" y="1175"/>
                </a:cubicBezTo>
                <a:cubicBezTo>
                  <a:pt x="8462" y="1186"/>
                  <a:pt x="8458" y="1198"/>
                  <a:pt x="8453" y="1209"/>
                </a:cubicBezTo>
                <a:cubicBezTo>
                  <a:pt x="8449" y="1221"/>
                  <a:pt x="8443" y="1231"/>
                  <a:pt x="8436" y="1241"/>
                </a:cubicBezTo>
                <a:cubicBezTo>
                  <a:pt x="8430" y="1251"/>
                  <a:pt x="8422" y="1261"/>
                  <a:pt x="8413" y="1269"/>
                </a:cubicBezTo>
                <a:cubicBezTo>
                  <a:pt x="8405" y="1278"/>
                  <a:pt x="8395" y="1286"/>
                  <a:pt x="8385" y="1292"/>
                </a:cubicBezTo>
                <a:cubicBezTo>
                  <a:pt x="8375" y="1299"/>
                  <a:pt x="8364" y="1305"/>
                  <a:pt x="8353" y="1310"/>
                </a:cubicBezTo>
                <a:cubicBezTo>
                  <a:pt x="8342" y="1314"/>
                  <a:pt x="8330" y="1318"/>
                  <a:pt x="8318" y="1320"/>
                </a:cubicBezTo>
                <a:cubicBezTo>
                  <a:pt x="8306" y="1322"/>
                  <a:pt x="8294" y="1324"/>
                  <a:pt x="8282" y="1324"/>
                </a:cubicBezTo>
                <a:lnTo>
                  <a:pt x="185" y="1324"/>
                </a:lnTo>
                <a:cubicBezTo>
                  <a:pt x="173" y="1324"/>
                  <a:pt x="161" y="1322"/>
                  <a:pt x="149" y="1320"/>
                </a:cubicBezTo>
                <a:cubicBezTo>
                  <a:pt x="137" y="1318"/>
                  <a:pt x="125" y="1314"/>
                  <a:pt x="114" y="1310"/>
                </a:cubicBezTo>
                <a:cubicBezTo>
                  <a:pt x="103" y="1305"/>
                  <a:pt x="92" y="1299"/>
                  <a:pt x="82" y="1292"/>
                </a:cubicBezTo>
                <a:cubicBezTo>
                  <a:pt x="72" y="1286"/>
                  <a:pt x="63" y="1278"/>
                  <a:pt x="54" y="1269"/>
                </a:cubicBezTo>
                <a:cubicBezTo>
                  <a:pt x="45" y="1261"/>
                  <a:pt x="38" y="1251"/>
                  <a:pt x="31" y="1241"/>
                </a:cubicBezTo>
                <a:cubicBezTo>
                  <a:pt x="24" y="1231"/>
                  <a:pt x="19" y="1221"/>
                  <a:pt x="14" y="1209"/>
                </a:cubicBezTo>
                <a:cubicBezTo>
                  <a:pt x="9" y="1198"/>
                  <a:pt x="6" y="1186"/>
                  <a:pt x="3" y="1175"/>
                </a:cubicBezTo>
                <a:cubicBezTo>
                  <a:pt x="1" y="1163"/>
                  <a:pt x="0" y="1151"/>
                  <a:pt x="0" y="113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21" name=""/>
          <p:cNvSpPr/>
          <p:nvPr/>
        </p:nvSpPr>
        <p:spPr>
          <a:xfrm>
            <a:off x="1752480" y="3952800"/>
            <a:ext cx="3048120" cy="476640"/>
          </a:xfrm>
          <a:custGeom>
            <a:avLst/>
            <a:gdLst/>
            <a:ahLst/>
            <a:rect l="0" t="0" r="r" b="b"/>
            <a:pathLst>
              <a:path w="8467" h="1324">
                <a:moveTo>
                  <a:pt x="0" y="1138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9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3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8282" y="0"/>
                </a:lnTo>
                <a:cubicBezTo>
                  <a:pt x="8294" y="0"/>
                  <a:pt x="8306" y="1"/>
                  <a:pt x="8318" y="3"/>
                </a:cubicBezTo>
                <a:cubicBezTo>
                  <a:pt x="8330" y="6"/>
                  <a:pt x="8342" y="9"/>
                  <a:pt x="8353" y="14"/>
                </a:cubicBezTo>
                <a:cubicBezTo>
                  <a:pt x="8364" y="18"/>
                  <a:pt x="8375" y="24"/>
                  <a:pt x="8385" y="31"/>
                </a:cubicBezTo>
                <a:cubicBezTo>
                  <a:pt x="8395" y="38"/>
                  <a:pt x="8405" y="45"/>
                  <a:pt x="8413" y="54"/>
                </a:cubicBezTo>
                <a:cubicBezTo>
                  <a:pt x="8422" y="63"/>
                  <a:pt x="8430" y="72"/>
                  <a:pt x="8436" y="82"/>
                </a:cubicBezTo>
                <a:cubicBezTo>
                  <a:pt x="8443" y="92"/>
                  <a:pt x="8449" y="103"/>
                  <a:pt x="8453" y="114"/>
                </a:cubicBezTo>
                <a:cubicBezTo>
                  <a:pt x="8458" y="125"/>
                  <a:pt x="8462" y="137"/>
                  <a:pt x="8464" y="149"/>
                </a:cubicBezTo>
                <a:cubicBezTo>
                  <a:pt x="8466" y="161"/>
                  <a:pt x="8467" y="173"/>
                  <a:pt x="8467" y="185"/>
                </a:cubicBezTo>
                <a:lnTo>
                  <a:pt x="8467" y="1138"/>
                </a:lnTo>
                <a:cubicBezTo>
                  <a:pt x="8467" y="1151"/>
                  <a:pt x="8466" y="1163"/>
                  <a:pt x="8464" y="1175"/>
                </a:cubicBezTo>
                <a:cubicBezTo>
                  <a:pt x="8462" y="1186"/>
                  <a:pt x="8458" y="1198"/>
                  <a:pt x="8453" y="1209"/>
                </a:cubicBezTo>
                <a:cubicBezTo>
                  <a:pt x="8449" y="1221"/>
                  <a:pt x="8443" y="1231"/>
                  <a:pt x="8436" y="1241"/>
                </a:cubicBezTo>
                <a:cubicBezTo>
                  <a:pt x="8430" y="1251"/>
                  <a:pt x="8422" y="1261"/>
                  <a:pt x="8413" y="1269"/>
                </a:cubicBezTo>
                <a:cubicBezTo>
                  <a:pt x="8405" y="1278"/>
                  <a:pt x="8395" y="1286"/>
                  <a:pt x="8385" y="1292"/>
                </a:cubicBezTo>
                <a:cubicBezTo>
                  <a:pt x="8375" y="1299"/>
                  <a:pt x="8364" y="1305"/>
                  <a:pt x="8353" y="1310"/>
                </a:cubicBezTo>
                <a:cubicBezTo>
                  <a:pt x="8342" y="1314"/>
                  <a:pt x="8330" y="1318"/>
                  <a:pt x="8318" y="1320"/>
                </a:cubicBezTo>
                <a:cubicBezTo>
                  <a:pt x="8306" y="1322"/>
                  <a:pt x="8294" y="1324"/>
                  <a:pt x="8282" y="1324"/>
                </a:cubicBezTo>
                <a:lnTo>
                  <a:pt x="185" y="1324"/>
                </a:lnTo>
                <a:cubicBezTo>
                  <a:pt x="173" y="1324"/>
                  <a:pt x="161" y="1322"/>
                  <a:pt x="149" y="1320"/>
                </a:cubicBezTo>
                <a:cubicBezTo>
                  <a:pt x="137" y="1318"/>
                  <a:pt x="125" y="1314"/>
                  <a:pt x="114" y="1310"/>
                </a:cubicBezTo>
                <a:cubicBezTo>
                  <a:pt x="103" y="1305"/>
                  <a:pt x="92" y="1299"/>
                  <a:pt x="82" y="1292"/>
                </a:cubicBezTo>
                <a:cubicBezTo>
                  <a:pt x="72" y="1286"/>
                  <a:pt x="63" y="1278"/>
                  <a:pt x="54" y="1269"/>
                </a:cubicBezTo>
                <a:cubicBezTo>
                  <a:pt x="45" y="1261"/>
                  <a:pt x="38" y="1251"/>
                  <a:pt x="31" y="1241"/>
                </a:cubicBezTo>
                <a:cubicBezTo>
                  <a:pt x="24" y="1231"/>
                  <a:pt x="19" y="1221"/>
                  <a:pt x="14" y="1209"/>
                </a:cubicBezTo>
                <a:cubicBezTo>
                  <a:pt x="9" y="1198"/>
                  <a:pt x="6" y="1186"/>
                  <a:pt x="3" y="1175"/>
                </a:cubicBezTo>
                <a:cubicBezTo>
                  <a:pt x="1" y="1163"/>
                  <a:pt x="0" y="1151"/>
                  <a:pt x="0" y="1138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22" name=""/>
          <p:cNvSpPr/>
          <p:nvPr/>
        </p:nvSpPr>
        <p:spPr>
          <a:xfrm>
            <a:off x="1908000" y="4089240"/>
            <a:ext cx="279720" cy="190800"/>
          </a:xfrm>
          <a:custGeom>
            <a:avLst/>
            <a:gdLst/>
            <a:ahLst/>
            <a:rect l="0" t="0" r="r" b="b"/>
            <a:pathLst>
              <a:path w="777" h="530">
                <a:moveTo>
                  <a:pt x="494" y="372"/>
                </a:moveTo>
                <a:cubicBezTo>
                  <a:pt x="524" y="343"/>
                  <a:pt x="539" y="307"/>
                  <a:pt x="539" y="266"/>
                </a:cubicBezTo>
                <a:cubicBezTo>
                  <a:pt x="539" y="224"/>
                  <a:pt x="524" y="188"/>
                  <a:pt x="494" y="159"/>
                </a:cubicBezTo>
                <a:cubicBezTo>
                  <a:pt x="465" y="130"/>
                  <a:pt x="430" y="116"/>
                  <a:pt x="388" y="116"/>
                </a:cubicBezTo>
                <a:cubicBezTo>
                  <a:pt x="346" y="116"/>
                  <a:pt x="311" y="130"/>
                  <a:pt x="282" y="159"/>
                </a:cubicBezTo>
                <a:cubicBezTo>
                  <a:pt x="253" y="188"/>
                  <a:pt x="238" y="224"/>
                  <a:pt x="238" y="266"/>
                </a:cubicBezTo>
                <a:cubicBezTo>
                  <a:pt x="238" y="307"/>
                  <a:pt x="253" y="343"/>
                  <a:pt x="282" y="372"/>
                </a:cubicBezTo>
                <a:cubicBezTo>
                  <a:pt x="311" y="401"/>
                  <a:pt x="346" y="415"/>
                  <a:pt x="388" y="415"/>
                </a:cubicBezTo>
                <a:cubicBezTo>
                  <a:pt x="430" y="415"/>
                  <a:pt x="465" y="401"/>
                  <a:pt x="494" y="372"/>
                </a:cubicBezTo>
                <a:moveTo>
                  <a:pt x="318" y="336"/>
                </a:moveTo>
                <a:cubicBezTo>
                  <a:pt x="299" y="317"/>
                  <a:pt x="289" y="293"/>
                  <a:pt x="289" y="266"/>
                </a:cubicBezTo>
                <a:cubicBezTo>
                  <a:pt x="289" y="238"/>
                  <a:pt x="299" y="215"/>
                  <a:pt x="318" y="195"/>
                </a:cubicBezTo>
                <a:cubicBezTo>
                  <a:pt x="337" y="176"/>
                  <a:pt x="360" y="167"/>
                  <a:pt x="388" y="167"/>
                </a:cubicBezTo>
                <a:cubicBezTo>
                  <a:pt x="416" y="167"/>
                  <a:pt x="439" y="176"/>
                  <a:pt x="458" y="195"/>
                </a:cubicBezTo>
                <a:cubicBezTo>
                  <a:pt x="477" y="215"/>
                  <a:pt x="487" y="238"/>
                  <a:pt x="487" y="266"/>
                </a:cubicBezTo>
                <a:cubicBezTo>
                  <a:pt x="487" y="293"/>
                  <a:pt x="477" y="317"/>
                  <a:pt x="458" y="336"/>
                </a:cubicBezTo>
                <a:cubicBezTo>
                  <a:pt x="439" y="355"/>
                  <a:pt x="416" y="364"/>
                  <a:pt x="388" y="364"/>
                </a:cubicBezTo>
                <a:cubicBezTo>
                  <a:pt x="360" y="364"/>
                  <a:pt x="337" y="355"/>
                  <a:pt x="318" y="336"/>
                </a:cubicBezTo>
                <a:moveTo>
                  <a:pt x="155" y="457"/>
                </a:moveTo>
                <a:cubicBezTo>
                  <a:pt x="86" y="408"/>
                  <a:pt x="34" y="344"/>
                  <a:pt x="0" y="266"/>
                </a:cubicBezTo>
                <a:cubicBezTo>
                  <a:pt x="34" y="187"/>
                  <a:pt x="86" y="123"/>
                  <a:pt x="155" y="74"/>
                </a:cubicBezTo>
                <a:cubicBezTo>
                  <a:pt x="225" y="25"/>
                  <a:pt x="302" y="0"/>
                  <a:pt x="388" y="0"/>
                </a:cubicBezTo>
                <a:cubicBezTo>
                  <a:pt x="474" y="0"/>
                  <a:pt x="552" y="25"/>
                  <a:pt x="622" y="74"/>
                </a:cubicBezTo>
                <a:cubicBezTo>
                  <a:pt x="691" y="123"/>
                  <a:pt x="743" y="187"/>
                  <a:pt x="777" y="266"/>
                </a:cubicBezTo>
                <a:cubicBezTo>
                  <a:pt x="743" y="344"/>
                  <a:pt x="691" y="408"/>
                  <a:pt x="622" y="457"/>
                </a:cubicBezTo>
                <a:cubicBezTo>
                  <a:pt x="552" y="506"/>
                  <a:pt x="474" y="530"/>
                  <a:pt x="388" y="530"/>
                </a:cubicBezTo>
                <a:cubicBezTo>
                  <a:pt x="302" y="530"/>
                  <a:pt x="225" y="506"/>
                  <a:pt x="155" y="457"/>
                </a:cubicBezTo>
                <a:moveTo>
                  <a:pt x="388" y="266"/>
                </a:moveTo>
                <a:lnTo>
                  <a:pt x="388" y="266"/>
                </a:lnTo>
                <a:moveTo>
                  <a:pt x="585" y="419"/>
                </a:moveTo>
                <a:cubicBezTo>
                  <a:pt x="645" y="381"/>
                  <a:pt x="690" y="330"/>
                  <a:pt x="722" y="266"/>
                </a:cubicBezTo>
                <a:cubicBezTo>
                  <a:pt x="690" y="201"/>
                  <a:pt x="645" y="150"/>
                  <a:pt x="585" y="112"/>
                </a:cubicBezTo>
                <a:cubicBezTo>
                  <a:pt x="526" y="73"/>
                  <a:pt x="459" y="54"/>
                  <a:pt x="388" y="54"/>
                </a:cubicBezTo>
                <a:cubicBezTo>
                  <a:pt x="317" y="54"/>
                  <a:pt x="251" y="73"/>
                  <a:pt x="192" y="112"/>
                </a:cubicBezTo>
                <a:cubicBezTo>
                  <a:pt x="132" y="150"/>
                  <a:pt x="86" y="201"/>
                  <a:pt x="55" y="266"/>
                </a:cubicBezTo>
                <a:cubicBezTo>
                  <a:pt x="86" y="330"/>
                  <a:pt x="132" y="381"/>
                  <a:pt x="192" y="419"/>
                </a:cubicBezTo>
                <a:cubicBezTo>
                  <a:pt x="251" y="458"/>
                  <a:pt x="317" y="477"/>
                  <a:pt x="388" y="477"/>
                </a:cubicBezTo>
                <a:cubicBezTo>
                  <a:pt x="459" y="477"/>
                  <a:pt x="526" y="458"/>
                  <a:pt x="585" y="419"/>
                </a:cubicBez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223" name=""/>
          <p:cNvSpPr txBox="1"/>
          <p:nvPr/>
        </p:nvSpPr>
        <p:spPr>
          <a:xfrm>
            <a:off x="2143080" y="3017520"/>
            <a:ext cx="25196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500" spc="-1" strike="noStrike">
                <a:solidFill>
                  <a:srgbClr val="4d4d4d"/>
                </a:solidFill>
                <a:latin typeface="Noto Sans JP"/>
                <a:ea typeface="Noto Sans JP"/>
              </a:rPr>
              <a:t>課題</a:t>
            </a:r>
            <a:r>
              <a:rPr b="0" lang="ja-JP" sz="1500" spc="-1" strike="noStrike">
                <a:solidFill>
                  <a:srgbClr val="4d4d4d"/>
                </a:solidFill>
                <a:latin typeface="Noto Sans JP"/>
                <a:ea typeface="Noto Sans JP"/>
              </a:rPr>
              <a:t> 記録を守る仕組みがない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24" name=""/>
          <p:cNvSpPr/>
          <p:nvPr/>
        </p:nvSpPr>
        <p:spPr>
          <a:xfrm>
            <a:off x="1466640" y="4981320"/>
            <a:ext cx="3619800" cy="476640"/>
          </a:xfrm>
          <a:custGeom>
            <a:avLst/>
            <a:gdLst/>
            <a:ahLst/>
            <a:rect l="0" t="0" r="r" b="b"/>
            <a:pathLst>
              <a:path w="10055" h="1324">
                <a:moveTo>
                  <a:pt x="0" y="1139"/>
                </a:moveTo>
                <a:lnTo>
                  <a:pt x="0" y="186"/>
                </a:lnTo>
                <a:cubicBezTo>
                  <a:pt x="0" y="174"/>
                  <a:pt x="1" y="162"/>
                  <a:pt x="4" y="150"/>
                </a:cubicBezTo>
                <a:cubicBezTo>
                  <a:pt x="6" y="138"/>
                  <a:pt x="10" y="127"/>
                  <a:pt x="14" y="116"/>
                </a:cubicBezTo>
                <a:cubicBezTo>
                  <a:pt x="19" y="104"/>
                  <a:pt x="25" y="94"/>
                  <a:pt x="31" y="84"/>
                </a:cubicBezTo>
                <a:cubicBezTo>
                  <a:pt x="38" y="73"/>
                  <a:pt x="46" y="64"/>
                  <a:pt x="54" y="55"/>
                </a:cubicBezTo>
                <a:cubicBezTo>
                  <a:pt x="63" y="47"/>
                  <a:pt x="72" y="38"/>
                  <a:pt x="82" y="31"/>
                </a:cubicBezTo>
                <a:cubicBezTo>
                  <a:pt x="93" y="25"/>
                  <a:pt x="103" y="19"/>
                  <a:pt x="114" y="14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9870" y="0"/>
                </a:lnTo>
                <a:cubicBezTo>
                  <a:pt x="9882" y="0"/>
                  <a:pt x="9894" y="1"/>
                  <a:pt x="9906" y="4"/>
                </a:cubicBezTo>
                <a:cubicBezTo>
                  <a:pt x="9918" y="6"/>
                  <a:pt x="9930" y="10"/>
                  <a:pt x="9941" y="14"/>
                </a:cubicBezTo>
                <a:cubicBezTo>
                  <a:pt x="9952" y="19"/>
                  <a:pt x="9963" y="25"/>
                  <a:pt x="9973" y="31"/>
                </a:cubicBezTo>
                <a:cubicBezTo>
                  <a:pt x="9983" y="38"/>
                  <a:pt x="9992" y="47"/>
                  <a:pt x="10001" y="55"/>
                </a:cubicBezTo>
                <a:cubicBezTo>
                  <a:pt x="10010" y="64"/>
                  <a:pt x="10017" y="73"/>
                  <a:pt x="10024" y="84"/>
                </a:cubicBezTo>
                <a:cubicBezTo>
                  <a:pt x="10031" y="94"/>
                  <a:pt x="10036" y="104"/>
                  <a:pt x="10041" y="116"/>
                </a:cubicBezTo>
                <a:cubicBezTo>
                  <a:pt x="10046" y="127"/>
                  <a:pt x="10049" y="138"/>
                  <a:pt x="10052" y="150"/>
                </a:cubicBezTo>
                <a:cubicBezTo>
                  <a:pt x="10054" y="162"/>
                  <a:pt x="10055" y="174"/>
                  <a:pt x="10055" y="186"/>
                </a:cubicBezTo>
                <a:lnTo>
                  <a:pt x="10055" y="1139"/>
                </a:lnTo>
                <a:cubicBezTo>
                  <a:pt x="10055" y="1151"/>
                  <a:pt x="10054" y="1163"/>
                  <a:pt x="10052" y="1175"/>
                </a:cubicBezTo>
                <a:cubicBezTo>
                  <a:pt x="10049" y="1187"/>
                  <a:pt x="10046" y="1199"/>
                  <a:pt x="10041" y="1210"/>
                </a:cubicBezTo>
                <a:cubicBezTo>
                  <a:pt x="10036" y="1221"/>
                  <a:pt x="10031" y="1232"/>
                  <a:pt x="10024" y="1242"/>
                </a:cubicBezTo>
                <a:cubicBezTo>
                  <a:pt x="10017" y="1252"/>
                  <a:pt x="10010" y="1261"/>
                  <a:pt x="10001" y="1270"/>
                </a:cubicBezTo>
                <a:cubicBezTo>
                  <a:pt x="9992" y="1278"/>
                  <a:pt x="9983" y="1286"/>
                  <a:pt x="9973" y="1293"/>
                </a:cubicBezTo>
                <a:cubicBezTo>
                  <a:pt x="9963" y="1300"/>
                  <a:pt x="9952" y="1305"/>
                  <a:pt x="9941" y="1310"/>
                </a:cubicBezTo>
                <a:cubicBezTo>
                  <a:pt x="9930" y="1315"/>
                  <a:pt x="9918" y="1318"/>
                  <a:pt x="9906" y="1321"/>
                </a:cubicBezTo>
                <a:cubicBezTo>
                  <a:pt x="9894" y="1323"/>
                  <a:pt x="9882" y="1324"/>
                  <a:pt x="9870" y="1324"/>
                </a:cubicBezTo>
                <a:lnTo>
                  <a:pt x="185" y="1324"/>
                </a:lnTo>
                <a:cubicBezTo>
                  <a:pt x="173" y="1324"/>
                  <a:pt x="161" y="1323"/>
                  <a:pt x="149" y="1321"/>
                </a:cubicBezTo>
                <a:cubicBezTo>
                  <a:pt x="137" y="1318"/>
                  <a:pt x="126" y="1315"/>
                  <a:pt x="114" y="1310"/>
                </a:cubicBezTo>
                <a:cubicBezTo>
                  <a:pt x="103" y="1305"/>
                  <a:pt x="93" y="1300"/>
                  <a:pt x="82" y="1293"/>
                </a:cubicBezTo>
                <a:cubicBezTo>
                  <a:pt x="72" y="1286"/>
                  <a:pt x="63" y="1278"/>
                  <a:pt x="54" y="1270"/>
                </a:cubicBezTo>
                <a:cubicBezTo>
                  <a:pt x="46" y="1261"/>
                  <a:pt x="38" y="1252"/>
                  <a:pt x="31" y="1242"/>
                </a:cubicBezTo>
                <a:cubicBezTo>
                  <a:pt x="25" y="1232"/>
                  <a:pt x="19" y="1221"/>
                  <a:pt x="14" y="1210"/>
                </a:cubicBezTo>
                <a:cubicBezTo>
                  <a:pt x="10" y="1199"/>
                  <a:pt x="6" y="1187"/>
                  <a:pt x="4" y="1175"/>
                </a:cubicBezTo>
                <a:cubicBezTo>
                  <a:pt x="1" y="1163"/>
                  <a:pt x="0" y="1151"/>
                  <a:pt x="0" y="113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25" name=""/>
          <p:cNvSpPr/>
          <p:nvPr/>
        </p:nvSpPr>
        <p:spPr>
          <a:xfrm>
            <a:off x="1466640" y="4981320"/>
            <a:ext cx="3619800" cy="476640"/>
          </a:xfrm>
          <a:custGeom>
            <a:avLst/>
            <a:gdLst/>
            <a:ahLst/>
            <a:rect l="0" t="0" r="r" b="b"/>
            <a:pathLst>
              <a:path w="10055" h="1324">
                <a:moveTo>
                  <a:pt x="0" y="1139"/>
                </a:moveTo>
                <a:lnTo>
                  <a:pt x="0" y="186"/>
                </a:lnTo>
                <a:cubicBezTo>
                  <a:pt x="0" y="174"/>
                  <a:pt x="1" y="162"/>
                  <a:pt x="4" y="150"/>
                </a:cubicBezTo>
                <a:cubicBezTo>
                  <a:pt x="6" y="138"/>
                  <a:pt x="10" y="127"/>
                  <a:pt x="14" y="116"/>
                </a:cubicBezTo>
                <a:cubicBezTo>
                  <a:pt x="19" y="104"/>
                  <a:pt x="25" y="94"/>
                  <a:pt x="31" y="84"/>
                </a:cubicBezTo>
                <a:cubicBezTo>
                  <a:pt x="38" y="73"/>
                  <a:pt x="46" y="64"/>
                  <a:pt x="54" y="55"/>
                </a:cubicBezTo>
                <a:cubicBezTo>
                  <a:pt x="63" y="47"/>
                  <a:pt x="72" y="38"/>
                  <a:pt x="82" y="31"/>
                </a:cubicBezTo>
                <a:cubicBezTo>
                  <a:pt x="93" y="25"/>
                  <a:pt x="103" y="19"/>
                  <a:pt x="114" y="14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9870" y="0"/>
                </a:lnTo>
                <a:cubicBezTo>
                  <a:pt x="9882" y="0"/>
                  <a:pt x="9894" y="1"/>
                  <a:pt x="9906" y="4"/>
                </a:cubicBezTo>
                <a:cubicBezTo>
                  <a:pt x="9918" y="6"/>
                  <a:pt x="9930" y="10"/>
                  <a:pt x="9941" y="14"/>
                </a:cubicBezTo>
                <a:cubicBezTo>
                  <a:pt x="9952" y="19"/>
                  <a:pt x="9963" y="25"/>
                  <a:pt x="9973" y="31"/>
                </a:cubicBezTo>
                <a:cubicBezTo>
                  <a:pt x="9983" y="38"/>
                  <a:pt x="9992" y="47"/>
                  <a:pt x="10001" y="55"/>
                </a:cubicBezTo>
                <a:cubicBezTo>
                  <a:pt x="10010" y="64"/>
                  <a:pt x="10017" y="73"/>
                  <a:pt x="10024" y="84"/>
                </a:cubicBezTo>
                <a:cubicBezTo>
                  <a:pt x="10031" y="94"/>
                  <a:pt x="10036" y="104"/>
                  <a:pt x="10041" y="116"/>
                </a:cubicBezTo>
                <a:cubicBezTo>
                  <a:pt x="10046" y="127"/>
                  <a:pt x="10049" y="138"/>
                  <a:pt x="10052" y="150"/>
                </a:cubicBezTo>
                <a:cubicBezTo>
                  <a:pt x="10054" y="162"/>
                  <a:pt x="10055" y="174"/>
                  <a:pt x="10055" y="186"/>
                </a:cubicBezTo>
                <a:lnTo>
                  <a:pt x="10055" y="1139"/>
                </a:lnTo>
                <a:cubicBezTo>
                  <a:pt x="10055" y="1151"/>
                  <a:pt x="10054" y="1163"/>
                  <a:pt x="10052" y="1175"/>
                </a:cubicBezTo>
                <a:cubicBezTo>
                  <a:pt x="10049" y="1187"/>
                  <a:pt x="10046" y="1199"/>
                  <a:pt x="10041" y="1210"/>
                </a:cubicBezTo>
                <a:cubicBezTo>
                  <a:pt x="10036" y="1221"/>
                  <a:pt x="10031" y="1232"/>
                  <a:pt x="10024" y="1242"/>
                </a:cubicBezTo>
                <a:cubicBezTo>
                  <a:pt x="10017" y="1252"/>
                  <a:pt x="10010" y="1261"/>
                  <a:pt x="10001" y="1270"/>
                </a:cubicBezTo>
                <a:cubicBezTo>
                  <a:pt x="9992" y="1278"/>
                  <a:pt x="9983" y="1286"/>
                  <a:pt x="9973" y="1293"/>
                </a:cubicBezTo>
                <a:cubicBezTo>
                  <a:pt x="9963" y="1300"/>
                  <a:pt x="9952" y="1305"/>
                  <a:pt x="9941" y="1310"/>
                </a:cubicBezTo>
                <a:cubicBezTo>
                  <a:pt x="9930" y="1315"/>
                  <a:pt x="9918" y="1318"/>
                  <a:pt x="9906" y="1321"/>
                </a:cubicBezTo>
                <a:cubicBezTo>
                  <a:pt x="9894" y="1323"/>
                  <a:pt x="9882" y="1324"/>
                  <a:pt x="9870" y="1324"/>
                </a:cubicBezTo>
                <a:lnTo>
                  <a:pt x="185" y="1324"/>
                </a:lnTo>
                <a:cubicBezTo>
                  <a:pt x="173" y="1324"/>
                  <a:pt x="161" y="1323"/>
                  <a:pt x="149" y="1321"/>
                </a:cubicBezTo>
                <a:cubicBezTo>
                  <a:pt x="137" y="1318"/>
                  <a:pt x="126" y="1315"/>
                  <a:pt x="114" y="1310"/>
                </a:cubicBezTo>
                <a:cubicBezTo>
                  <a:pt x="103" y="1305"/>
                  <a:pt x="93" y="1300"/>
                  <a:pt x="82" y="1293"/>
                </a:cubicBezTo>
                <a:cubicBezTo>
                  <a:pt x="72" y="1286"/>
                  <a:pt x="63" y="1278"/>
                  <a:pt x="54" y="1270"/>
                </a:cubicBezTo>
                <a:cubicBezTo>
                  <a:pt x="46" y="1261"/>
                  <a:pt x="38" y="1252"/>
                  <a:pt x="31" y="1242"/>
                </a:cubicBezTo>
                <a:cubicBezTo>
                  <a:pt x="25" y="1232"/>
                  <a:pt x="19" y="1221"/>
                  <a:pt x="14" y="1210"/>
                </a:cubicBezTo>
                <a:cubicBezTo>
                  <a:pt x="10" y="1199"/>
                  <a:pt x="6" y="1187"/>
                  <a:pt x="4" y="1175"/>
                </a:cubicBezTo>
                <a:cubicBezTo>
                  <a:pt x="1" y="1163"/>
                  <a:pt x="0" y="1151"/>
                  <a:pt x="0" y="1139"/>
                </a:cubicBezTo>
                <a:close/>
              </a:path>
            </a:pathLst>
          </a:custGeom>
          <a:noFill/>
          <a:ln w="18720">
            <a:solidFill>
              <a:srgbClr val="197a4b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26" name=""/>
          <p:cNvSpPr/>
          <p:nvPr/>
        </p:nvSpPr>
        <p:spPr>
          <a:xfrm>
            <a:off x="1635120" y="5092560"/>
            <a:ext cx="254160" cy="254160"/>
          </a:xfrm>
          <a:custGeom>
            <a:avLst/>
            <a:gdLst/>
            <a:ahLst/>
            <a:rect l="0" t="0" r="r" b="b"/>
            <a:pathLst>
              <a:path w="706" h="706">
                <a:moveTo>
                  <a:pt x="301" y="514"/>
                </a:moveTo>
                <a:lnTo>
                  <a:pt x="551" y="264"/>
                </a:lnTo>
                <a:lnTo>
                  <a:pt x="510" y="224"/>
                </a:lnTo>
                <a:lnTo>
                  <a:pt x="301" y="434"/>
                </a:lnTo>
                <a:lnTo>
                  <a:pt x="195" y="328"/>
                </a:lnTo>
                <a:lnTo>
                  <a:pt x="156" y="368"/>
                </a:lnTo>
                <a:lnTo>
                  <a:pt x="301" y="514"/>
                </a:lnTo>
                <a:moveTo>
                  <a:pt x="353" y="706"/>
                </a:moveTo>
                <a:cubicBezTo>
                  <a:pt x="305" y="706"/>
                  <a:pt x="260" y="697"/>
                  <a:pt x="217" y="679"/>
                </a:cubicBezTo>
                <a:cubicBezTo>
                  <a:pt x="174" y="660"/>
                  <a:pt x="136" y="635"/>
                  <a:pt x="104" y="603"/>
                </a:cubicBezTo>
                <a:cubicBezTo>
                  <a:pt x="72" y="571"/>
                  <a:pt x="47" y="533"/>
                  <a:pt x="27" y="490"/>
                </a:cubicBezTo>
                <a:cubicBezTo>
                  <a:pt x="9" y="447"/>
                  <a:pt x="0" y="402"/>
                  <a:pt x="0" y="354"/>
                </a:cubicBezTo>
                <a:cubicBezTo>
                  <a:pt x="0" y="304"/>
                  <a:pt x="9" y="258"/>
                  <a:pt x="27" y="215"/>
                </a:cubicBezTo>
                <a:cubicBezTo>
                  <a:pt x="47" y="172"/>
                  <a:pt x="72" y="135"/>
                  <a:pt x="104" y="103"/>
                </a:cubicBezTo>
                <a:cubicBezTo>
                  <a:pt x="136" y="71"/>
                  <a:pt x="174" y="46"/>
                  <a:pt x="217" y="28"/>
                </a:cubicBezTo>
                <a:cubicBezTo>
                  <a:pt x="260" y="9"/>
                  <a:pt x="305" y="0"/>
                  <a:pt x="353" y="0"/>
                </a:cubicBezTo>
                <a:cubicBezTo>
                  <a:pt x="402" y="0"/>
                  <a:pt x="448" y="9"/>
                  <a:pt x="491" y="28"/>
                </a:cubicBezTo>
                <a:cubicBezTo>
                  <a:pt x="534" y="46"/>
                  <a:pt x="571" y="71"/>
                  <a:pt x="603" y="103"/>
                </a:cubicBezTo>
                <a:cubicBezTo>
                  <a:pt x="635" y="135"/>
                  <a:pt x="660" y="172"/>
                  <a:pt x="678" y="215"/>
                </a:cubicBezTo>
                <a:cubicBezTo>
                  <a:pt x="697" y="258"/>
                  <a:pt x="706" y="304"/>
                  <a:pt x="706" y="354"/>
                </a:cubicBezTo>
                <a:cubicBezTo>
                  <a:pt x="706" y="402"/>
                  <a:pt x="697" y="447"/>
                  <a:pt x="678" y="490"/>
                </a:cubicBezTo>
                <a:cubicBezTo>
                  <a:pt x="660" y="533"/>
                  <a:pt x="635" y="571"/>
                  <a:pt x="603" y="603"/>
                </a:cubicBezTo>
                <a:cubicBezTo>
                  <a:pt x="571" y="635"/>
                  <a:pt x="534" y="660"/>
                  <a:pt x="491" y="679"/>
                </a:cubicBezTo>
                <a:cubicBezTo>
                  <a:pt x="448" y="697"/>
                  <a:pt x="402" y="706"/>
                  <a:pt x="353" y="706"/>
                </a:cubicBezTo>
                <a:moveTo>
                  <a:pt x="353" y="654"/>
                </a:moveTo>
                <a:cubicBezTo>
                  <a:pt x="437" y="654"/>
                  <a:pt x="508" y="624"/>
                  <a:pt x="566" y="566"/>
                </a:cubicBezTo>
                <a:cubicBezTo>
                  <a:pt x="624" y="507"/>
                  <a:pt x="653" y="437"/>
                  <a:pt x="653" y="354"/>
                </a:cubicBezTo>
                <a:cubicBezTo>
                  <a:pt x="653" y="269"/>
                  <a:pt x="624" y="198"/>
                  <a:pt x="566" y="140"/>
                </a:cubicBezTo>
                <a:cubicBezTo>
                  <a:pt x="508" y="82"/>
                  <a:pt x="437" y="53"/>
                  <a:pt x="353" y="53"/>
                </a:cubicBezTo>
                <a:cubicBezTo>
                  <a:pt x="270" y="53"/>
                  <a:pt x="200" y="82"/>
                  <a:pt x="141" y="140"/>
                </a:cubicBezTo>
                <a:cubicBezTo>
                  <a:pt x="83" y="198"/>
                  <a:pt x="53" y="269"/>
                  <a:pt x="53" y="354"/>
                </a:cubicBezTo>
                <a:cubicBezTo>
                  <a:pt x="53" y="437"/>
                  <a:pt x="83" y="507"/>
                  <a:pt x="141" y="566"/>
                </a:cubicBezTo>
                <a:cubicBezTo>
                  <a:pt x="200" y="624"/>
                  <a:pt x="270" y="654"/>
                  <a:pt x="353" y="654"/>
                </a:cubicBezTo>
                <a:moveTo>
                  <a:pt x="353" y="354"/>
                </a:moveTo>
                <a:lnTo>
                  <a:pt x="353" y="354"/>
                </a:lnTo>
                <a:close/>
              </a:path>
            </a:pathLst>
          </a:custGeom>
          <a:solidFill>
            <a:srgbClr val="197a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227" name=""/>
          <p:cNvSpPr txBox="1"/>
          <p:nvPr/>
        </p:nvSpPr>
        <p:spPr>
          <a:xfrm>
            <a:off x="2276640" y="4046040"/>
            <a:ext cx="228672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人が見ている間だけ動かす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28" name=""/>
          <p:cNvSpPr/>
          <p:nvPr/>
        </p:nvSpPr>
        <p:spPr>
          <a:xfrm>
            <a:off x="6248160" y="1599840"/>
            <a:ext cx="5334480" cy="4800960"/>
          </a:xfrm>
          <a:custGeom>
            <a:avLst/>
            <a:gdLst/>
            <a:ahLst/>
            <a:rect l="0" t="0" r="r" b="b"/>
            <a:pathLst>
              <a:path w="14818" h="13336">
                <a:moveTo>
                  <a:pt x="0" y="13125"/>
                </a:moveTo>
                <a:lnTo>
                  <a:pt x="0" y="212"/>
                </a:lnTo>
                <a:cubicBezTo>
                  <a:pt x="0" y="198"/>
                  <a:pt x="2" y="185"/>
                  <a:pt x="4" y="171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2" y="118"/>
                  <a:pt x="28" y="106"/>
                  <a:pt x="36" y="95"/>
                </a:cubicBezTo>
                <a:cubicBezTo>
                  <a:pt x="44" y="83"/>
                  <a:pt x="52" y="72"/>
                  <a:pt x="62" y="62"/>
                </a:cubicBezTo>
                <a:cubicBezTo>
                  <a:pt x="72" y="53"/>
                  <a:pt x="83" y="44"/>
                  <a:pt x="94" y="36"/>
                </a:cubicBezTo>
                <a:cubicBezTo>
                  <a:pt x="106" y="28"/>
                  <a:pt x="118" y="22"/>
                  <a:pt x="131" y="17"/>
                </a:cubicBezTo>
                <a:cubicBezTo>
                  <a:pt x="144" y="11"/>
                  <a:pt x="157" y="7"/>
                  <a:pt x="171" y="5"/>
                </a:cubicBezTo>
                <a:cubicBezTo>
                  <a:pt x="184" y="2"/>
                  <a:pt x="198" y="0"/>
                  <a:pt x="212" y="0"/>
                </a:cubicBezTo>
                <a:lnTo>
                  <a:pt x="14606" y="0"/>
                </a:lnTo>
                <a:cubicBezTo>
                  <a:pt x="14620" y="0"/>
                  <a:pt x="14634" y="2"/>
                  <a:pt x="14647" y="5"/>
                </a:cubicBezTo>
                <a:cubicBezTo>
                  <a:pt x="14661" y="7"/>
                  <a:pt x="14674" y="11"/>
                  <a:pt x="14687" y="17"/>
                </a:cubicBezTo>
                <a:cubicBezTo>
                  <a:pt x="14700" y="22"/>
                  <a:pt x="14712" y="28"/>
                  <a:pt x="14724" y="36"/>
                </a:cubicBezTo>
                <a:cubicBezTo>
                  <a:pt x="14735" y="44"/>
                  <a:pt x="14746" y="53"/>
                  <a:pt x="14756" y="62"/>
                </a:cubicBezTo>
                <a:cubicBezTo>
                  <a:pt x="14766" y="72"/>
                  <a:pt x="14774" y="83"/>
                  <a:pt x="14782" y="95"/>
                </a:cubicBezTo>
                <a:cubicBezTo>
                  <a:pt x="14790" y="106"/>
                  <a:pt x="14796" y="118"/>
                  <a:pt x="14802" y="131"/>
                </a:cubicBezTo>
                <a:cubicBezTo>
                  <a:pt x="14807" y="144"/>
                  <a:pt x="14811" y="157"/>
                  <a:pt x="14814" y="171"/>
                </a:cubicBezTo>
                <a:cubicBezTo>
                  <a:pt x="14816" y="185"/>
                  <a:pt x="14818" y="198"/>
                  <a:pt x="14818" y="212"/>
                </a:cubicBezTo>
                <a:lnTo>
                  <a:pt x="14818" y="13125"/>
                </a:lnTo>
                <a:cubicBezTo>
                  <a:pt x="14818" y="13139"/>
                  <a:pt x="14816" y="13152"/>
                  <a:pt x="14814" y="13166"/>
                </a:cubicBezTo>
                <a:cubicBezTo>
                  <a:pt x="14811" y="13180"/>
                  <a:pt x="14807" y="13193"/>
                  <a:pt x="14802" y="13206"/>
                </a:cubicBezTo>
                <a:cubicBezTo>
                  <a:pt x="14796" y="13219"/>
                  <a:pt x="14790" y="13231"/>
                  <a:pt x="14782" y="13242"/>
                </a:cubicBezTo>
                <a:cubicBezTo>
                  <a:pt x="14774" y="13254"/>
                  <a:pt x="14766" y="13265"/>
                  <a:pt x="14756" y="13275"/>
                </a:cubicBezTo>
                <a:cubicBezTo>
                  <a:pt x="14746" y="13284"/>
                  <a:pt x="14735" y="13293"/>
                  <a:pt x="14724" y="13301"/>
                </a:cubicBezTo>
                <a:cubicBezTo>
                  <a:pt x="14712" y="13309"/>
                  <a:pt x="14700" y="13315"/>
                  <a:pt x="14687" y="13320"/>
                </a:cubicBezTo>
                <a:cubicBezTo>
                  <a:pt x="14674" y="13326"/>
                  <a:pt x="14661" y="13330"/>
                  <a:pt x="14647" y="13332"/>
                </a:cubicBezTo>
                <a:cubicBezTo>
                  <a:pt x="14634" y="13335"/>
                  <a:pt x="14620" y="13336"/>
                  <a:pt x="14606" y="13336"/>
                </a:cubicBezTo>
                <a:lnTo>
                  <a:pt x="212" y="13336"/>
                </a:lnTo>
                <a:cubicBezTo>
                  <a:pt x="198" y="13336"/>
                  <a:pt x="184" y="13335"/>
                  <a:pt x="171" y="13332"/>
                </a:cubicBezTo>
                <a:cubicBezTo>
                  <a:pt x="157" y="13330"/>
                  <a:pt x="144" y="13326"/>
                  <a:pt x="131" y="13320"/>
                </a:cubicBezTo>
                <a:cubicBezTo>
                  <a:pt x="118" y="13315"/>
                  <a:pt x="106" y="13309"/>
                  <a:pt x="94" y="13301"/>
                </a:cubicBezTo>
                <a:cubicBezTo>
                  <a:pt x="83" y="13293"/>
                  <a:pt x="72" y="13284"/>
                  <a:pt x="62" y="13275"/>
                </a:cubicBezTo>
                <a:cubicBezTo>
                  <a:pt x="52" y="13265"/>
                  <a:pt x="44" y="13254"/>
                  <a:pt x="36" y="13242"/>
                </a:cubicBezTo>
                <a:cubicBezTo>
                  <a:pt x="28" y="13231"/>
                  <a:pt x="22" y="13219"/>
                  <a:pt x="16" y="13206"/>
                </a:cubicBezTo>
                <a:cubicBezTo>
                  <a:pt x="11" y="13193"/>
                  <a:pt x="7" y="13180"/>
                  <a:pt x="4" y="13166"/>
                </a:cubicBezTo>
                <a:cubicBezTo>
                  <a:pt x="2" y="13152"/>
                  <a:pt x="0" y="13139"/>
                  <a:pt x="0" y="13125"/>
                </a:cubicBezTo>
                <a:close/>
              </a:path>
            </a:pathLst>
          </a:custGeom>
          <a:solidFill>
            <a:srgbClr val="e8f1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29" name=""/>
          <p:cNvSpPr txBox="1"/>
          <p:nvPr/>
        </p:nvSpPr>
        <p:spPr>
          <a:xfrm>
            <a:off x="1990800" y="5074920"/>
            <a:ext cx="28584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記録の守り方を次の計画で決める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30" name=""/>
          <p:cNvSpPr/>
          <p:nvPr/>
        </p:nvSpPr>
        <p:spPr>
          <a:xfrm>
            <a:off x="7257960" y="2923920"/>
            <a:ext cx="3314880" cy="476640"/>
          </a:xfrm>
          <a:custGeom>
            <a:avLst/>
            <a:gdLst/>
            <a:ahLst/>
            <a:rect l="0" t="0" r="r" b="b"/>
            <a:pathLst>
              <a:path w="9208" h="1324">
                <a:moveTo>
                  <a:pt x="0" y="1139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5"/>
                </a:cubicBezTo>
                <a:cubicBezTo>
                  <a:pt x="18" y="103"/>
                  <a:pt x="24" y="93"/>
                  <a:pt x="31" y="83"/>
                </a:cubicBezTo>
                <a:cubicBezTo>
                  <a:pt x="38" y="72"/>
                  <a:pt x="45" y="63"/>
                  <a:pt x="54" y="54"/>
                </a:cubicBezTo>
                <a:cubicBezTo>
                  <a:pt x="63" y="46"/>
                  <a:pt x="72" y="38"/>
                  <a:pt x="82" y="31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9023" y="0"/>
                </a:lnTo>
                <a:cubicBezTo>
                  <a:pt x="9035" y="0"/>
                  <a:pt x="9047" y="1"/>
                  <a:pt x="9059" y="4"/>
                </a:cubicBezTo>
                <a:cubicBezTo>
                  <a:pt x="9071" y="6"/>
                  <a:pt x="9083" y="10"/>
                  <a:pt x="9094" y="14"/>
                </a:cubicBezTo>
                <a:cubicBezTo>
                  <a:pt x="9105" y="19"/>
                  <a:pt x="9116" y="25"/>
                  <a:pt x="9126" y="31"/>
                </a:cubicBezTo>
                <a:cubicBezTo>
                  <a:pt x="9136" y="38"/>
                  <a:pt x="9145" y="46"/>
                  <a:pt x="9154" y="54"/>
                </a:cubicBezTo>
                <a:cubicBezTo>
                  <a:pt x="9163" y="63"/>
                  <a:pt x="9170" y="72"/>
                  <a:pt x="9177" y="83"/>
                </a:cubicBezTo>
                <a:cubicBezTo>
                  <a:pt x="9184" y="93"/>
                  <a:pt x="9189" y="103"/>
                  <a:pt x="9194" y="115"/>
                </a:cubicBezTo>
                <a:cubicBezTo>
                  <a:pt x="9199" y="126"/>
                  <a:pt x="9202" y="137"/>
                  <a:pt x="9205" y="149"/>
                </a:cubicBezTo>
                <a:cubicBezTo>
                  <a:pt x="9207" y="161"/>
                  <a:pt x="9208" y="173"/>
                  <a:pt x="9208" y="185"/>
                </a:cubicBezTo>
                <a:lnTo>
                  <a:pt x="9208" y="1139"/>
                </a:lnTo>
                <a:cubicBezTo>
                  <a:pt x="9208" y="1151"/>
                  <a:pt x="9207" y="1163"/>
                  <a:pt x="9205" y="1175"/>
                </a:cubicBezTo>
                <a:cubicBezTo>
                  <a:pt x="9202" y="1187"/>
                  <a:pt x="9199" y="1199"/>
                  <a:pt x="9194" y="1210"/>
                </a:cubicBezTo>
                <a:cubicBezTo>
                  <a:pt x="9189" y="1221"/>
                  <a:pt x="9184" y="1232"/>
                  <a:pt x="9177" y="1242"/>
                </a:cubicBezTo>
                <a:cubicBezTo>
                  <a:pt x="9170" y="1252"/>
                  <a:pt x="9163" y="1261"/>
                  <a:pt x="9154" y="1270"/>
                </a:cubicBezTo>
                <a:cubicBezTo>
                  <a:pt x="9145" y="1278"/>
                  <a:pt x="9136" y="1286"/>
                  <a:pt x="9126" y="1293"/>
                </a:cubicBezTo>
                <a:cubicBezTo>
                  <a:pt x="9116" y="1300"/>
                  <a:pt x="9105" y="1305"/>
                  <a:pt x="9094" y="1310"/>
                </a:cubicBezTo>
                <a:cubicBezTo>
                  <a:pt x="9083" y="1315"/>
                  <a:pt x="9071" y="1318"/>
                  <a:pt x="9059" y="1321"/>
                </a:cubicBezTo>
                <a:cubicBezTo>
                  <a:pt x="9047" y="1323"/>
                  <a:pt x="9035" y="1324"/>
                  <a:pt x="9023" y="1324"/>
                </a:cubicBezTo>
                <a:lnTo>
                  <a:pt x="185" y="1324"/>
                </a:lnTo>
                <a:cubicBezTo>
                  <a:pt x="173" y="1324"/>
                  <a:pt x="161" y="1323"/>
                  <a:pt x="149" y="1321"/>
                </a:cubicBezTo>
                <a:cubicBezTo>
                  <a:pt x="137" y="1318"/>
                  <a:pt x="125" y="1315"/>
                  <a:pt x="114" y="1310"/>
                </a:cubicBezTo>
                <a:cubicBezTo>
                  <a:pt x="103" y="1305"/>
                  <a:pt x="92" y="1300"/>
                  <a:pt x="82" y="1293"/>
                </a:cubicBezTo>
                <a:cubicBezTo>
                  <a:pt x="72" y="1286"/>
                  <a:pt x="63" y="1278"/>
                  <a:pt x="54" y="1270"/>
                </a:cubicBezTo>
                <a:cubicBezTo>
                  <a:pt x="45" y="1261"/>
                  <a:pt x="38" y="1252"/>
                  <a:pt x="31" y="1242"/>
                </a:cubicBezTo>
                <a:cubicBezTo>
                  <a:pt x="24" y="1232"/>
                  <a:pt x="18" y="1221"/>
                  <a:pt x="14" y="1210"/>
                </a:cubicBezTo>
                <a:cubicBezTo>
                  <a:pt x="9" y="1199"/>
                  <a:pt x="6" y="1187"/>
                  <a:pt x="3" y="1175"/>
                </a:cubicBezTo>
                <a:cubicBezTo>
                  <a:pt x="1" y="1163"/>
                  <a:pt x="0" y="1151"/>
                  <a:pt x="0" y="113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31" name=""/>
          <p:cNvSpPr/>
          <p:nvPr/>
        </p:nvSpPr>
        <p:spPr>
          <a:xfrm>
            <a:off x="7257960" y="2923920"/>
            <a:ext cx="3314880" cy="476640"/>
          </a:xfrm>
          <a:custGeom>
            <a:avLst/>
            <a:gdLst/>
            <a:ahLst/>
            <a:rect l="0" t="0" r="r" b="b"/>
            <a:pathLst>
              <a:path w="9208" h="1324">
                <a:moveTo>
                  <a:pt x="0" y="1139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5"/>
                </a:cubicBezTo>
                <a:cubicBezTo>
                  <a:pt x="18" y="103"/>
                  <a:pt x="24" y="93"/>
                  <a:pt x="31" y="83"/>
                </a:cubicBezTo>
                <a:cubicBezTo>
                  <a:pt x="38" y="72"/>
                  <a:pt x="45" y="63"/>
                  <a:pt x="54" y="54"/>
                </a:cubicBezTo>
                <a:cubicBezTo>
                  <a:pt x="63" y="46"/>
                  <a:pt x="72" y="38"/>
                  <a:pt x="82" y="31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9023" y="0"/>
                </a:lnTo>
                <a:cubicBezTo>
                  <a:pt x="9035" y="0"/>
                  <a:pt x="9047" y="1"/>
                  <a:pt x="9059" y="4"/>
                </a:cubicBezTo>
                <a:cubicBezTo>
                  <a:pt x="9071" y="6"/>
                  <a:pt x="9083" y="10"/>
                  <a:pt x="9094" y="14"/>
                </a:cubicBezTo>
                <a:cubicBezTo>
                  <a:pt x="9105" y="19"/>
                  <a:pt x="9116" y="25"/>
                  <a:pt x="9126" y="31"/>
                </a:cubicBezTo>
                <a:cubicBezTo>
                  <a:pt x="9136" y="38"/>
                  <a:pt x="9145" y="46"/>
                  <a:pt x="9154" y="54"/>
                </a:cubicBezTo>
                <a:cubicBezTo>
                  <a:pt x="9163" y="63"/>
                  <a:pt x="9170" y="72"/>
                  <a:pt x="9177" y="83"/>
                </a:cubicBezTo>
                <a:cubicBezTo>
                  <a:pt x="9184" y="93"/>
                  <a:pt x="9189" y="103"/>
                  <a:pt x="9194" y="115"/>
                </a:cubicBezTo>
                <a:cubicBezTo>
                  <a:pt x="9199" y="126"/>
                  <a:pt x="9202" y="137"/>
                  <a:pt x="9205" y="149"/>
                </a:cubicBezTo>
                <a:cubicBezTo>
                  <a:pt x="9207" y="161"/>
                  <a:pt x="9208" y="173"/>
                  <a:pt x="9208" y="185"/>
                </a:cubicBezTo>
                <a:lnTo>
                  <a:pt x="9208" y="1139"/>
                </a:lnTo>
                <a:cubicBezTo>
                  <a:pt x="9208" y="1151"/>
                  <a:pt x="9207" y="1163"/>
                  <a:pt x="9205" y="1175"/>
                </a:cubicBezTo>
                <a:cubicBezTo>
                  <a:pt x="9202" y="1187"/>
                  <a:pt x="9199" y="1199"/>
                  <a:pt x="9194" y="1210"/>
                </a:cubicBezTo>
                <a:cubicBezTo>
                  <a:pt x="9189" y="1221"/>
                  <a:pt x="9184" y="1232"/>
                  <a:pt x="9177" y="1242"/>
                </a:cubicBezTo>
                <a:cubicBezTo>
                  <a:pt x="9170" y="1252"/>
                  <a:pt x="9163" y="1261"/>
                  <a:pt x="9154" y="1270"/>
                </a:cubicBezTo>
                <a:cubicBezTo>
                  <a:pt x="9145" y="1278"/>
                  <a:pt x="9136" y="1286"/>
                  <a:pt x="9126" y="1293"/>
                </a:cubicBezTo>
                <a:cubicBezTo>
                  <a:pt x="9116" y="1300"/>
                  <a:pt x="9105" y="1305"/>
                  <a:pt x="9094" y="1310"/>
                </a:cubicBezTo>
                <a:cubicBezTo>
                  <a:pt x="9083" y="1315"/>
                  <a:pt x="9071" y="1318"/>
                  <a:pt x="9059" y="1321"/>
                </a:cubicBezTo>
                <a:cubicBezTo>
                  <a:pt x="9047" y="1323"/>
                  <a:pt x="9035" y="1324"/>
                  <a:pt x="9023" y="1324"/>
                </a:cubicBezTo>
                <a:lnTo>
                  <a:pt x="185" y="1324"/>
                </a:lnTo>
                <a:cubicBezTo>
                  <a:pt x="173" y="1324"/>
                  <a:pt x="161" y="1323"/>
                  <a:pt x="149" y="1321"/>
                </a:cubicBezTo>
                <a:cubicBezTo>
                  <a:pt x="137" y="1318"/>
                  <a:pt x="125" y="1315"/>
                  <a:pt x="114" y="1310"/>
                </a:cubicBezTo>
                <a:cubicBezTo>
                  <a:pt x="103" y="1305"/>
                  <a:pt x="92" y="1300"/>
                  <a:pt x="82" y="1293"/>
                </a:cubicBezTo>
                <a:cubicBezTo>
                  <a:pt x="72" y="1286"/>
                  <a:pt x="63" y="1278"/>
                  <a:pt x="54" y="1270"/>
                </a:cubicBezTo>
                <a:cubicBezTo>
                  <a:pt x="45" y="1261"/>
                  <a:pt x="38" y="1252"/>
                  <a:pt x="31" y="1242"/>
                </a:cubicBezTo>
                <a:cubicBezTo>
                  <a:pt x="24" y="1232"/>
                  <a:pt x="18" y="1221"/>
                  <a:pt x="14" y="1210"/>
                </a:cubicBezTo>
                <a:cubicBezTo>
                  <a:pt x="9" y="1199"/>
                  <a:pt x="6" y="1187"/>
                  <a:pt x="3" y="1175"/>
                </a:cubicBezTo>
                <a:cubicBezTo>
                  <a:pt x="1" y="1163"/>
                  <a:pt x="0" y="1151"/>
                  <a:pt x="0" y="1139"/>
                </a:cubicBezTo>
                <a:close/>
              </a:path>
            </a:pathLst>
          </a:custGeom>
          <a:noFill/>
          <a:ln w="18720">
            <a:solidFill>
              <a:srgbClr val="4d4d4d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32" name=""/>
          <p:cNvSpPr/>
          <p:nvPr/>
        </p:nvSpPr>
        <p:spPr>
          <a:xfrm>
            <a:off x="7451640" y="3022560"/>
            <a:ext cx="203400" cy="266760"/>
          </a:xfrm>
          <a:custGeom>
            <a:avLst/>
            <a:gdLst/>
            <a:ahLst/>
            <a:rect l="0" t="0" r="r" b="b"/>
            <a:pathLst>
              <a:path w="565" h="741">
                <a:moveTo>
                  <a:pt x="53" y="253"/>
                </a:moveTo>
                <a:lnTo>
                  <a:pt x="397" y="253"/>
                </a:lnTo>
                <a:lnTo>
                  <a:pt x="397" y="168"/>
                </a:lnTo>
                <a:cubicBezTo>
                  <a:pt x="397" y="136"/>
                  <a:pt x="385" y="108"/>
                  <a:pt x="363" y="86"/>
                </a:cubicBezTo>
                <a:cubicBezTo>
                  <a:pt x="341" y="64"/>
                  <a:pt x="314" y="53"/>
                  <a:pt x="282" y="53"/>
                </a:cubicBezTo>
                <a:cubicBezTo>
                  <a:pt x="250" y="53"/>
                  <a:pt x="223" y="64"/>
                  <a:pt x="201" y="86"/>
                </a:cubicBezTo>
                <a:cubicBezTo>
                  <a:pt x="178" y="108"/>
                  <a:pt x="167" y="136"/>
                  <a:pt x="167" y="168"/>
                </a:cubicBezTo>
                <a:lnTo>
                  <a:pt x="114" y="168"/>
                </a:lnTo>
                <a:cubicBezTo>
                  <a:pt x="114" y="122"/>
                  <a:pt x="131" y="81"/>
                  <a:pt x="163" y="49"/>
                </a:cubicBezTo>
                <a:cubicBezTo>
                  <a:pt x="196" y="16"/>
                  <a:pt x="236" y="0"/>
                  <a:pt x="282" y="0"/>
                </a:cubicBezTo>
                <a:cubicBezTo>
                  <a:pt x="328" y="0"/>
                  <a:pt x="368" y="16"/>
                  <a:pt x="401" y="49"/>
                </a:cubicBezTo>
                <a:cubicBezTo>
                  <a:pt x="433" y="81"/>
                  <a:pt x="450" y="122"/>
                  <a:pt x="450" y="168"/>
                </a:cubicBezTo>
                <a:lnTo>
                  <a:pt x="450" y="253"/>
                </a:lnTo>
                <a:lnTo>
                  <a:pt x="512" y="253"/>
                </a:lnTo>
                <a:cubicBezTo>
                  <a:pt x="527" y="253"/>
                  <a:pt x="539" y="258"/>
                  <a:pt x="550" y="268"/>
                </a:cubicBezTo>
                <a:cubicBezTo>
                  <a:pt x="560" y="279"/>
                  <a:pt x="565" y="291"/>
                  <a:pt x="565" y="306"/>
                </a:cubicBezTo>
                <a:lnTo>
                  <a:pt x="565" y="689"/>
                </a:lnTo>
                <a:cubicBezTo>
                  <a:pt x="565" y="703"/>
                  <a:pt x="560" y="716"/>
                  <a:pt x="550" y="726"/>
                </a:cubicBezTo>
                <a:cubicBezTo>
                  <a:pt x="539" y="736"/>
                  <a:pt x="527" y="741"/>
                  <a:pt x="512" y="741"/>
                </a:cubicBezTo>
                <a:lnTo>
                  <a:pt x="53" y="741"/>
                </a:lnTo>
                <a:cubicBezTo>
                  <a:pt x="38" y="741"/>
                  <a:pt x="26" y="736"/>
                  <a:pt x="15" y="726"/>
                </a:cubicBezTo>
                <a:cubicBezTo>
                  <a:pt x="5" y="716"/>
                  <a:pt x="0" y="703"/>
                  <a:pt x="0" y="689"/>
                </a:cubicBezTo>
                <a:lnTo>
                  <a:pt x="0" y="306"/>
                </a:lnTo>
                <a:cubicBezTo>
                  <a:pt x="0" y="291"/>
                  <a:pt x="5" y="279"/>
                  <a:pt x="15" y="268"/>
                </a:cubicBezTo>
                <a:cubicBezTo>
                  <a:pt x="26" y="258"/>
                  <a:pt x="38" y="253"/>
                  <a:pt x="53" y="253"/>
                </a:cubicBezTo>
                <a:moveTo>
                  <a:pt x="53" y="689"/>
                </a:moveTo>
                <a:lnTo>
                  <a:pt x="512" y="689"/>
                </a:lnTo>
                <a:lnTo>
                  <a:pt x="512" y="306"/>
                </a:lnTo>
                <a:lnTo>
                  <a:pt x="53" y="306"/>
                </a:lnTo>
                <a:lnTo>
                  <a:pt x="53" y="689"/>
                </a:lnTo>
                <a:moveTo>
                  <a:pt x="330" y="546"/>
                </a:moveTo>
                <a:cubicBezTo>
                  <a:pt x="343" y="533"/>
                  <a:pt x="350" y="517"/>
                  <a:pt x="350" y="499"/>
                </a:cubicBezTo>
                <a:cubicBezTo>
                  <a:pt x="350" y="481"/>
                  <a:pt x="343" y="465"/>
                  <a:pt x="330" y="451"/>
                </a:cubicBezTo>
                <a:cubicBezTo>
                  <a:pt x="317" y="436"/>
                  <a:pt x="301" y="429"/>
                  <a:pt x="282" y="429"/>
                </a:cubicBezTo>
                <a:cubicBezTo>
                  <a:pt x="263" y="429"/>
                  <a:pt x="247" y="436"/>
                  <a:pt x="234" y="451"/>
                </a:cubicBezTo>
                <a:cubicBezTo>
                  <a:pt x="221" y="465"/>
                  <a:pt x="214" y="481"/>
                  <a:pt x="214" y="499"/>
                </a:cubicBezTo>
                <a:cubicBezTo>
                  <a:pt x="214" y="517"/>
                  <a:pt x="221" y="533"/>
                  <a:pt x="234" y="546"/>
                </a:cubicBezTo>
                <a:cubicBezTo>
                  <a:pt x="247" y="559"/>
                  <a:pt x="263" y="565"/>
                  <a:pt x="282" y="565"/>
                </a:cubicBezTo>
                <a:cubicBezTo>
                  <a:pt x="301" y="565"/>
                  <a:pt x="317" y="559"/>
                  <a:pt x="330" y="546"/>
                </a:cubicBezTo>
                <a:moveTo>
                  <a:pt x="53" y="689"/>
                </a:moveTo>
                <a:lnTo>
                  <a:pt x="53" y="306"/>
                </a:lnTo>
                <a:lnTo>
                  <a:pt x="53" y="689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233" name=""/>
          <p:cNvSpPr txBox="1"/>
          <p:nvPr/>
        </p:nvSpPr>
        <p:spPr>
          <a:xfrm>
            <a:off x="6438960" y="1716120"/>
            <a:ext cx="48013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強制する設定とぜい弱性は実機で試していない</a:t>
            </a:r>
            <a:endParaRPr b="0" lang="ja-JP" sz="18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34" name=""/>
          <p:cNvSpPr/>
          <p:nvPr/>
        </p:nvSpPr>
        <p:spPr>
          <a:xfrm>
            <a:off x="7010280" y="3952800"/>
            <a:ext cx="3810240" cy="476640"/>
          </a:xfrm>
          <a:custGeom>
            <a:avLst/>
            <a:gdLst/>
            <a:ahLst/>
            <a:rect l="0" t="0" r="r" b="b"/>
            <a:pathLst>
              <a:path w="10584" h="1324">
                <a:moveTo>
                  <a:pt x="0" y="1138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9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3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10399" y="0"/>
                </a:lnTo>
                <a:cubicBezTo>
                  <a:pt x="10411" y="0"/>
                  <a:pt x="10423" y="1"/>
                  <a:pt x="10435" y="3"/>
                </a:cubicBezTo>
                <a:cubicBezTo>
                  <a:pt x="10447" y="6"/>
                  <a:pt x="10459" y="9"/>
                  <a:pt x="10470" y="14"/>
                </a:cubicBezTo>
                <a:cubicBezTo>
                  <a:pt x="10481" y="18"/>
                  <a:pt x="10492" y="24"/>
                  <a:pt x="10502" y="31"/>
                </a:cubicBezTo>
                <a:cubicBezTo>
                  <a:pt x="10512" y="38"/>
                  <a:pt x="10521" y="45"/>
                  <a:pt x="10530" y="54"/>
                </a:cubicBezTo>
                <a:cubicBezTo>
                  <a:pt x="10539" y="63"/>
                  <a:pt x="10546" y="72"/>
                  <a:pt x="10553" y="82"/>
                </a:cubicBezTo>
                <a:cubicBezTo>
                  <a:pt x="10560" y="92"/>
                  <a:pt x="10565" y="103"/>
                  <a:pt x="10570" y="114"/>
                </a:cubicBezTo>
                <a:cubicBezTo>
                  <a:pt x="10575" y="125"/>
                  <a:pt x="10578" y="137"/>
                  <a:pt x="10581" y="149"/>
                </a:cubicBezTo>
                <a:cubicBezTo>
                  <a:pt x="10583" y="161"/>
                  <a:pt x="10584" y="173"/>
                  <a:pt x="10584" y="185"/>
                </a:cubicBezTo>
                <a:lnTo>
                  <a:pt x="10584" y="1138"/>
                </a:lnTo>
                <a:cubicBezTo>
                  <a:pt x="10584" y="1151"/>
                  <a:pt x="10583" y="1163"/>
                  <a:pt x="10581" y="1175"/>
                </a:cubicBezTo>
                <a:cubicBezTo>
                  <a:pt x="10578" y="1186"/>
                  <a:pt x="10575" y="1198"/>
                  <a:pt x="10570" y="1209"/>
                </a:cubicBezTo>
                <a:cubicBezTo>
                  <a:pt x="10565" y="1221"/>
                  <a:pt x="10560" y="1231"/>
                  <a:pt x="10553" y="1241"/>
                </a:cubicBezTo>
                <a:cubicBezTo>
                  <a:pt x="10546" y="1251"/>
                  <a:pt x="10539" y="1261"/>
                  <a:pt x="10530" y="1269"/>
                </a:cubicBezTo>
                <a:cubicBezTo>
                  <a:pt x="10521" y="1278"/>
                  <a:pt x="10512" y="1286"/>
                  <a:pt x="10502" y="1292"/>
                </a:cubicBezTo>
                <a:cubicBezTo>
                  <a:pt x="10492" y="1299"/>
                  <a:pt x="10481" y="1305"/>
                  <a:pt x="10470" y="1310"/>
                </a:cubicBezTo>
                <a:cubicBezTo>
                  <a:pt x="10459" y="1314"/>
                  <a:pt x="10447" y="1318"/>
                  <a:pt x="10435" y="1320"/>
                </a:cubicBezTo>
                <a:cubicBezTo>
                  <a:pt x="10423" y="1322"/>
                  <a:pt x="10411" y="1324"/>
                  <a:pt x="10399" y="1324"/>
                </a:cubicBezTo>
                <a:lnTo>
                  <a:pt x="185" y="1324"/>
                </a:lnTo>
                <a:cubicBezTo>
                  <a:pt x="173" y="1324"/>
                  <a:pt x="161" y="1322"/>
                  <a:pt x="149" y="1320"/>
                </a:cubicBezTo>
                <a:cubicBezTo>
                  <a:pt x="137" y="1318"/>
                  <a:pt x="125" y="1314"/>
                  <a:pt x="114" y="1310"/>
                </a:cubicBezTo>
                <a:cubicBezTo>
                  <a:pt x="103" y="1305"/>
                  <a:pt x="92" y="1299"/>
                  <a:pt x="82" y="1292"/>
                </a:cubicBezTo>
                <a:cubicBezTo>
                  <a:pt x="72" y="1286"/>
                  <a:pt x="63" y="1278"/>
                  <a:pt x="54" y="1269"/>
                </a:cubicBezTo>
                <a:cubicBezTo>
                  <a:pt x="45" y="1261"/>
                  <a:pt x="38" y="1251"/>
                  <a:pt x="31" y="1241"/>
                </a:cubicBezTo>
                <a:cubicBezTo>
                  <a:pt x="24" y="1231"/>
                  <a:pt x="19" y="1221"/>
                  <a:pt x="14" y="1209"/>
                </a:cubicBezTo>
                <a:cubicBezTo>
                  <a:pt x="9" y="1198"/>
                  <a:pt x="6" y="1186"/>
                  <a:pt x="3" y="1175"/>
                </a:cubicBezTo>
                <a:cubicBezTo>
                  <a:pt x="1" y="1163"/>
                  <a:pt x="0" y="1151"/>
                  <a:pt x="0" y="113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35" name=""/>
          <p:cNvSpPr/>
          <p:nvPr/>
        </p:nvSpPr>
        <p:spPr>
          <a:xfrm>
            <a:off x="7010280" y="3952800"/>
            <a:ext cx="3810240" cy="476640"/>
          </a:xfrm>
          <a:custGeom>
            <a:avLst/>
            <a:gdLst/>
            <a:ahLst/>
            <a:rect l="0" t="0" r="r" b="b"/>
            <a:pathLst>
              <a:path w="10584" h="1324">
                <a:moveTo>
                  <a:pt x="0" y="1138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9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3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10399" y="0"/>
                </a:lnTo>
                <a:cubicBezTo>
                  <a:pt x="10411" y="0"/>
                  <a:pt x="10423" y="1"/>
                  <a:pt x="10435" y="3"/>
                </a:cubicBezTo>
                <a:cubicBezTo>
                  <a:pt x="10447" y="6"/>
                  <a:pt x="10459" y="9"/>
                  <a:pt x="10470" y="14"/>
                </a:cubicBezTo>
                <a:cubicBezTo>
                  <a:pt x="10481" y="18"/>
                  <a:pt x="10492" y="24"/>
                  <a:pt x="10502" y="31"/>
                </a:cubicBezTo>
                <a:cubicBezTo>
                  <a:pt x="10512" y="38"/>
                  <a:pt x="10521" y="45"/>
                  <a:pt x="10530" y="54"/>
                </a:cubicBezTo>
                <a:cubicBezTo>
                  <a:pt x="10539" y="63"/>
                  <a:pt x="10546" y="72"/>
                  <a:pt x="10553" y="82"/>
                </a:cubicBezTo>
                <a:cubicBezTo>
                  <a:pt x="10560" y="92"/>
                  <a:pt x="10565" y="103"/>
                  <a:pt x="10570" y="114"/>
                </a:cubicBezTo>
                <a:cubicBezTo>
                  <a:pt x="10575" y="125"/>
                  <a:pt x="10578" y="137"/>
                  <a:pt x="10581" y="149"/>
                </a:cubicBezTo>
                <a:cubicBezTo>
                  <a:pt x="10583" y="161"/>
                  <a:pt x="10584" y="173"/>
                  <a:pt x="10584" y="185"/>
                </a:cubicBezTo>
                <a:lnTo>
                  <a:pt x="10584" y="1138"/>
                </a:lnTo>
                <a:cubicBezTo>
                  <a:pt x="10584" y="1151"/>
                  <a:pt x="10583" y="1163"/>
                  <a:pt x="10581" y="1175"/>
                </a:cubicBezTo>
                <a:cubicBezTo>
                  <a:pt x="10578" y="1186"/>
                  <a:pt x="10575" y="1198"/>
                  <a:pt x="10570" y="1209"/>
                </a:cubicBezTo>
                <a:cubicBezTo>
                  <a:pt x="10565" y="1221"/>
                  <a:pt x="10560" y="1231"/>
                  <a:pt x="10553" y="1241"/>
                </a:cubicBezTo>
                <a:cubicBezTo>
                  <a:pt x="10546" y="1251"/>
                  <a:pt x="10539" y="1261"/>
                  <a:pt x="10530" y="1269"/>
                </a:cubicBezTo>
                <a:cubicBezTo>
                  <a:pt x="10521" y="1278"/>
                  <a:pt x="10512" y="1286"/>
                  <a:pt x="10502" y="1292"/>
                </a:cubicBezTo>
                <a:cubicBezTo>
                  <a:pt x="10492" y="1299"/>
                  <a:pt x="10481" y="1305"/>
                  <a:pt x="10470" y="1310"/>
                </a:cubicBezTo>
                <a:cubicBezTo>
                  <a:pt x="10459" y="1314"/>
                  <a:pt x="10447" y="1318"/>
                  <a:pt x="10435" y="1320"/>
                </a:cubicBezTo>
                <a:cubicBezTo>
                  <a:pt x="10423" y="1322"/>
                  <a:pt x="10411" y="1324"/>
                  <a:pt x="10399" y="1324"/>
                </a:cubicBezTo>
                <a:lnTo>
                  <a:pt x="185" y="1324"/>
                </a:lnTo>
                <a:cubicBezTo>
                  <a:pt x="173" y="1324"/>
                  <a:pt x="161" y="1322"/>
                  <a:pt x="149" y="1320"/>
                </a:cubicBezTo>
                <a:cubicBezTo>
                  <a:pt x="137" y="1318"/>
                  <a:pt x="125" y="1314"/>
                  <a:pt x="114" y="1310"/>
                </a:cubicBezTo>
                <a:cubicBezTo>
                  <a:pt x="103" y="1305"/>
                  <a:pt x="92" y="1299"/>
                  <a:pt x="82" y="1292"/>
                </a:cubicBezTo>
                <a:cubicBezTo>
                  <a:pt x="72" y="1286"/>
                  <a:pt x="63" y="1278"/>
                  <a:pt x="54" y="1269"/>
                </a:cubicBezTo>
                <a:cubicBezTo>
                  <a:pt x="45" y="1261"/>
                  <a:pt x="38" y="1251"/>
                  <a:pt x="31" y="1241"/>
                </a:cubicBezTo>
                <a:cubicBezTo>
                  <a:pt x="24" y="1231"/>
                  <a:pt x="19" y="1221"/>
                  <a:pt x="14" y="1209"/>
                </a:cubicBezTo>
                <a:cubicBezTo>
                  <a:pt x="9" y="1198"/>
                  <a:pt x="6" y="1186"/>
                  <a:pt x="3" y="1175"/>
                </a:cubicBezTo>
                <a:cubicBezTo>
                  <a:pt x="1" y="1163"/>
                  <a:pt x="0" y="1151"/>
                  <a:pt x="0" y="1138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36" name=""/>
          <p:cNvSpPr/>
          <p:nvPr/>
        </p:nvSpPr>
        <p:spPr>
          <a:xfrm>
            <a:off x="7203960" y="4063680"/>
            <a:ext cx="203400" cy="254520"/>
          </a:xfrm>
          <a:custGeom>
            <a:avLst/>
            <a:gdLst/>
            <a:ahLst/>
            <a:rect l="0" t="0" r="r" b="b"/>
            <a:pathLst>
              <a:path w="565" h="707">
                <a:moveTo>
                  <a:pt x="0" y="707"/>
                </a:moveTo>
                <a:lnTo>
                  <a:pt x="0" y="478"/>
                </a:lnTo>
                <a:cubicBezTo>
                  <a:pt x="0" y="464"/>
                  <a:pt x="5" y="451"/>
                  <a:pt x="17" y="441"/>
                </a:cubicBezTo>
                <a:cubicBezTo>
                  <a:pt x="27" y="430"/>
                  <a:pt x="40" y="425"/>
                  <a:pt x="54" y="425"/>
                </a:cubicBezTo>
                <a:lnTo>
                  <a:pt x="512" y="425"/>
                </a:lnTo>
                <a:cubicBezTo>
                  <a:pt x="526" y="425"/>
                  <a:pt x="539" y="430"/>
                  <a:pt x="549" y="441"/>
                </a:cubicBezTo>
                <a:cubicBezTo>
                  <a:pt x="560" y="451"/>
                  <a:pt x="565" y="464"/>
                  <a:pt x="565" y="478"/>
                </a:cubicBezTo>
                <a:lnTo>
                  <a:pt x="565" y="707"/>
                </a:lnTo>
                <a:lnTo>
                  <a:pt x="0" y="707"/>
                </a:lnTo>
                <a:moveTo>
                  <a:pt x="54" y="566"/>
                </a:moveTo>
                <a:lnTo>
                  <a:pt x="512" y="566"/>
                </a:lnTo>
                <a:lnTo>
                  <a:pt x="512" y="478"/>
                </a:lnTo>
                <a:lnTo>
                  <a:pt x="54" y="478"/>
                </a:lnTo>
                <a:lnTo>
                  <a:pt x="54" y="566"/>
                </a:lnTo>
                <a:moveTo>
                  <a:pt x="283" y="425"/>
                </a:moveTo>
                <a:lnTo>
                  <a:pt x="108" y="177"/>
                </a:lnTo>
                <a:cubicBezTo>
                  <a:pt x="108" y="128"/>
                  <a:pt x="125" y="86"/>
                  <a:pt x="159" y="52"/>
                </a:cubicBezTo>
                <a:cubicBezTo>
                  <a:pt x="193" y="18"/>
                  <a:pt x="234" y="0"/>
                  <a:pt x="283" y="0"/>
                </a:cubicBezTo>
                <a:cubicBezTo>
                  <a:pt x="332" y="0"/>
                  <a:pt x="373" y="18"/>
                  <a:pt x="407" y="52"/>
                </a:cubicBezTo>
                <a:cubicBezTo>
                  <a:pt x="441" y="86"/>
                  <a:pt x="459" y="128"/>
                  <a:pt x="459" y="177"/>
                </a:cubicBezTo>
                <a:lnTo>
                  <a:pt x="283" y="425"/>
                </a:lnTo>
                <a:moveTo>
                  <a:pt x="283" y="356"/>
                </a:moveTo>
                <a:lnTo>
                  <a:pt x="406" y="177"/>
                </a:lnTo>
                <a:cubicBezTo>
                  <a:pt x="406" y="142"/>
                  <a:pt x="394" y="113"/>
                  <a:pt x="370" y="89"/>
                </a:cubicBezTo>
                <a:cubicBezTo>
                  <a:pt x="346" y="65"/>
                  <a:pt x="317" y="53"/>
                  <a:pt x="283" y="53"/>
                </a:cubicBezTo>
                <a:cubicBezTo>
                  <a:pt x="249" y="53"/>
                  <a:pt x="220" y="65"/>
                  <a:pt x="196" y="89"/>
                </a:cubicBezTo>
                <a:cubicBezTo>
                  <a:pt x="172" y="113"/>
                  <a:pt x="160" y="142"/>
                  <a:pt x="160" y="177"/>
                </a:cubicBezTo>
                <a:lnTo>
                  <a:pt x="283" y="356"/>
                </a:lnTo>
                <a:moveTo>
                  <a:pt x="283" y="204"/>
                </a:moveTo>
                <a:lnTo>
                  <a:pt x="283" y="204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237" name=""/>
          <p:cNvSpPr txBox="1"/>
          <p:nvPr/>
        </p:nvSpPr>
        <p:spPr>
          <a:xfrm>
            <a:off x="7781760" y="3017520"/>
            <a:ext cx="25196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500" spc="-1" strike="noStrike">
                <a:solidFill>
                  <a:srgbClr val="4d4d4d"/>
                </a:solidFill>
                <a:latin typeface="Noto Sans JP"/>
                <a:ea typeface="Noto Sans JP"/>
              </a:rPr>
              <a:t>課題</a:t>
            </a:r>
            <a:r>
              <a:rPr b="0" lang="ja-JP" sz="1500" spc="-1" strike="noStrike">
                <a:solidFill>
                  <a:srgbClr val="4d4d4d"/>
                </a:solidFill>
                <a:latin typeface="Noto Sans JP"/>
                <a:ea typeface="Noto Sans JP"/>
              </a:rPr>
              <a:t> 文書を読んだだけの評価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38" name=""/>
          <p:cNvSpPr/>
          <p:nvPr/>
        </p:nvSpPr>
        <p:spPr>
          <a:xfrm>
            <a:off x="7105320" y="4981320"/>
            <a:ext cx="3620160" cy="476640"/>
          </a:xfrm>
          <a:custGeom>
            <a:avLst/>
            <a:gdLst/>
            <a:ahLst/>
            <a:rect l="0" t="0" r="r" b="b"/>
            <a:pathLst>
              <a:path w="10056" h="1324">
                <a:moveTo>
                  <a:pt x="0" y="1139"/>
                </a:moveTo>
                <a:lnTo>
                  <a:pt x="0" y="186"/>
                </a:lnTo>
                <a:cubicBezTo>
                  <a:pt x="0" y="174"/>
                  <a:pt x="2" y="162"/>
                  <a:pt x="4" y="150"/>
                </a:cubicBezTo>
                <a:cubicBezTo>
                  <a:pt x="6" y="138"/>
                  <a:pt x="10" y="127"/>
                  <a:pt x="15" y="116"/>
                </a:cubicBezTo>
                <a:cubicBezTo>
                  <a:pt x="19" y="104"/>
                  <a:pt x="25" y="94"/>
                  <a:pt x="32" y="84"/>
                </a:cubicBezTo>
                <a:cubicBezTo>
                  <a:pt x="38" y="73"/>
                  <a:pt x="46" y="64"/>
                  <a:pt x="55" y="55"/>
                </a:cubicBezTo>
                <a:cubicBezTo>
                  <a:pt x="63" y="47"/>
                  <a:pt x="73" y="38"/>
                  <a:pt x="83" y="31"/>
                </a:cubicBezTo>
                <a:cubicBezTo>
                  <a:pt x="93" y="25"/>
                  <a:pt x="104" y="19"/>
                  <a:pt x="115" y="14"/>
                </a:cubicBezTo>
                <a:cubicBezTo>
                  <a:pt x="126" y="10"/>
                  <a:pt x="138" y="6"/>
                  <a:pt x="149" y="4"/>
                </a:cubicBezTo>
                <a:cubicBezTo>
                  <a:pt x="161" y="1"/>
                  <a:pt x="173" y="0"/>
                  <a:pt x="186" y="0"/>
                </a:cubicBezTo>
                <a:lnTo>
                  <a:pt x="9870" y="0"/>
                </a:lnTo>
                <a:cubicBezTo>
                  <a:pt x="9883" y="0"/>
                  <a:pt x="9895" y="1"/>
                  <a:pt x="9907" y="4"/>
                </a:cubicBezTo>
                <a:cubicBezTo>
                  <a:pt x="9918" y="6"/>
                  <a:pt x="9930" y="10"/>
                  <a:pt x="9941" y="14"/>
                </a:cubicBezTo>
                <a:cubicBezTo>
                  <a:pt x="9952" y="19"/>
                  <a:pt x="9963" y="25"/>
                  <a:pt x="9973" y="31"/>
                </a:cubicBezTo>
                <a:cubicBezTo>
                  <a:pt x="9983" y="38"/>
                  <a:pt x="9993" y="47"/>
                  <a:pt x="10001" y="55"/>
                </a:cubicBezTo>
                <a:cubicBezTo>
                  <a:pt x="10010" y="64"/>
                  <a:pt x="10018" y="73"/>
                  <a:pt x="10024" y="84"/>
                </a:cubicBezTo>
                <a:cubicBezTo>
                  <a:pt x="10031" y="94"/>
                  <a:pt x="10037" y="104"/>
                  <a:pt x="10041" y="116"/>
                </a:cubicBezTo>
                <a:cubicBezTo>
                  <a:pt x="10046" y="127"/>
                  <a:pt x="10050" y="138"/>
                  <a:pt x="10052" y="150"/>
                </a:cubicBezTo>
                <a:cubicBezTo>
                  <a:pt x="10054" y="162"/>
                  <a:pt x="10056" y="174"/>
                  <a:pt x="10056" y="186"/>
                </a:cubicBezTo>
                <a:lnTo>
                  <a:pt x="10056" y="1139"/>
                </a:lnTo>
                <a:cubicBezTo>
                  <a:pt x="10056" y="1151"/>
                  <a:pt x="10054" y="1163"/>
                  <a:pt x="10052" y="1175"/>
                </a:cubicBezTo>
                <a:cubicBezTo>
                  <a:pt x="10050" y="1187"/>
                  <a:pt x="10046" y="1199"/>
                  <a:pt x="10041" y="1210"/>
                </a:cubicBezTo>
                <a:cubicBezTo>
                  <a:pt x="10037" y="1221"/>
                  <a:pt x="10031" y="1232"/>
                  <a:pt x="10024" y="1242"/>
                </a:cubicBezTo>
                <a:cubicBezTo>
                  <a:pt x="10018" y="1252"/>
                  <a:pt x="10010" y="1261"/>
                  <a:pt x="10001" y="1270"/>
                </a:cubicBezTo>
                <a:cubicBezTo>
                  <a:pt x="9993" y="1278"/>
                  <a:pt x="9983" y="1286"/>
                  <a:pt x="9973" y="1293"/>
                </a:cubicBezTo>
                <a:cubicBezTo>
                  <a:pt x="9963" y="1300"/>
                  <a:pt x="9952" y="1305"/>
                  <a:pt x="9941" y="1310"/>
                </a:cubicBezTo>
                <a:cubicBezTo>
                  <a:pt x="9930" y="1315"/>
                  <a:pt x="9918" y="1318"/>
                  <a:pt x="9907" y="1321"/>
                </a:cubicBezTo>
                <a:cubicBezTo>
                  <a:pt x="9895" y="1323"/>
                  <a:pt x="9883" y="1324"/>
                  <a:pt x="9870" y="1324"/>
                </a:cubicBezTo>
                <a:lnTo>
                  <a:pt x="186" y="1324"/>
                </a:lnTo>
                <a:cubicBezTo>
                  <a:pt x="173" y="1324"/>
                  <a:pt x="161" y="1323"/>
                  <a:pt x="149" y="1321"/>
                </a:cubicBezTo>
                <a:cubicBezTo>
                  <a:pt x="138" y="1318"/>
                  <a:pt x="126" y="1315"/>
                  <a:pt x="115" y="1310"/>
                </a:cubicBezTo>
                <a:cubicBezTo>
                  <a:pt x="104" y="1305"/>
                  <a:pt x="93" y="1300"/>
                  <a:pt x="83" y="1293"/>
                </a:cubicBezTo>
                <a:cubicBezTo>
                  <a:pt x="73" y="1286"/>
                  <a:pt x="63" y="1278"/>
                  <a:pt x="55" y="1270"/>
                </a:cubicBezTo>
                <a:cubicBezTo>
                  <a:pt x="46" y="1261"/>
                  <a:pt x="38" y="1252"/>
                  <a:pt x="32" y="1242"/>
                </a:cubicBezTo>
                <a:cubicBezTo>
                  <a:pt x="25" y="1232"/>
                  <a:pt x="19" y="1221"/>
                  <a:pt x="15" y="1210"/>
                </a:cubicBezTo>
                <a:cubicBezTo>
                  <a:pt x="10" y="1199"/>
                  <a:pt x="6" y="1187"/>
                  <a:pt x="4" y="1175"/>
                </a:cubicBezTo>
                <a:cubicBezTo>
                  <a:pt x="2" y="1163"/>
                  <a:pt x="0" y="1151"/>
                  <a:pt x="0" y="113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39" name=""/>
          <p:cNvSpPr/>
          <p:nvPr/>
        </p:nvSpPr>
        <p:spPr>
          <a:xfrm>
            <a:off x="7105320" y="4981320"/>
            <a:ext cx="3620160" cy="476640"/>
          </a:xfrm>
          <a:custGeom>
            <a:avLst/>
            <a:gdLst/>
            <a:ahLst/>
            <a:rect l="0" t="0" r="r" b="b"/>
            <a:pathLst>
              <a:path w="10056" h="1324">
                <a:moveTo>
                  <a:pt x="0" y="1139"/>
                </a:moveTo>
                <a:lnTo>
                  <a:pt x="0" y="186"/>
                </a:lnTo>
                <a:cubicBezTo>
                  <a:pt x="0" y="174"/>
                  <a:pt x="2" y="162"/>
                  <a:pt x="4" y="150"/>
                </a:cubicBezTo>
                <a:cubicBezTo>
                  <a:pt x="6" y="138"/>
                  <a:pt x="10" y="127"/>
                  <a:pt x="15" y="116"/>
                </a:cubicBezTo>
                <a:cubicBezTo>
                  <a:pt x="19" y="104"/>
                  <a:pt x="25" y="94"/>
                  <a:pt x="32" y="84"/>
                </a:cubicBezTo>
                <a:cubicBezTo>
                  <a:pt x="38" y="73"/>
                  <a:pt x="46" y="64"/>
                  <a:pt x="55" y="55"/>
                </a:cubicBezTo>
                <a:cubicBezTo>
                  <a:pt x="63" y="47"/>
                  <a:pt x="73" y="38"/>
                  <a:pt x="83" y="31"/>
                </a:cubicBezTo>
                <a:cubicBezTo>
                  <a:pt x="93" y="25"/>
                  <a:pt x="104" y="19"/>
                  <a:pt x="115" y="14"/>
                </a:cubicBezTo>
                <a:cubicBezTo>
                  <a:pt x="126" y="10"/>
                  <a:pt x="138" y="6"/>
                  <a:pt x="149" y="4"/>
                </a:cubicBezTo>
                <a:cubicBezTo>
                  <a:pt x="161" y="1"/>
                  <a:pt x="173" y="0"/>
                  <a:pt x="186" y="0"/>
                </a:cubicBezTo>
                <a:lnTo>
                  <a:pt x="9870" y="0"/>
                </a:lnTo>
                <a:cubicBezTo>
                  <a:pt x="9883" y="0"/>
                  <a:pt x="9895" y="1"/>
                  <a:pt x="9907" y="4"/>
                </a:cubicBezTo>
                <a:cubicBezTo>
                  <a:pt x="9918" y="6"/>
                  <a:pt x="9930" y="10"/>
                  <a:pt x="9941" y="14"/>
                </a:cubicBezTo>
                <a:cubicBezTo>
                  <a:pt x="9952" y="19"/>
                  <a:pt x="9963" y="25"/>
                  <a:pt x="9973" y="31"/>
                </a:cubicBezTo>
                <a:cubicBezTo>
                  <a:pt x="9983" y="38"/>
                  <a:pt x="9993" y="47"/>
                  <a:pt x="10001" y="55"/>
                </a:cubicBezTo>
                <a:cubicBezTo>
                  <a:pt x="10010" y="64"/>
                  <a:pt x="10018" y="73"/>
                  <a:pt x="10024" y="84"/>
                </a:cubicBezTo>
                <a:cubicBezTo>
                  <a:pt x="10031" y="94"/>
                  <a:pt x="10037" y="104"/>
                  <a:pt x="10041" y="116"/>
                </a:cubicBezTo>
                <a:cubicBezTo>
                  <a:pt x="10046" y="127"/>
                  <a:pt x="10050" y="138"/>
                  <a:pt x="10052" y="150"/>
                </a:cubicBezTo>
                <a:cubicBezTo>
                  <a:pt x="10054" y="162"/>
                  <a:pt x="10056" y="174"/>
                  <a:pt x="10056" y="186"/>
                </a:cubicBezTo>
                <a:lnTo>
                  <a:pt x="10056" y="1139"/>
                </a:lnTo>
                <a:cubicBezTo>
                  <a:pt x="10056" y="1151"/>
                  <a:pt x="10054" y="1163"/>
                  <a:pt x="10052" y="1175"/>
                </a:cubicBezTo>
                <a:cubicBezTo>
                  <a:pt x="10050" y="1187"/>
                  <a:pt x="10046" y="1199"/>
                  <a:pt x="10041" y="1210"/>
                </a:cubicBezTo>
                <a:cubicBezTo>
                  <a:pt x="10037" y="1221"/>
                  <a:pt x="10031" y="1232"/>
                  <a:pt x="10024" y="1242"/>
                </a:cubicBezTo>
                <a:cubicBezTo>
                  <a:pt x="10018" y="1252"/>
                  <a:pt x="10010" y="1261"/>
                  <a:pt x="10001" y="1270"/>
                </a:cubicBezTo>
                <a:cubicBezTo>
                  <a:pt x="9993" y="1278"/>
                  <a:pt x="9983" y="1286"/>
                  <a:pt x="9973" y="1293"/>
                </a:cubicBezTo>
                <a:cubicBezTo>
                  <a:pt x="9963" y="1300"/>
                  <a:pt x="9952" y="1305"/>
                  <a:pt x="9941" y="1310"/>
                </a:cubicBezTo>
                <a:cubicBezTo>
                  <a:pt x="9930" y="1315"/>
                  <a:pt x="9918" y="1318"/>
                  <a:pt x="9907" y="1321"/>
                </a:cubicBezTo>
                <a:cubicBezTo>
                  <a:pt x="9895" y="1323"/>
                  <a:pt x="9883" y="1324"/>
                  <a:pt x="9870" y="1324"/>
                </a:cubicBezTo>
                <a:lnTo>
                  <a:pt x="186" y="1324"/>
                </a:lnTo>
                <a:cubicBezTo>
                  <a:pt x="173" y="1324"/>
                  <a:pt x="161" y="1323"/>
                  <a:pt x="149" y="1321"/>
                </a:cubicBezTo>
                <a:cubicBezTo>
                  <a:pt x="138" y="1318"/>
                  <a:pt x="126" y="1315"/>
                  <a:pt x="115" y="1310"/>
                </a:cubicBezTo>
                <a:cubicBezTo>
                  <a:pt x="104" y="1305"/>
                  <a:pt x="93" y="1300"/>
                  <a:pt x="83" y="1293"/>
                </a:cubicBezTo>
                <a:cubicBezTo>
                  <a:pt x="73" y="1286"/>
                  <a:pt x="63" y="1278"/>
                  <a:pt x="55" y="1270"/>
                </a:cubicBezTo>
                <a:cubicBezTo>
                  <a:pt x="46" y="1261"/>
                  <a:pt x="38" y="1252"/>
                  <a:pt x="32" y="1242"/>
                </a:cubicBezTo>
                <a:cubicBezTo>
                  <a:pt x="25" y="1232"/>
                  <a:pt x="19" y="1221"/>
                  <a:pt x="15" y="1210"/>
                </a:cubicBezTo>
                <a:cubicBezTo>
                  <a:pt x="10" y="1199"/>
                  <a:pt x="6" y="1187"/>
                  <a:pt x="4" y="1175"/>
                </a:cubicBezTo>
                <a:cubicBezTo>
                  <a:pt x="2" y="1163"/>
                  <a:pt x="0" y="1151"/>
                  <a:pt x="0" y="1139"/>
                </a:cubicBezTo>
                <a:close/>
              </a:path>
            </a:pathLst>
          </a:custGeom>
          <a:noFill/>
          <a:ln w="18720">
            <a:solidFill>
              <a:srgbClr val="197a4b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40" name=""/>
          <p:cNvSpPr/>
          <p:nvPr/>
        </p:nvSpPr>
        <p:spPr>
          <a:xfrm>
            <a:off x="7273800" y="5092560"/>
            <a:ext cx="254160" cy="254160"/>
          </a:xfrm>
          <a:custGeom>
            <a:avLst/>
            <a:gdLst/>
            <a:ahLst/>
            <a:rect l="0" t="0" r="r" b="b"/>
            <a:pathLst>
              <a:path w="706" h="706">
                <a:moveTo>
                  <a:pt x="301" y="514"/>
                </a:moveTo>
                <a:lnTo>
                  <a:pt x="550" y="264"/>
                </a:lnTo>
                <a:lnTo>
                  <a:pt x="510" y="224"/>
                </a:lnTo>
                <a:lnTo>
                  <a:pt x="301" y="434"/>
                </a:lnTo>
                <a:lnTo>
                  <a:pt x="195" y="328"/>
                </a:lnTo>
                <a:lnTo>
                  <a:pt x="155" y="368"/>
                </a:lnTo>
                <a:lnTo>
                  <a:pt x="301" y="514"/>
                </a:lnTo>
                <a:moveTo>
                  <a:pt x="353" y="706"/>
                </a:moveTo>
                <a:cubicBezTo>
                  <a:pt x="304" y="706"/>
                  <a:pt x="259" y="697"/>
                  <a:pt x="216" y="679"/>
                </a:cubicBezTo>
                <a:cubicBezTo>
                  <a:pt x="173" y="660"/>
                  <a:pt x="136" y="635"/>
                  <a:pt x="103" y="603"/>
                </a:cubicBezTo>
                <a:cubicBezTo>
                  <a:pt x="71" y="571"/>
                  <a:pt x="46" y="533"/>
                  <a:pt x="28" y="490"/>
                </a:cubicBezTo>
                <a:cubicBezTo>
                  <a:pt x="9" y="447"/>
                  <a:pt x="0" y="402"/>
                  <a:pt x="0" y="354"/>
                </a:cubicBezTo>
                <a:cubicBezTo>
                  <a:pt x="0" y="304"/>
                  <a:pt x="9" y="258"/>
                  <a:pt x="28" y="215"/>
                </a:cubicBezTo>
                <a:cubicBezTo>
                  <a:pt x="46" y="172"/>
                  <a:pt x="71" y="135"/>
                  <a:pt x="103" y="103"/>
                </a:cubicBezTo>
                <a:cubicBezTo>
                  <a:pt x="136" y="71"/>
                  <a:pt x="173" y="46"/>
                  <a:pt x="216" y="28"/>
                </a:cubicBezTo>
                <a:cubicBezTo>
                  <a:pt x="259" y="9"/>
                  <a:pt x="304" y="0"/>
                  <a:pt x="353" y="0"/>
                </a:cubicBezTo>
                <a:cubicBezTo>
                  <a:pt x="401" y="0"/>
                  <a:pt x="447" y="9"/>
                  <a:pt x="490" y="28"/>
                </a:cubicBezTo>
                <a:cubicBezTo>
                  <a:pt x="533" y="46"/>
                  <a:pt x="570" y="71"/>
                  <a:pt x="603" y="103"/>
                </a:cubicBezTo>
                <a:cubicBezTo>
                  <a:pt x="635" y="135"/>
                  <a:pt x="660" y="172"/>
                  <a:pt x="679" y="215"/>
                </a:cubicBezTo>
                <a:cubicBezTo>
                  <a:pt x="697" y="258"/>
                  <a:pt x="706" y="304"/>
                  <a:pt x="706" y="354"/>
                </a:cubicBezTo>
                <a:cubicBezTo>
                  <a:pt x="706" y="402"/>
                  <a:pt x="697" y="447"/>
                  <a:pt x="679" y="490"/>
                </a:cubicBezTo>
                <a:cubicBezTo>
                  <a:pt x="660" y="533"/>
                  <a:pt x="635" y="571"/>
                  <a:pt x="603" y="603"/>
                </a:cubicBezTo>
                <a:cubicBezTo>
                  <a:pt x="570" y="635"/>
                  <a:pt x="533" y="660"/>
                  <a:pt x="490" y="679"/>
                </a:cubicBezTo>
                <a:cubicBezTo>
                  <a:pt x="447" y="697"/>
                  <a:pt x="401" y="706"/>
                  <a:pt x="353" y="706"/>
                </a:cubicBezTo>
                <a:moveTo>
                  <a:pt x="353" y="654"/>
                </a:moveTo>
                <a:cubicBezTo>
                  <a:pt x="436" y="654"/>
                  <a:pt x="507" y="624"/>
                  <a:pt x="565" y="566"/>
                </a:cubicBezTo>
                <a:cubicBezTo>
                  <a:pt x="624" y="507"/>
                  <a:pt x="653" y="437"/>
                  <a:pt x="653" y="354"/>
                </a:cubicBezTo>
                <a:cubicBezTo>
                  <a:pt x="653" y="269"/>
                  <a:pt x="624" y="198"/>
                  <a:pt x="565" y="140"/>
                </a:cubicBezTo>
                <a:cubicBezTo>
                  <a:pt x="507" y="82"/>
                  <a:pt x="436" y="53"/>
                  <a:pt x="353" y="53"/>
                </a:cubicBezTo>
                <a:cubicBezTo>
                  <a:pt x="270" y="53"/>
                  <a:pt x="199" y="82"/>
                  <a:pt x="141" y="140"/>
                </a:cubicBezTo>
                <a:cubicBezTo>
                  <a:pt x="82" y="198"/>
                  <a:pt x="53" y="269"/>
                  <a:pt x="53" y="354"/>
                </a:cubicBezTo>
                <a:cubicBezTo>
                  <a:pt x="53" y="437"/>
                  <a:pt x="82" y="507"/>
                  <a:pt x="141" y="566"/>
                </a:cubicBezTo>
                <a:cubicBezTo>
                  <a:pt x="199" y="624"/>
                  <a:pt x="270" y="654"/>
                  <a:pt x="353" y="654"/>
                </a:cubicBezTo>
                <a:moveTo>
                  <a:pt x="353" y="354"/>
                </a:moveTo>
                <a:lnTo>
                  <a:pt x="353" y="354"/>
                </a:lnTo>
                <a:close/>
              </a:path>
            </a:pathLst>
          </a:custGeom>
          <a:solidFill>
            <a:srgbClr val="197a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241" name=""/>
          <p:cNvSpPr txBox="1"/>
          <p:nvPr/>
        </p:nvSpPr>
        <p:spPr>
          <a:xfrm>
            <a:off x="7536960" y="4046040"/>
            <a:ext cx="30488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ぜい弱性があるものとして受容する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42" name=""/>
          <p:cNvSpPr txBox="1"/>
          <p:nvPr/>
        </p:nvSpPr>
        <p:spPr>
          <a:xfrm>
            <a:off x="7629480" y="5074920"/>
            <a:ext cx="28584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実機での検証を次の計画に入れる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43" name=""/>
          <p:cNvSpPr/>
          <p:nvPr/>
        </p:nvSpPr>
        <p:spPr>
          <a:xfrm>
            <a:off x="3267000" y="3409920"/>
            <a:ext cx="19440" cy="533520"/>
          </a:xfrm>
          <a:custGeom>
            <a:avLst/>
            <a:gdLst/>
            <a:ahLst/>
            <a:rect l="0" t="0" r="r" b="b"/>
            <a:pathLst>
              <a:path w="54" h="1482">
                <a:moveTo>
                  <a:pt x="0" y="0"/>
                </a:moveTo>
                <a:lnTo>
                  <a:pt x="54" y="0"/>
                </a:lnTo>
                <a:lnTo>
                  <a:pt x="54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244" name=""/>
          <p:cNvSpPr txBox="1"/>
          <p:nvPr/>
        </p:nvSpPr>
        <p:spPr>
          <a:xfrm>
            <a:off x="8497440" y="556560"/>
            <a:ext cx="293148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全体 ∕ 計画 ∕ 運用 ∕ </a:t>
            </a:r>
            <a:r>
              <a:rPr b="1" lang="ja-JP" sz="1200" spc="-1" strike="noStrike">
                <a:solidFill>
                  <a:srgbClr val="0017c1"/>
                </a:solidFill>
                <a:latin typeface="Noto Sans JP"/>
                <a:ea typeface="Noto Sans JP"/>
              </a:rPr>
              <a:t>評価</a:t>
            </a:r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 ∕ 改善 ∕ 承認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45" name=""/>
          <p:cNvSpPr/>
          <p:nvPr/>
        </p:nvSpPr>
        <p:spPr>
          <a:xfrm>
            <a:off x="3219120" y="3848040"/>
            <a:ext cx="114840" cy="95400"/>
          </a:xfrm>
          <a:custGeom>
            <a:avLst/>
            <a:gdLst/>
            <a:ahLst/>
            <a:rect l="0" t="0" r="r" b="b"/>
            <a:pathLst>
              <a:path w="319" h="265">
                <a:moveTo>
                  <a:pt x="0" y="0"/>
                </a:moveTo>
                <a:lnTo>
                  <a:pt x="160" y="265"/>
                </a:lnTo>
                <a:lnTo>
                  <a:pt x="319" y="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246" name=""/>
          <p:cNvSpPr/>
          <p:nvPr/>
        </p:nvSpPr>
        <p:spPr>
          <a:xfrm>
            <a:off x="3267000" y="4438440"/>
            <a:ext cx="19440" cy="533880"/>
          </a:xfrm>
          <a:custGeom>
            <a:avLst/>
            <a:gdLst/>
            <a:ahLst/>
            <a:rect l="0" t="0" r="r" b="b"/>
            <a:pathLst>
              <a:path w="54" h="1483">
                <a:moveTo>
                  <a:pt x="0" y="0"/>
                </a:moveTo>
                <a:lnTo>
                  <a:pt x="54" y="0"/>
                </a:lnTo>
                <a:lnTo>
                  <a:pt x="54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247" name=""/>
          <p:cNvSpPr txBox="1"/>
          <p:nvPr/>
        </p:nvSpPr>
        <p:spPr>
          <a:xfrm>
            <a:off x="3381480" y="3484080"/>
            <a:ext cx="3816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当面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48" name=""/>
          <p:cNvSpPr/>
          <p:nvPr/>
        </p:nvSpPr>
        <p:spPr>
          <a:xfrm>
            <a:off x="3219120" y="4876560"/>
            <a:ext cx="114840" cy="95760"/>
          </a:xfrm>
          <a:custGeom>
            <a:avLst/>
            <a:gdLst/>
            <a:ahLst/>
            <a:rect l="0" t="0" r="r" b="b"/>
            <a:pathLst>
              <a:path w="319" h="266">
                <a:moveTo>
                  <a:pt x="0" y="0"/>
                </a:moveTo>
                <a:lnTo>
                  <a:pt x="160" y="266"/>
                </a:lnTo>
                <a:lnTo>
                  <a:pt x="319" y="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249" name=""/>
          <p:cNvSpPr/>
          <p:nvPr/>
        </p:nvSpPr>
        <p:spPr>
          <a:xfrm>
            <a:off x="8905680" y="3409920"/>
            <a:ext cx="19440" cy="533520"/>
          </a:xfrm>
          <a:custGeom>
            <a:avLst/>
            <a:gdLst/>
            <a:ahLst/>
            <a:rect l="0" t="0" r="r" b="b"/>
            <a:pathLst>
              <a:path w="54" h="1482">
                <a:moveTo>
                  <a:pt x="0" y="0"/>
                </a:moveTo>
                <a:lnTo>
                  <a:pt x="54" y="0"/>
                </a:lnTo>
                <a:lnTo>
                  <a:pt x="54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250" name=""/>
          <p:cNvSpPr txBox="1"/>
          <p:nvPr/>
        </p:nvSpPr>
        <p:spPr>
          <a:xfrm>
            <a:off x="3381480" y="4512960"/>
            <a:ext cx="3816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対処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51" name=""/>
          <p:cNvSpPr/>
          <p:nvPr/>
        </p:nvSpPr>
        <p:spPr>
          <a:xfrm>
            <a:off x="8858160" y="3848040"/>
            <a:ext cx="114480" cy="95400"/>
          </a:xfrm>
          <a:custGeom>
            <a:avLst/>
            <a:gdLst/>
            <a:ahLst/>
            <a:rect l="0" t="0" r="r" b="b"/>
            <a:pathLst>
              <a:path w="318" h="265">
                <a:moveTo>
                  <a:pt x="0" y="0"/>
                </a:moveTo>
                <a:lnTo>
                  <a:pt x="158" y="265"/>
                </a:lnTo>
                <a:lnTo>
                  <a:pt x="318" y="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252" name=""/>
          <p:cNvSpPr/>
          <p:nvPr/>
        </p:nvSpPr>
        <p:spPr>
          <a:xfrm>
            <a:off x="8905680" y="4438440"/>
            <a:ext cx="19440" cy="533880"/>
          </a:xfrm>
          <a:custGeom>
            <a:avLst/>
            <a:gdLst/>
            <a:ahLst/>
            <a:rect l="0" t="0" r="r" b="b"/>
            <a:pathLst>
              <a:path w="54" h="1483">
                <a:moveTo>
                  <a:pt x="0" y="0"/>
                </a:moveTo>
                <a:lnTo>
                  <a:pt x="54" y="0"/>
                </a:lnTo>
                <a:lnTo>
                  <a:pt x="54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253" name=""/>
          <p:cNvSpPr txBox="1"/>
          <p:nvPr/>
        </p:nvSpPr>
        <p:spPr>
          <a:xfrm>
            <a:off x="9020160" y="3484080"/>
            <a:ext cx="3816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当面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54" name=""/>
          <p:cNvSpPr/>
          <p:nvPr/>
        </p:nvSpPr>
        <p:spPr>
          <a:xfrm>
            <a:off x="8858160" y="4876560"/>
            <a:ext cx="114480" cy="95760"/>
          </a:xfrm>
          <a:custGeom>
            <a:avLst/>
            <a:gdLst/>
            <a:ahLst/>
            <a:rect l="0" t="0" r="r" b="b"/>
            <a:pathLst>
              <a:path w="318" h="266">
                <a:moveTo>
                  <a:pt x="0" y="0"/>
                </a:moveTo>
                <a:lnTo>
                  <a:pt x="158" y="266"/>
                </a:lnTo>
                <a:lnTo>
                  <a:pt x="318" y="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255" name=""/>
          <p:cNvSpPr txBox="1"/>
          <p:nvPr/>
        </p:nvSpPr>
        <p:spPr>
          <a:xfrm>
            <a:off x="9020160" y="4512960"/>
            <a:ext cx="3816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対処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56" name=""/>
          <p:cNvSpPr txBox="1"/>
          <p:nvPr/>
        </p:nvSpPr>
        <p:spPr>
          <a:xfrm>
            <a:off x="11413080" y="6442920"/>
            <a:ext cx="1699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15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5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5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60" name=""/>
          <p:cNvSpPr/>
          <p:nvPr/>
        </p:nvSpPr>
        <p:spPr>
          <a:xfrm>
            <a:off x="609480" y="971280"/>
            <a:ext cx="10973160" cy="38520"/>
          </a:xfrm>
          <a:custGeom>
            <a:avLst/>
            <a:gdLst/>
            <a:ahLst/>
            <a:rect l="0" t="0" r="r" b="b"/>
            <a:pathLst>
              <a:path w="30481" h="107">
                <a:moveTo>
                  <a:pt x="0" y="0"/>
                </a:moveTo>
                <a:lnTo>
                  <a:pt x="30481" y="0"/>
                </a:lnTo>
                <a:lnTo>
                  <a:pt x="3048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261" name=""/>
          <p:cNvSpPr txBox="1"/>
          <p:nvPr/>
        </p:nvSpPr>
        <p:spPr>
          <a:xfrm>
            <a:off x="609480" y="392760"/>
            <a:ext cx="2743920" cy="497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2700" spc="-1" strike="noStrike">
                <a:solidFill>
                  <a:srgbClr val="1a1a1a"/>
                </a:solidFill>
                <a:latin typeface="Noto Sans JP"/>
                <a:ea typeface="Noto Sans JP"/>
              </a:rPr>
              <a:t>見直しのきっかけ</a:t>
            </a:r>
            <a:endParaRPr b="0" lang="ja-JP" sz="27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62" name=""/>
          <p:cNvSpPr/>
          <p:nvPr/>
        </p:nvSpPr>
        <p:spPr>
          <a:xfrm>
            <a:off x="609480" y="1599840"/>
            <a:ext cx="10973160" cy="4800960"/>
          </a:xfrm>
          <a:custGeom>
            <a:avLst/>
            <a:gdLst/>
            <a:ahLst/>
            <a:rect l="0" t="0" r="r" b="b"/>
            <a:pathLst>
              <a:path w="30481" h="13336">
                <a:moveTo>
                  <a:pt x="0" y="13125"/>
                </a:moveTo>
                <a:lnTo>
                  <a:pt x="0" y="212"/>
                </a:lnTo>
                <a:cubicBezTo>
                  <a:pt x="0" y="198"/>
                  <a:pt x="1" y="185"/>
                  <a:pt x="4" y="171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1" y="118"/>
                  <a:pt x="28" y="106"/>
                  <a:pt x="36" y="95"/>
                </a:cubicBezTo>
                <a:cubicBezTo>
                  <a:pt x="43" y="83"/>
                  <a:pt x="52" y="72"/>
                  <a:pt x="62" y="62"/>
                </a:cubicBezTo>
                <a:cubicBezTo>
                  <a:pt x="72" y="53"/>
                  <a:pt x="82" y="44"/>
                  <a:pt x="94" y="36"/>
                </a:cubicBezTo>
                <a:cubicBezTo>
                  <a:pt x="105" y="28"/>
                  <a:pt x="118" y="22"/>
                  <a:pt x="130" y="17"/>
                </a:cubicBezTo>
                <a:cubicBezTo>
                  <a:pt x="143" y="11"/>
                  <a:pt x="157" y="7"/>
                  <a:pt x="170" y="5"/>
                </a:cubicBezTo>
                <a:cubicBezTo>
                  <a:pt x="184" y="2"/>
                  <a:pt x="198" y="0"/>
                  <a:pt x="211" y="0"/>
                </a:cubicBezTo>
                <a:lnTo>
                  <a:pt x="30269" y="0"/>
                </a:lnTo>
                <a:cubicBezTo>
                  <a:pt x="30283" y="0"/>
                  <a:pt x="30297" y="2"/>
                  <a:pt x="30310" y="5"/>
                </a:cubicBezTo>
                <a:cubicBezTo>
                  <a:pt x="30324" y="7"/>
                  <a:pt x="30337" y="11"/>
                  <a:pt x="30350" y="17"/>
                </a:cubicBezTo>
                <a:cubicBezTo>
                  <a:pt x="30363" y="22"/>
                  <a:pt x="30375" y="28"/>
                  <a:pt x="30387" y="36"/>
                </a:cubicBezTo>
                <a:cubicBezTo>
                  <a:pt x="30398" y="44"/>
                  <a:pt x="30409" y="53"/>
                  <a:pt x="30419" y="62"/>
                </a:cubicBezTo>
                <a:cubicBezTo>
                  <a:pt x="30429" y="72"/>
                  <a:pt x="30437" y="83"/>
                  <a:pt x="30445" y="95"/>
                </a:cubicBezTo>
                <a:cubicBezTo>
                  <a:pt x="30453" y="106"/>
                  <a:pt x="30459" y="118"/>
                  <a:pt x="30465" y="131"/>
                </a:cubicBezTo>
                <a:cubicBezTo>
                  <a:pt x="30470" y="144"/>
                  <a:pt x="30474" y="157"/>
                  <a:pt x="30477" y="171"/>
                </a:cubicBezTo>
                <a:cubicBezTo>
                  <a:pt x="30479" y="185"/>
                  <a:pt x="30481" y="198"/>
                  <a:pt x="30481" y="212"/>
                </a:cubicBezTo>
                <a:lnTo>
                  <a:pt x="30481" y="13125"/>
                </a:lnTo>
                <a:cubicBezTo>
                  <a:pt x="30481" y="13139"/>
                  <a:pt x="30479" y="13152"/>
                  <a:pt x="30477" y="13166"/>
                </a:cubicBezTo>
                <a:cubicBezTo>
                  <a:pt x="30474" y="13180"/>
                  <a:pt x="30470" y="13193"/>
                  <a:pt x="30465" y="13206"/>
                </a:cubicBezTo>
                <a:cubicBezTo>
                  <a:pt x="30459" y="13219"/>
                  <a:pt x="30453" y="13231"/>
                  <a:pt x="30445" y="13242"/>
                </a:cubicBezTo>
                <a:cubicBezTo>
                  <a:pt x="30437" y="13254"/>
                  <a:pt x="30429" y="13265"/>
                  <a:pt x="30419" y="13275"/>
                </a:cubicBezTo>
                <a:cubicBezTo>
                  <a:pt x="30409" y="13284"/>
                  <a:pt x="30398" y="13293"/>
                  <a:pt x="30387" y="13301"/>
                </a:cubicBezTo>
                <a:cubicBezTo>
                  <a:pt x="30375" y="13309"/>
                  <a:pt x="30363" y="13315"/>
                  <a:pt x="30350" y="13320"/>
                </a:cubicBezTo>
                <a:cubicBezTo>
                  <a:pt x="30337" y="13326"/>
                  <a:pt x="30324" y="13330"/>
                  <a:pt x="30310" y="13332"/>
                </a:cubicBezTo>
                <a:cubicBezTo>
                  <a:pt x="30297" y="13335"/>
                  <a:pt x="30283" y="13336"/>
                  <a:pt x="30269" y="13336"/>
                </a:cubicBezTo>
                <a:lnTo>
                  <a:pt x="211" y="13336"/>
                </a:lnTo>
                <a:cubicBezTo>
                  <a:pt x="198" y="13336"/>
                  <a:pt x="184" y="13335"/>
                  <a:pt x="170" y="13332"/>
                </a:cubicBezTo>
                <a:cubicBezTo>
                  <a:pt x="157" y="13330"/>
                  <a:pt x="143" y="13326"/>
                  <a:pt x="130" y="13320"/>
                </a:cubicBezTo>
                <a:cubicBezTo>
                  <a:pt x="118" y="13315"/>
                  <a:pt x="105" y="13309"/>
                  <a:pt x="94" y="13301"/>
                </a:cubicBezTo>
                <a:cubicBezTo>
                  <a:pt x="82" y="13293"/>
                  <a:pt x="72" y="13284"/>
                  <a:pt x="62" y="13275"/>
                </a:cubicBezTo>
                <a:cubicBezTo>
                  <a:pt x="52" y="13265"/>
                  <a:pt x="43" y="13254"/>
                  <a:pt x="36" y="13242"/>
                </a:cubicBezTo>
                <a:cubicBezTo>
                  <a:pt x="28" y="13231"/>
                  <a:pt x="21" y="13219"/>
                  <a:pt x="16" y="13206"/>
                </a:cubicBezTo>
                <a:cubicBezTo>
                  <a:pt x="11" y="13193"/>
                  <a:pt x="7" y="13180"/>
                  <a:pt x="4" y="13166"/>
                </a:cubicBezTo>
                <a:cubicBezTo>
                  <a:pt x="1" y="13152"/>
                  <a:pt x="0" y="13139"/>
                  <a:pt x="0" y="13125"/>
                </a:cubicBezTo>
                <a:close/>
              </a:path>
            </a:pathLst>
          </a:custGeom>
          <a:solidFill>
            <a:srgbClr val="e8f1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63" name=""/>
          <p:cNvSpPr txBox="1"/>
          <p:nvPr/>
        </p:nvSpPr>
        <p:spPr>
          <a:xfrm>
            <a:off x="609480" y="1090800"/>
            <a:ext cx="800172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課題と評価の結果は、マネジメントレビューで見直して計画に戻す</a:t>
            </a:r>
            <a:endParaRPr b="0" lang="ja-JP" sz="21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64" name=""/>
          <p:cNvSpPr/>
          <p:nvPr/>
        </p:nvSpPr>
        <p:spPr>
          <a:xfrm>
            <a:off x="6362640" y="3267000"/>
            <a:ext cx="1543320" cy="1848240"/>
          </a:xfrm>
          <a:custGeom>
            <a:avLst/>
            <a:gdLst/>
            <a:ahLst/>
            <a:rect l="0" t="0" r="r" b="b"/>
            <a:pathLst>
              <a:path w="4287" h="5134">
                <a:moveTo>
                  <a:pt x="0" y="4948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3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4102" y="0"/>
                </a:lnTo>
                <a:cubicBezTo>
                  <a:pt x="4114" y="0"/>
                  <a:pt x="4126" y="1"/>
                  <a:pt x="4138" y="3"/>
                </a:cubicBezTo>
                <a:cubicBezTo>
                  <a:pt x="4150" y="6"/>
                  <a:pt x="4161" y="9"/>
                  <a:pt x="4173" y="14"/>
                </a:cubicBezTo>
                <a:cubicBezTo>
                  <a:pt x="4184" y="18"/>
                  <a:pt x="4194" y="24"/>
                  <a:pt x="4205" y="31"/>
                </a:cubicBezTo>
                <a:cubicBezTo>
                  <a:pt x="4215" y="38"/>
                  <a:pt x="4224" y="45"/>
                  <a:pt x="4233" y="54"/>
                </a:cubicBezTo>
                <a:cubicBezTo>
                  <a:pt x="4241" y="63"/>
                  <a:pt x="4249" y="72"/>
                  <a:pt x="4256" y="82"/>
                </a:cubicBezTo>
                <a:cubicBezTo>
                  <a:pt x="4262" y="92"/>
                  <a:pt x="4268" y="103"/>
                  <a:pt x="4273" y="114"/>
                </a:cubicBezTo>
                <a:cubicBezTo>
                  <a:pt x="4277" y="125"/>
                  <a:pt x="4281" y="137"/>
                  <a:pt x="4283" y="149"/>
                </a:cubicBezTo>
                <a:cubicBezTo>
                  <a:pt x="4286" y="161"/>
                  <a:pt x="4287" y="173"/>
                  <a:pt x="4287" y="185"/>
                </a:cubicBezTo>
                <a:lnTo>
                  <a:pt x="4287" y="4948"/>
                </a:lnTo>
                <a:cubicBezTo>
                  <a:pt x="4287" y="4961"/>
                  <a:pt x="4286" y="4973"/>
                  <a:pt x="4283" y="4985"/>
                </a:cubicBezTo>
                <a:cubicBezTo>
                  <a:pt x="4281" y="4996"/>
                  <a:pt x="4277" y="5008"/>
                  <a:pt x="4273" y="5019"/>
                </a:cubicBezTo>
                <a:cubicBezTo>
                  <a:pt x="4268" y="5031"/>
                  <a:pt x="4262" y="5041"/>
                  <a:pt x="4256" y="5051"/>
                </a:cubicBezTo>
                <a:cubicBezTo>
                  <a:pt x="4249" y="5061"/>
                  <a:pt x="4241" y="5071"/>
                  <a:pt x="4233" y="5079"/>
                </a:cubicBezTo>
                <a:cubicBezTo>
                  <a:pt x="4224" y="5088"/>
                  <a:pt x="4215" y="5096"/>
                  <a:pt x="4205" y="5102"/>
                </a:cubicBezTo>
                <a:cubicBezTo>
                  <a:pt x="4194" y="5109"/>
                  <a:pt x="4184" y="5115"/>
                  <a:pt x="4173" y="5120"/>
                </a:cubicBezTo>
                <a:cubicBezTo>
                  <a:pt x="4161" y="5124"/>
                  <a:pt x="4150" y="5128"/>
                  <a:pt x="4138" y="5130"/>
                </a:cubicBezTo>
                <a:cubicBezTo>
                  <a:pt x="4126" y="5132"/>
                  <a:pt x="4114" y="5134"/>
                  <a:pt x="4102" y="5134"/>
                </a:cubicBezTo>
                <a:lnTo>
                  <a:pt x="185" y="5134"/>
                </a:lnTo>
                <a:cubicBezTo>
                  <a:pt x="173" y="5134"/>
                  <a:pt x="161" y="5132"/>
                  <a:pt x="149" y="5130"/>
                </a:cubicBezTo>
                <a:cubicBezTo>
                  <a:pt x="137" y="5128"/>
                  <a:pt x="125" y="5124"/>
                  <a:pt x="114" y="5120"/>
                </a:cubicBezTo>
                <a:cubicBezTo>
                  <a:pt x="103" y="5115"/>
                  <a:pt x="92" y="5109"/>
                  <a:pt x="82" y="5102"/>
                </a:cubicBezTo>
                <a:cubicBezTo>
                  <a:pt x="72" y="5096"/>
                  <a:pt x="63" y="5088"/>
                  <a:pt x="54" y="5079"/>
                </a:cubicBezTo>
                <a:cubicBezTo>
                  <a:pt x="45" y="5071"/>
                  <a:pt x="38" y="5061"/>
                  <a:pt x="31" y="5051"/>
                </a:cubicBezTo>
                <a:cubicBezTo>
                  <a:pt x="24" y="5041"/>
                  <a:pt x="18" y="5031"/>
                  <a:pt x="14" y="5019"/>
                </a:cubicBezTo>
                <a:cubicBezTo>
                  <a:pt x="9" y="5008"/>
                  <a:pt x="6" y="4996"/>
                  <a:pt x="3" y="4985"/>
                </a:cubicBezTo>
                <a:cubicBezTo>
                  <a:pt x="1" y="4973"/>
                  <a:pt x="0" y="4961"/>
                  <a:pt x="0" y="494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65" name=""/>
          <p:cNvSpPr/>
          <p:nvPr/>
        </p:nvSpPr>
        <p:spPr>
          <a:xfrm>
            <a:off x="6362640" y="3267000"/>
            <a:ext cx="1543320" cy="1848240"/>
          </a:xfrm>
          <a:custGeom>
            <a:avLst/>
            <a:gdLst/>
            <a:ahLst/>
            <a:rect l="0" t="0" r="r" b="b"/>
            <a:pathLst>
              <a:path w="4287" h="5134">
                <a:moveTo>
                  <a:pt x="0" y="4948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3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4102" y="0"/>
                </a:lnTo>
                <a:cubicBezTo>
                  <a:pt x="4114" y="0"/>
                  <a:pt x="4126" y="1"/>
                  <a:pt x="4138" y="3"/>
                </a:cubicBezTo>
                <a:cubicBezTo>
                  <a:pt x="4150" y="6"/>
                  <a:pt x="4161" y="9"/>
                  <a:pt x="4173" y="14"/>
                </a:cubicBezTo>
                <a:cubicBezTo>
                  <a:pt x="4184" y="18"/>
                  <a:pt x="4194" y="24"/>
                  <a:pt x="4205" y="31"/>
                </a:cubicBezTo>
                <a:cubicBezTo>
                  <a:pt x="4215" y="38"/>
                  <a:pt x="4224" y="45"/>
                  <a:pt x="4233" y="54"/>
                </a:cubicBezTo>
                <a:cubicBezTo>
                  <a:pt x="4241" y="63"/>
                  <a:pt x="4249" y="72"/>
                  <a:pt x="4256" y="82"/>
                </a:cubicBezTo>
                <a:cubicBezTo>
                  <a:pt x="4262" y="92"/>
                  <a:pt x="4268" y="103"/>
                  <a:pt x="4273" y="114"/>
                </a:cubicBezTo>
                <a:cubicBezTo>
                  <a:pt x="4277" y="125"/>
                  <a:pt x="4281" y="137"/>
                  <a:pt x="4283" y="149"/>
                </a:cubicBezTo>
                <a:cubicBezTo>
                  <a:pt x="4286" y="161"/>
                  <a:pt x="4287" y="173"/>
                  <a:pt x="4287" y="185"/>
                </a:cubicBezTo>
                <a:lnTo>
                  <a:pt x="4287" y="4948"/>
                </a:lnTo>
                <a:cubicBezTo>
                  <a:pt x="4287" y="4961"/>
                  <a:pt x="4286" y="4973"/>
                  <a:pt x="4283" y="4985"/>
                </a:cubicBezTo>
                <a:cubicBezTo>
                  <a:pt x="4281" y="4996"/>
                  <a:pt x="4277" y="5008"/>
                  <a:pt x="4273" y="5019"/>
                </a:cubicBezTo>
                <a:cubicBezTo>
                  <a:pt x="4268" y="5031"/>
                  <a:pt x="4262" y="5041"/>
                  <a:pt x="4256" y="5051"/>
                </a:cubicBezTo>
                <a:cubicBezTo>
                  <a:pt x="4249" y="5061"/>
                  <a:pt x="4241" y="5071"/>
                  <a:pt x="4233" y="5079"/>
                </a:cubicBezTo>
                <a:cubicBezTo>
                  <a:pt x="4224" y="5088"/>
                  <a:pt x="4215" y="5096"/>
                  <a:pt x="4205" y="5102"/>
                </a:cubicBezTo>
                <a:cubicBezTo>
                  <a:pt x="4194" y="5109"/>
                  <a:pt x="4184" y="5115"/>
                  <a:pt x="4173" y="5120"/>
                </a:cubicBezTo>
                <a:cubicBezTo>
                  <a:pt x="4161" y="5124"/>
                  <a:pt x="4150" y="5128"/>
                  <a:pt x="4138" y="5130"/>
                </a:cubicBezTo>
                <a:cubicBezTo>
                  <a:pt x="4126" y="5132"/>
                  <a:pt x="4114" y="5134"/>
                  <a:pt x="4102" y="5134"/>
                </a:cubicBezTo>
                <a:lnTo>
                  <a:pt x="185" y="5134"/>
                </a:lnTo>
                <a:cubicBezTo>
                  <a:pt x="173" y="5134"/>
                  <a:pt x="161" y="5132"/>
                  <a:pt x="149" y="5130"/>
                </a:cubicBezTo>
                <a:cubicBezTo>
                  <a:pt x="137" y="5128"/>
                  <a:pt x="125" y="5124"/>
                  <a:pt x="114" y="5120"/>
                </a:cubicBezTo>
                <a:cubicBezTo>
                  <a:pt x="103" y="5115"/>
                  <a:pt x="92" y="5109"/>
                  <a:pt x="82" y="5102"/>
                </a:cubicBezTo>
                <a:cubicBezTo>
                  <a:pt x="72" y="5096"/>
                  <a:pt x="63" y="5088"/>
                  <a:pt x="54" y="5079"/>
                </a:cubicBezTo>
                <a:cubicBezTo>
                  <a:pt x="45" y="5071"/>
                  <a:pt x="38" y="5061"/>
                  <a:pt x="31" y="5051"/>
                </a:cubicBezTo>
                <a:cubicBezTo>
                  <a:pt x="24" y="5041"/>
                  <a:pt x="18" y="5031"/>
                  <a:pt x="14" y="5019"/>
                </a:cubicBezTo>
                <a:cubicBezTo>
                  <a:pt x="9" y="5008"/>
                  <a:pt x="6" y="4996"/>
                  <a:pt x="3" y="4985"/>
                </a:cubicBezTo>
                <a:cubicBezTo>
                  <a:pt x="1" y="4973"/>
                  <a:pt x="0" y="4961"/>
                  <a:pt x="0" y="4948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66" name=""/>
          <p:cNvSpPr/>
          <p:nvPr/>
        </p:nvSpPr>
        <p:spPr>
          <a:xfrm>
            <a:off x="6867360" y="3524040"/>
            <a:ext cx="533880" cy="267120"/>
          </a:xfrm>
          <a:custGeom>
            <a:avLst/>
            <a:gdLst/>
            <a:ahLst/>
            <a:rect l="0" t="0" r="r" b="b"/>
            <a:pathLst>
              <a:path w="1483" h="742">
                <a:moveTo>
                  <a:pt x="0" y="742"/>
                </a:moveTo>
                <a:lnTo>
                  <a:pt x="0" y="660"/>
                </a:lnTo>
                <a:cubicBezTo>
                  <a:pt x="0" y="620"/>
                  <a:pt x="21" y="588"/>
                  <a:pt x="64" y="563"/>
                </a:cubicBezTo>
                <a:cubicBezTo>
                  <a:pt x="107" y="538"/>
                  <a:pt x="163" y="526"/>
                  <a:pt x="232" y="526"/>
                </a:cubicBezTo>
                <a:cubicBezTo>
                  <a:pt x="245" y="526"/>
                  <a:pt x="257" y="526"/>
                  <a:pt x="268" y="527"/>
                </a:cubicBezTo>
                <a:cubicBezTo>
                  <a:pt x="280" y="527"/>
                  <a:pt x="291" y="528"/>
                  <a:pt x="302" y="530"/>
                </a:cubicBezTo>
                <a:cubicBezTo>
                  <a:pt x="294" y="548"/>
                  <a:pt x="288" y="566"/>
                  <a:pt x="284" y="584"/>
                </a:cubicBezTo>
                <a:cubicBezTo>
                  <a:pt x="280" y="603"/>
                  <a:pt x="278" y="622"/>
                  <a:pt x="278" y="642"/>
                </a:cubicBezTo>
                <a:lnTo>
                  <a:pt x="278" y="742"/>
                </a:lnTo>
                <a:lnTo>
                  <a:pt x="0" y="742"/>
                </a:lnTo>
                <a:moveTo>
                  <a:pt x="370" y="742"/>
                </a:moveTo>
                <a:lnTo>
                  <a:pt x="370" y="642"/>
                </a:lnTo>
                <a:cubicBezTo>
                  <a:pt x="370" y="609"/>
                  <a:pt x="379" y="579"/>
                  <a:pt x="397" y="551"/>
                </a:cubicBezTo>
                <a:cubicBezTo>
                  <a:pt x="415" y="524"/>
                  <a:pt x="441" y="500"/>
                  <a:pt x="474" y="480"/>
                </a:cubicBezTo>
                <a:cubicBezTo>
                  <a:pt x="507" y="459"/>
                  <a:pt x="546" y="444"/>
                  <a:pt x="592" y="433"/>
                </a:cubicBezTo>
                <a:cubicBezTo>
                  <a:pt x="638" y="423"/>
                  <a:pt x="687" y="418"/>
                  <a:pt x="741" y="418"/>
                </a:cubicBezTo>
                <a:cubicBezTo>
                  <a:pt x="795" y="418"/>
                  <a:pt x="845" y="423"/>
                  <a:pt x="891" y="433"/>
                </a:cubicBezTo>
                <a:cubicBezTo>
                  <a:pt x="938" y="444"/>
                  <a:pt x="977" y="459"/>
                  <a:pt x="1010" y="480"/>
                </a:cubicBezTo>
                <a:cubicBezTo>
                  <a:pt x="1043" y="500"/>
                  <a:pt x="1068" y="524"/>
                  <a:pt x="1086" y="551"/>
                </a:cubicBezTo>
                <a:cubicBezTo>
                  <a:pt x="1103" y="579"/>
                  <a:pt x="1112" y="609"/>
                  <a:pt x="1112" y="642"/>
                </a:cubicBezTo>
                <a:lnTo>
                  <a:pt x="1112" y="742"/>
                </a:lnTo>
                <a:lnTo>
                  <a:pt x="370" y="742"/>
                </a:lnTo>
                <a:moveTo>
                  <a:pt x="1205" y="742"/>
                </a:moveTo>
                <a:lnTo>
                  <a:pt x="1205" y="642"/>
                </a:lnTo>
                <a:cubicBezTo>
                  <a:pt x="1205" y="621"/>
                  <a:pt x="1203" y="602"/>
                  <a:pt x="1199" y="584"/>
                </a:cubicBezTo>
                <a:cubicBezTo>
                  <a:pt x="1196" y="566"/>
                  <a:pt x="1190" y="548"/>
                  <a:pt x="1182" y="530"/>
                </a:cubicBezTo>
                <a:cubicBezTo>
                  <a:pt x="1193" y="528"/>
                  <a:pt x="1204" y="527"/>
                  <a:pt x="1216" y="527"/>
                </a:cubicBezTo>
                <a:cubicBezTo>
                  <a:pt x="1227" y="526"/>
                  <a:pt x="1239" y="526"/>
                  <a:pt x="1251" y="526"/>
                </a:cubicBezTo>
                <a:cubicBezTo>
                  <a:pt x="1321" y="526"/>
                  <a:pt x="1377" y="538"/>
                  <a:pt x="1419" y="563"/>
                </a:cubicBezTo>
                <a:cubicBezTo>
                  <a:pt x="1461" y="587"/>
                  <a:pt x="1483" y="620"/>
                  <a:pt x="1483" y="660"/>
                </a:cubicBezTo>
                <a:lnTo>
                  <a:pt x="1483" y="742"/>
                </a:lnTo>
                <a:lnTo>
                  <a:pt x="1205" y="742"/>
                </a:lnTo>
                <a:moveTo>
                  <a:pt x="463" y="649"/>
                </a:moveTo>
                <a:lnTo>
                  <a:pt x="1020" y="649"/>
                </a:lnTo>
                <a:lnTo>
                  <a:pt x="1020" y="640"/>
                </a:lnTo>
                <a:cubicBezTo>
                  <a:pt x="1020" y="602"/>
                  <a:pt x="994" y="571"/>
                  <a:pt x="942" y="547"/>
                </a:cubicBezTo>
                <a:cubicBezTo>
                  <a:pt x="889" y="522"/>
                  <a:pt x="822" y="510"/>
                  <a:pt x="741" y="510"/>
                </a:cubicBezTo>
                <a:cubicBezTo>
                  <a:pt x="660" y="510"/>
                  <a:pt x="593" y="522"/>
                  <a:pt x="541" y="547"/>
                </a:cubicBezTo>
                <a:cubicBezTo>
                  <a:pt x="489" y="571"/>
                  <a:pt x="463" y="602"/>
                  <a:pt x="463" y="642"/>
                </a:cubicBezTo>
                <a:lnTo>
                  <a:pt x="463" y="649"/>
                </a:lnTo>
                <a:moveTo>
                  <a:pt x="231" y="480"/>
                </a:moveTo>
                <a:cubicBezTo>
                  <a:pt x="201" y="480"/>
                  <a:pt x="176" y="469"/>
                  <a:pt x="155" y="448"/>
                </a:cubicBezTo>
                <a:cubicBezTo>
                  <a:pt x="134" y="427"/>
                  <a:pt x="123" y="401"/>
                  <a:pt x="123" y="371"/>
                </a:cubicBezTo>
                <a:cubicBezTo>
                  <a:pt x="123" y="342"/>
                  <a:pt x="134" y="316"/>
                  <a:pt x="155" y="295"/>
                </a:cubicBezTo>
                <a:cubicBezTo>
                  <a:pt x="176" y="274"/>
                  <a:pt x="202" y="263"/>
                  <a:pt x="231" y="263"/>
                </a:cubicBezTo>
                <a:cubicBezTo>
                  <a:pt x="261" y="263"/>
                  <a:pt x="287" y="274"/>
                  <a:pt x="308" y="295"/>
                </a:cubicBezTo>
                <a:cubicBezTo>
                  <a:pt x="329" y="316"/>
                  <a:pt x="340" y="342"/>
                  <a:pt x="340" y="372"/>
                </a:cubicBezTo>
                <a:cubicBezTo>
                  <a:pt x="340" y="402"/>
                  <a:pt x="329" y="427"/>
                  <a:pt x="308" y="448"/>
                </a:cubicBezTo>
                <a:cubicBezTo>
                  <a:pt x="287" y="469"/>
                  <a:pt x="261" y="480"/>
                  <a:pt x="231" y="480"/>
                </a:cubicBezTo>
                <a:moveTo>
                  <a:pt x="1250" y="480"/>
                </a:moveTo>
                <a:cubicBezTo>
                  <a:pt x="1221" y="480"/>
                  <a:pt x="1196" y="469"/>
                  <a:pt x="1175" y="448"/>
                </a:cubicBezTo>
                <a:cubicBezTo>
                  <a:pt x="1154" y="427"/>
                  <a:pt x="1143" y="401"/>
                  <a:pt x="1143" y="371"/>
                </a:cubicBezTo>
                <a:cubicBezTo>
                  <a:pt x="1143" y="342"/>
                  <a:pt x="1154" y="316"/>
                  <a:pt x="1175" y="295"/>
                </a:cubicBezTo>
                <a:cubicBezTo>
                  <a:pt x="1196" y="274"/>
                  <a:pt x="1221" y="263"/>
                  <a:pt x="1251" y="263"/>
                </a:cubicBezTo>
                <a:cubicBezTo>
                  <a:pt x="1281" y="263"/>
                  <a:pt x="1306" y="274"/>
                  <a:pt x="1328" y="295"/>
                </a:cubicBezTo>
                <a:cubicBezTo>
                  <a:pt x="1349" y="316"/>
                  <a:pt x="1359" y="342"/>
                  <a:pt x="1359" y="372"/>
                </a:cubicBezTo>
                <a:cubicBezTo>
                  <a:pt x="1359" y="402"/>
                  <a:pt x="1349" y="427"/>
                  <a:pt x="1328" y="448"/>
                </a:cubicBezTo>
                <a:cubicBezTo>
                  <a:pt x="1306" y="469"/>
                  <a:pt x="1281" y="480"/>
                  <a:pt x="1250" y="480"/>
                </a:cubicBezTo>
                <a:moveTo>
                  <a:pt x="741" y="371"/>
                </a:moveTo>
                <a:cubicBezTo>
                  <a:pt x="689" y="371"/>
                  <a:pt x="646" y="353"/>
                  <a:pt x="610" y="317"/>
                </a:cubicBezTo>
                <a:cubicBezTo>
                  <a:pt x="574" y="281"/>
                  <a:pt x="556" y="238"/>
                  <a:pt x="556" y="185"/>
                </a:cubicBezTo>
                <a:cubicBezTo>
                  <a:pt x="556" y="133"/>
                  <a:pt x="574" y="89"/>
                  <a:pt x="610" y="53"/>
                </a:cubicBezTo>
                <a:cubicBezTo>
                  <a:pt x="646" y="18"/>
                  <a:pt x="689" y="0"/>
                  <a:pt x="741" y="0"/>
                </a:cubicBezTo>
                <a:cubicBezTo>
                  <a:pt x="793" y="0"/>
                  <a:pt x="837" y="18"/>
                  <a:pt x="873" y="53"/>
                </a:cubicBezTo>
                <a:cubicBezTo>
                  <a:pt x="908" y="89"/>
                  <a:pt x="927" y="133"/>
                  <a:pt x="927" y="185"/>
                </a:cubicBezTo>
                <a:cubicBezTo>
                  <a:pt x="927" y="238"/>
                  <a:pt x="908" y="281"/>
                  <a:pt x="873" y="317"/>
                </a:cubicBezTo>
                <a:cubicBezTo>
                  <a:pt x="837" y="353"/>
                  <a:pt x="793" y="371"/>
                  <a:pt x="741" y="371"/>
                </a:cubicBezTo>
                <a:moveTo>
                  <a:pt x="741" y="279"/>
                </a:moveTo>
                <a:cubicBezTo>
                  <a:pt x="768" y="279"/>
                  <a:pt x="790" y="270"/>
                  <a:pt x="807" y="252"/>
                </a:cubicBezTo>
                <a:cubicBezTo>
                  <a:pt x="825" y="234"/>
                  <a:pt x="833" y="212"/>
                  <a:pt x="833" y="185"/>
                </a:cubicBezTo>
                <a:cubicBezTo>
                  <a:pt x="833" y="158"/>
                  <a:pt x="825" y="136"/>
                  <a:pt x="807" y="119"/>
                </a:cubicBezTo>
                <a:cubicBezTo>
                  <a:pt x="789" y="101"/>
                  <a:pt x="767" y="93"/>
                  <a:pt x="741" y="93"/>
                </a:cubicBezTo>
                <a:cubicBezTo>
                  <a:pt x="715" y="93"/>
                  <a:pt x="693" y="102"/>
                  <a:pt x="675" y="119"/>
                </a:cubicBezTo>
                <a:cubicBezTo>
                  <a:pt x="657" y="137"/>
                  <a:pt x="648" y="159"/>
                  <a:pt x="648" y="185"/>
                </a:cubicBezTo>
                <a:cubicBezTo>
                  <a:pt x="648" y="212"/>
                  <a:pt x="657" y="234"/>
                  <a:pt x="675" y="252"/>
                </a:cubicBezTo>
                <a:cubicBezTo>
                  <a:pt x="693" y="270"/>
                  <a:pt x="715" y="279"/>
                  <a:pt x="741" y="279"/>
                </a:cubicBezTo>
                <a:moveTo>
                  <a:pt x="741" y="649"/>
                </a:moveTo>
                <a:lnTo>
                  <a:pt x="741" y="649"/>
                </a:lnTo>
                <a:moveTo>
                  <a:pt x="741" y="185"/>
                </a:moveTo>
                <a:lnTo>
                  <a:pt x="741" y="185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267" name=""/>
          <p:cNvSpPr txBox="1"/>
          <p:nvPr/>
        </p:nvSpPr>
        <p:spPr>
          <a:xfrm>
            <a:off x="799920" y="1716120"/>
            <a:ext cx="43815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見直しは定期のほか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4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つのきっかけで行う</a:t>
            </a:r>
            <a:endParaRPr b="0" lang="ja-JP" sz="18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68" name=""/>
          <p:cNvSpPr txBox="1"/>
          <p:nvPr/>
        </p:nvSpPr>
        <p:spPr>
          <a:xfrm>
            <a:off x="6505560" y="3919320"/>
            <a:ext cx="1253520" cy="30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650" spc="-1" strike="noStrike">
                <a:solidFill>
                  <a:srgbClr val="1a1a1a"/>
                </a:solidFill>
                <a:latin typeface="Noto Sans JP"/>
                <a:ea typeface="Noto Sans JP"/>
              </a:rPr>
              <a:t>マネジメント</a:t>
            </a:r>
            <a:endParaRPr b="0" lang="ja-JP" sz="16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69" name=""/>
          <p:cNvSpPr txBox="1"/>
          <p:nvPr/>
        </p:nvSpPr>
        <p:spPr>
          <a:xfrm>
            <a:off x="6715080" y="4214520"/>
            <a:ext cx="835920" cy="30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650" spc="-1" strike="noStrike">
                <a:solidFill>
                  <a:srgbClr val="1a1a1a"/>
                </a:solidFill>
                <a:latin typeface="Noto Sans JP"/>
                <a:ea typeface="Noto Sans JP"/>
              </a:rPr>
              <a:t>レビュー</a:t>
            </a:r>
            <a:endParaRPr b="0" lang="ja-JP" sz="16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70" name=""/>
          <p:cNvSpPr txBox="1"/>
          <p:nvPr/>
        </p:nvSpPr>
        <p:spPr>
          <a:xfrm>
            <a:off x="6829200" y="4557240"/>
            <a:ext cx="6102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経営層が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71" name=""/>
          <p:cNvSpPr/>
          <p:nvPr/>
        </p:nvSpPr>
        <p:spPr>
          <a:xfrm>
            <a:off x="8305560" y="3409920"/>
            <a:ext cx="1810080" cy="1562400"/>
          </a:xfrm>
          <a:custGeom>
            <a:avLst/>
            <a:gdLst/>
            <a:ahLst/>
            <a:rect l="0" t="0" r="r" b="b"/>
            <a:pathLst>
              <a:path w="5028" h="4340">
                <a:moveTo>
                  <a:pt x="0" y="4155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5"/>
                  <a:pt x="14" y="114"/>
                </a:cubicBezTo>
                <a:cubicBezTo>
                  <a:pt x="19" y="103"/>
                  <a:pt x="25" y="92"/>
                  <a:pt x="31" y="82"/>
                </a:cubicBezTo>
                <a:cubicBezTo>
                  <a:pt x="38" y="72"/>
                  <a:pt x="46" y="62"/>
                  <a:pt x="54" y="54"/>
                </a:cubicBezTo>
                <a:cubicBezTo>
                  <a:pt x="63" y="45"/>
                  <a:pt x="72" y="38"/>
                  <a:pt x="82" y="31"/>
                </a:cubicBezTo>
                <a:cubicBezTo>
                  <a:pt x="93" y="24"/>
                  <a:pt x="103" y="18"/>
                  <a:pt x="114" y="14"/>
                </a:cubicBezTo>
                <a:cubicBezTo>
                  <a:pt x="126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4843" y="0"/>
                </a:lnTo>
                <a:cubicBezTo>
                  <a:pt x="4855" y="0"/>
                  <a:pt x="4867" y="1"/>
                  <a:pt x="4879" y="3"/>
                </a:cubicBezTo>
                <a:cubicBezTo>
                  <a:pt x="4891" y="6"/>
                  <a:pt x="4903" y="9"/>
                  <a:pt x="4914" y="14"/>
                </a:cubicBezTo>
                <a:cubicBezTo>
                  <a:pt x="4925" y="18"/>
                  <a:pt x="4936" y="24"/>
                  <a:pt x="4946" y="31"/>
                </a:cubicBezTo>
                <a:cubicBezTo>
                  <a:pt x="4956" y="38"/>
                  <a:pt x="4965" y="45"/>
                  <a:pt x="4974" y="54"/>
                </a:cubicBezTo>
                <a:cubicBezTo>
                  <a:pt x="4983" y="62"/>
                  <a:pt x="4990" y="72"/>
                  <a:pt x="4997" y="82"/>
                </a:cubicBezTo>
                <a:cubicBezTo>
                  <a:pt x="5004" y="92"/>
                  <a:pt x="5009" y="103"/>
                  <a:pt x="5014" y="114"/>
                </a:cubicBezTo>
                <a:cubicBezTo>
                  <a:pt x="5019" y="125"/>
                  <a:pt x="5022" y="137"/>
                  <a:pt x="5025" y="149"/>
                </a:cubicBezTo>
                <a:cubicBezTo>
                  <a:pt x="5027" y="161"/>
                  <a:pt x="5028" y="173"/>
                  <a:pt x="5028" y="185"/>
                </a:cubicBezTo>
                <a:lnTo>
                  <a:pt x="5028" y="4155"/>
                </a:lnTo>
                <a:cubicBezTo>
                  <a:pt x="5028" y="4167"/>
                  <a:pt x="5027" y="4179"/>
                  <a:pt x="5025" y="4191"/>
                </a:cubicBezTo>
                <a:cubicBezTo>
                  <a:pt x="5022" y="4203"/>
                  <a:pt x="5019" y="4214"/>
                  <a:pt x="5014" y="4225"/>
                </a:cubicBezTo>
                <a:cubicBezTo>
                  <a:pt x="5009" y="4237"/>
                  <a:pt x="5004" y="4247"/>
                  <a:pt x="4997" y="4257"/>
                </a:cubicBezTo>
                <a:cubicBezTo>
                  <a:pt x="4990" y="4268"/>
                  <a:pt x="4983" y="4277"/>
                  <a:pt x="4974" y="4286"/>
                </a:cubicBezTo>
                <a:cubicBezTo>
                  <a:pt x="4965" y="4294"/>
                  <a:pt x="4956" y="4302"/>
                  <a:pt x="4946" y="4309"/>
                </a:cubicBezTo>
                <a:cubicBezTo>
                  <a:pt x="4936" y="4315"/>
                  <a:pt x="4925" y="4321"/>
                  <a:pt x="4914" y="4326"/>
                </a:cubicBezTo>
                <a:cubicBezTo>
                  <a:pt x="4903" y="4330"/>
                  <a:pt x="4891" y="4334"/>
                  <a:pt x="4879" y="4336"/>
                </a:cubicBezTo>
                <a:cubicBezTo>
                  <a:pt x="4867" y="4339"/>
                  <a:pt x="4855" y="4340"/>
                  <a:pt x="4843" y="4340"/>
                </a:cubicBezTo>
                <a:lnTo>
                  <a:pt x="185" y="4340"/>
                </a:lnTo>
                <a:cubicBezTo>
                  <a:pt x="173" y="4340"/>
                  <a:pt x="161" y="4339"/>
                  <a:pt x="149" y="4336"/>
                </a:cubicBezTo>
                <a:cubicBezTo>
                  <a:pt x="137" y="4334"/>
                  <a:pt x="126" y="4330"/>
                  <a:pt x="114" y="4326"/>
                </a:cubicBezTo>
                <a:cubicBezTo>
                  <a:pt x="103" y="4321"/>
                  <a:pt x="93" y="4315"/>
                  <a:pt x="82" y="4309"/>
                </a:cubicBezTo>
                <a:cubicBezTo>
                  <a:pt x="72" y="4302"/>
                  <a:pt x="63" y="4294"/>
                  <a:pt x="54" y="4286"/>
                </a:cubicBezTo>
                <a:cubicBezTo>
                  <a:pt x="46" y="4277"/>
                  <a:pt x="38" y="4268"/>
                  <a:pt x="31" y="4257"/>
                </a:cubicBezTo>
                <a:cubicBezTo>
                  <a:pt x="25" y="4247"/>
                  <a:pt x="19" y="4237"/>
                  <a:pt x="14" y="4225"/>
                </a:cubicBezTo>
                <a:cubicBezTo>
                  <a:pt x="10" y="4214"/>
                  <a:pt x="6" y="4203"/>
                  <a:pt x="4" y="4191"/>
                </a:cubicBezTo>
                <a:cubicBezTo>
                  <a:pt x="1" y="4179"/>
                  <a:pt x="0" y="4167"/>
                  <a:pt x="0" y="415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72" name=""/>
          <p:cNvSpPr/>
          <p:nvPr/>
        </p:nvSpPr>
        <p:spPr>
          <a:xfrm>
            <a:off x="8305560" y="3409920"/>
            <a:ext cx="1810080" cy="1562400"/>
          </a:xfrm>
          <a:custGeom>
            <a:avLst/>
            <a:gdLst/>
            <a:ahLst/>
            <a:rect l="0" t="0" r="r" b="b"/>
            <a:pathLst>
              <a:path w="5028" h="4340">
                <a:moveTo>
                  <a:pt x="0" y="4155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5"/>
                  <a:pt x="14" y="114"/>
                </a:cubicBezTo>
                <a:cubicBezTo>
                  <a:pt x="19" y="103"/>
                  <a:pt x="25" y="92"/>
                  <a:pt x="31" y="82"/>
                </a:cubicBezTo>
                <a:cubicBezTo>
                  <a:pt x="38" y="72"/>
                  <a:pt x="46" y="62"/>
                  <a:pt x="54" y="54"/>
                </a:cubicBezTo>
                <a:cubicBezTo>
                  <a:pt x="63" y="45"/>
                  <a:pt x="72" y="38"/>
                  <a:pt x="82" y="31"/>
                </a:cubicBezTo>
                <a:cubicBezTo>
                  <a:pt x="93" y="24"/>
                  <a:pt x="103" y="18"/>
                  <a:pt x="114" y="14"/>
                </a:cubicBezTo>
                <a:cubicBezTo>
                  <a:pt x="126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4843" y="0"/>
                </a:lnTo>
                <a:cubicBezTo>
                  <a:pt x="4855" y="0"/>
                  <a:pt x="4867" y="1"/>
                  <a:pt x="4879" y="3"/>
                </a:cubicBezTo>
                <a:cubicBezTo>
                  <a:pt x="4891" y="6"/>
                  <a:pt x="4903" y="9"/>
                  <a:pt x="4914" y="14"/>
                </a:cubicBezTo>
                <a:cubicBezTo>
                  <a:pt x="4925" y="18"/>
                  <a:pt x="4936" y="24"/>
                  <a:pt x="4946" y="31"/>
                </a:cubicBezTo>
                <a:cubicBezTo>
                  <a:pt x="4956" y="38"/>
                  <a:pt x="4965" y="45"/>
                  <a:pt x="4974" y="54"/>
                </a:cubicBezTo>
                <a:cubicBezTo>
                  <a:pt x="4983" y="62"/>
                  <a:pt x="4990" y="72"/>
                  <a:pt x="4997" y="82"/>
                </a:cubicBezTo>
                <a:cubicBezTo>
                  <a:pt x="5004" y="92"/>
                  <a:pt x="5009" y="103"/>
                  <a:pt x="5014" y="114"/>
                </a:cubicBezTo>
                <a:cubicBezTo>
                  <a:pt x="5019" y="125"/>
                  <a:pt x="5022" y="137"/>
                  <a:pt x="5025" y="149"/>
                </a:cubicBezTo>
                <a:cubicBezTo>
                  <a:pt x="5027" y="161"/>
                  <a:pt x="5028" y="173"/>
                  <a:pt x="5028" y="185"/>
                </a:cubicBezTo>
                <a:lnTo>
                  <a:pt x="5028" y="4155"/>
                </a:lnTo>
                <a:cubicBezTo>
                  <a:pt x="5028" y="4167"/>
                  <a:pt x="5027" y="4179"/>
                  <a:pt x="5025" y="4191"/>
                </a:cubicBezTo>
                <a:cubicBezTo>
                  <a:pt x="5022" y="4203"/>
                  <a:pt x="5019" y="4214"/>
                  <a:pt x="5014" y="4225"/>
                </a:cubicBezTo>
                <a:cubicBezTo>
                  <a:pt x="5009" y="4237"/>
                  <a:pt x="5004" y="4247"/>
                  <a:pt x="4997" y="4257"/>
                </a:cubicBezTo>
                <a:cubicBezTo>
                  <a:pt x="4990" y="4268"/>
                  <a:pt x="4983" y="4277"/>
                  <a:pt x="4974" y="4286"/>
                </a:cubicBezTo>
                <a:cubicBezTo>
                  <a:pt x="4965" y="4294"/>
                  <a:pt x="4956" y="4302"/>
                  <a:pt x="4946" y="4309"/>
                </a:cubicBezTo>
                <a:cubicBezTo>
                  <a:pt x="4936" y="4315"/>
                  <a:pt x="4925" y="4321"/>
                  <a:pt x="4914" y="4326"/>
                </a:cubicBezTo>
                <a:cubicBezTo>
                  <a:pt x="4903" y="4330"/>
                  <a:pt x="4891" y="4334"/>
                  <a:pt x="4879" y="4336"/>
                </a:cubicBezTo>
                <a:cubicBezTo>
                  <a:pt x="4867" y="4339"/>
                  <a:pt x="4855" y="4340"/>
                  <a:pt x="4843" y="4340"/>
                </a:cubicBezTo>
                <a:lnTo>
                  <a:pt x="185" y="4340"/>
                </a:lnTo>
                <a:cubicBezTo>
                  <a:pt x="173" y="4340"/>
                  <a:pt x="161" y="4339"/>
                  <a:pt x="149" y="4336"/>
                </a:cubicBezTo>
                <a:cubicBezTo>
                  <a:pt x="137" y="4334"/>
                  <a:pt x="126" y="4330"/>
                  <a:pt x="114" y="4326"/>
                </a:cubicBezTo>
                <a:cubicBezTo>
                  <a:pt x="103" y="4321"/>
                  <a:pt x="93" y="4315"/>
                  <a:pt x="82" y="4309"/>
                </a:cubicBezTo>
                <a:cubicBezTo>
                  <a:pt x="72" y="4302"/>
                  <a:pt x="63" y="4294"/>
                  <a:pt x="54" y="4286"/>
                </a:cubicBezTo>
                <a:cubicBezTo>
                  <a:pt x="46" y="4277"/>
                  <a:pt x="38" y="4268"/>
                  <a:pt x="31" y="4257"/>
                </a:cubicBezTo>
                <a:cubicBezTo>
                  <a:pt x="25" y="4247"/>
                  <a:pt x="19" y="4237"/>
                  <a:pt x="14" y="4225"/>
                </a:cubicBezTo>
                <a:cubicBezTo>
                  <a:pt x="10" y="4214"/>
                  <a:pt x="6" y="4203"/>
                  <a:pt x="4" y="4191"/>
                </a:cubicBezTo>
                <a:cubicBezTo>
                  <a:pt x="1" y="4179"/>
                  <a:pt x="0" y="4167"/>
                  <a:pt x="0" y="4155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73" name=""/>
          <p:cNvSpPr/>
          <p:nvPr/>
        </p:nvSpPr>
        <p:spPr>
          <a:xfrm>
            <a:off x="9032760" y="3622320"/>
            <a:ext cx="400320" cy="356040"/>
          </a:xfrm>
          <a:custGeom>
            <a:avLst/>
            <a:gdLst/>
            <a:ahLst/>
            <a:rect l="0" t="0" r="r" b="b"/>
            <a:pathLst>
              <a:path w="1112" h="989">
                <a:moveTo>
                  <a:pt x="0" y="603"/>
                </a:moveTo>
                <a:lnTo>
                  <a:pt x="0" y="511"/>
                </a:lnTo>
                <a:lnTo>
                  <a:pt x="463" y="511"/>
                </a:lnTo>
                <a:lnTo>
                  <a:pt x="463" y="603"/>
                </a:lnTo>
                <a:lnTo>
                  <a:pt x="0" y="603"/>
                </a:lnTo>
                <a:moveTo>
                  <a:pt x="0" y="349"/>
                </a:moveTo>
                <a:lnTo>
                  <a:pt x="0" y="255"/>
                </a:lnTo>
                <a:lnTo>
                  <a:pt x="725" y="255"/>
                </a:lnTo>
                <a:lnTo>
                  <a:pt x="725" y="349"/>
                </a:lnTo>
                <a:lnTo>
                  <a:pt x="0" y="349"/>
                </a:lnTo>
                <a:moveTo>
                  <a:pt x="0" y="93"/>
                </a:moveTo>
                <a:lnTo>
                  <a:pt x="0" y="0"/>
                </a:lnTo>
                <a:lnTo>
                  <a:pt x="725" y="0"/>
                </a:lnTo>
                <a:lnTo>
                  <a:pt x="725" y="93"/>
                </a:lnTo>
                <a:lnTo>
                  <a:pt x="0" y="93"/>
                </a:lnTo>
                <a:moveTo>
                  <a:pt x="555" y="989"/>
                </a:moveTo>
                <a:lnTo>
                  <a:pt x="555" y="799"/>
                </a:lnTo>
                <a:lnTo>
                  <a:pt x="897" y="460"/>
                </a:lnTo>
                <a:cubicBezTo>
                  <a:pt x="906" y="451"/>
                  <a:pt x="916" y="444"/>
                  <a:pt x="927" y="440"/>
                </a:cubicBezTo>
                <a:cubicBezTo>
                  <a:pt x="939" y="436"/>
                  <a:pt x="950" y="434"/>
                  <a:pt x="961" y="434"/>
                </a:cubicBezTo>
                <a:cubicBezTo>
                  <a:pt x="974" y="434"/>
                  <a:pt x="986" y="436"/>
                  <a:pt x="997" y="441"/>
                </a:cubicBezTo>
                <a:cubicBezTo>
                  <a:pt x="1008" y="445"/>
                  <a:pt x="1019" y="452"/>
                  <a:pt x="1029" y="461"/>
                </a:cubicBezTo>
                <a:lnTo>
                  <a:pt x="1086" y="519"/>
                </a:lnTo>
                <a:cubicBezTo>
                  <a:pt x="1095" y="528"/>
                  <a:pt x="1102" y="538"/>
                  <a:pt x="1106" y="549"/>
                </a:cubicBezTo>
                <a:cubicBezTo>
                  <a:pt x="1110" y="561"/>
                  <a:pt x="1112" y="572"/>
                  <a:pt x="1112" y="583"/>
                </a:cubicBezTo>
                <a:cubicBezTo>
                  <a:pt x="1112" y="595"/>
                  <a:pt x="1110" y="606"/>
                  <a:pt x="1105" y="618"/>
                </a:cubicBezTo>
                <a:cubicBezTo>
                  <a:pt x="1100" y="630"/>
                  <a:pt x="1094" y="640"/>
                  <a:pt x="1084" y="650"/>
                </a:cubicBezTo>
                <a:lnTo>
                  <a:pt x="745" y="989"/>
                </a:lnTo>
                <a:lnTo>
                  <a:pt x="555" y="989"/>
                </a:lnTo>
                <a:moveTo>
                  <a:pt x="1019" y="583"/>
                </a:moveTo>
                <a:lnTo>
                  <a:pt x="961" y="526"/>
                </a:lnTo>
                <a:lnTo>
                  <a:pt x="1019" y="583"/>
                </a:lnTo>
                <a:moveTo>
                  <a:pt x="648" y="897"/>
                </a:moveTo>
                <a:lnTo>
                  <a:pt x="707" y="897"/>
                </a:lnTo>
                <a:lnTo>
                  <a:pt x="893" y="708"/>
                </a:lnTo>
                <a:lnTo>
                  <a:pt x="866" y="679"/>
                </a:lnTo>
                <a:lnTo>
                  <a:pt x="836" y="651"/>
                </a:lnTo>
                <a:lnTo>
                  <a:pt x="648" y="838"/>
                </a:lnTo>
                <a:lnTo>
                  <a:pt x="648" y="897"/>
                </a:lnTo>
                <a:moveTo>
                  <a:pt x="866" y="679"/>
                </a:moveTo>
                <a:lnTo>
                  <a:pt x="836" y="651"/>
                </a:lnTo>
                <a:lnTo>
                  <a:pt x="893" y="708"/>
                </a:lnTo>
                <a:lnTo>
                  <a:pt x="866" y="679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274" name=""/>
          <p:cNvSpPr txBox="1"/>
          <p:nvPr/>
        </p:nvSpPr>
        <p:spPr>
          <a:xfrm>
            <a:off x="6676920" y="4776120"/>
            <a:ext cx="9151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結果を見直す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75" name=""/>
          <p:cNvSpPr txBox="1"/>
          <p:nvPr/>
        </p:nvSpPr>
        <p:spPr>
          <a:xfrm>
            <a:off x="9001080" y="4062240"/>
            <a:ext cx="418320" cy="30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650" spc="-1" strike="noStrike">
                <a:solidFill>
                  <a:srgbClr val="1a1a1a"/>
                </a:solidFill>
                <a:latin typeface="Noto Sans JP"/>
                <a:ea typeface="Noto Sans JP"/>
              </a:rPr>
              <a:t>計画</a:t>
            </a:r>
            <a:endParaRPr b="0" lang="ja-JP" sz="16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76" name=""/>
          <p:cNvSpPr txBox="1"/>
          <p:nvPr/>
        </p:nvSpPr>
        <p:spPr>
          <a:xfrm>
            <a:off x="8524800" y="4414320"/>
            <a:ext cx="13723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リスクを評価し直し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77" name=""/>
          <p:cNvSpPr txBox="1"/>
          <p:nvPr/>
        </p:nvSpPr>
        <p:spPr>
          <a:xfrm>
            <a:off x="8448840" y="4623840"/>
            <a:ext cx="15246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1a1a1a"/>
                </a:solidFill>
                <a:latin typeface="Noto Sans JP"/>
                <a:ea typeface="Noto Sans JP"/>
              </a:rPr>
              <a:t>リスク対応を決め直す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78" name=""/>
          <p:cNvSpPr/>
          <p:nvPr/>
        </p:nvSpPr>
        <p:spPr>
          <a:xfrm>
            <a:off x="2076120" y="2657160"/>
            <a:ext cx="3620160" cy="476640"/>
          </a:xfrm>
          <a:custGeom>
            <a:avLst/>
            <a:gdLst/>
            <a:ahLst/>
            <a:rect l="0" t="0" r="r" b="b"/>
            <a:pathLst>
              <a:path w="10056" h="1324">
                <a:moveTo>
                  <a:pt x="0" y="1138"/>
                </a:moveTo>
                <a:lnTo>
                  <a:pt x="0" y="186"/>
                </a:lnTo>
                <a:cubicBezTo>
                  <a:pt x="0" y="173"/>
                  <a:pt x="2" y="161"/>
                  <a:pt x="4" y="149"/>
                </a:cubicBezTo>
                <a:cubicBezTo>
                  <a:pt x="6" y="138"/>
                  <a:pt x="10" y="126"/>
                  <a:pt x="15" y="115"/>
                </a:cubicBezTo>
                <a:cubicBezTo>
                  <a:pt x="19" y="103"/>
                  <a:pt x="25" y="93"/>
                  <a:pt x="32" y="83"/>
                </a:cubicBezTo>
                <a:cubicBezTo>
                  <a:pt x="38" y="73"/>
                  <a:pt x="46" y="63"/>
                  <a:pt x="55" y="55"/>
                </a:cubicBezTo>
                <a:cubicBezTo>
                  <a:pt x="63" y="46"/>
                  <a:pt x="73" y="38"/>
                  <a:pt x="83" y="32"/>
                </a:cubicBezTo>
                <a:cubicBezTo>
                  <a:pt x="93" y="25"/>
                  <a:pt x="104" y="19"/>
                  <a:pt x="115" y="14"/>
                </a:cubicBezTo>
                <a:cubicBezTo>
                  <a:pt x="126" y="10"/>
                  <a:pt x="138" y="6"/>
                  <a:pt x="149" y="4"/>
                </a:cubicBezTo>
                <a:cubicBezTo>
                  <a:pt x="161" y="2"/>
                  <a:pt x="173" y="0"/>
                  <a:pt x="186" y="0"/>
                </a:cubicBezTo>
                <a:lnTo>
                  <a:pt x="9870" y="0"/>
                </a:lnTo>
                <a:cubicBezTo>
                  <a:pt x="9883" y="0"/>
                  <a:pt x="9895" y="2"/>
                  <a:pt x="9907" y="4"/>
                </a:cubicBezTo>
                <a:cubicBezTo>
                  <a:pt x="9918" y="6"/>
                  <a:pt x="9930" y="10"/>
                  <a:pt x="9941" y="14"/>
                </a:cubicBezTo>
                <a:cubicBezTo>
                  <a:pt x="9952" y="19"/>
                  <a:pt x="9963" y="25"/>
                  <a:pt x="9973" y="32"/>
                </a:cubicBezTo>
                <a:cubicBezTo>
                  <a:pt x="9983" y="38"/>
                  <a:pt x="9993" y="46"/>
                  <a:pt x="10001" y="55"/>
                </a:cubicBezTo>
                <a:cubicBezTo>
                  <a:pt x="10010" y="63"/>
                  <a:pt x="10018" y="73"/>
                  <a:pt x="10024" y="83"/>
                </a:cubicBezTo>
                <a:cubicBezTo>
                  <a:pt x="10031" y="93"/>
                  <a:pt x="10037" y="103"/>
                  <a:pt x="10041" y="115"/>
                </a:cubicBezTo>
                <a:cubicBezTo>
                  <a:pt x="10046" y="126"/>
                  <a:pt x="10050" y="138"/>
                  <a:pt x="10052" y="149"/>
                </a:cubicBezTo>
                <a:cubicBezTo>
                  <a:pt x="10054" y="161"/>
                  <a:pt x="10056" y="173"/>
                  <a:pt x="10056" y="186"/>
                </a:cubicBezTo>
                <a:lnTo>
                  <a:pt x="10056" y="1138"/>
                </a:lnTo>
                <a:cubicBezTo>
                  <a:pt x="10056" y="1150"/>
                  <a:pt x="10054" y="1162"/>
                  <a:pt x="10052" y="1174"/>
                </a:cubicBezTo>
                <a:cubicBezTo>
                  <a:pt x="10050" y="1186"/>
                  <a:pt x="10046" y="1198"/>
                  <a:pt x="10041" y="1209"/>
                </a:cubicBezTo>
                <a:cubicBezTo>
                  <a:pt x="10037" y="1221"/>
                  <a:pt x="10031" y="1232"/>
                  <a:pt x="10024" y="1242"/>
                </a:cubicBezTo>
                <a:cubicBezTo>
                  <a:pt x="10018" y="1252"/>
                  <a:pt x="10010" y="1261"/>
                  <a:pt x="10001" y="1270"/>
                </a:cubicBezTo>
                <a:cubicBezTo>
                  <a:pt x="9993" y="1279"/>
                  <a:pt x="9983" y="1286"/>
                  <a:pt x="9973" y="1293"/>
                </a:cubicBezTo>
                <a:cubicBezTo>
                  <a:pt x="9963" y="1300"/>
                  <a:pt x="9952" y="1306"/>
                  <a:pt x="9941" y="1310"/>
                </a:cubicBezTo>
                <a:cubicBezTo>
                  <a:pt x="9930" y="1315"/>
                  <a:pt x="9918" y="1318"/>
                  <a:pt x="9907" y="1321"/>
                </a:cubicBezTo>
                <a:cubicBezTo>
                  <a:pt x="9895" y="1323"/>
                  <a:pt x="9883" y="1324"/>
                  <a:pt x="9870" y="1324"/>
                </a:cubicBezTo>
                <a:lnTo>
                  <a:pt x="186" y="1324"/>
                </a:lnTo>
                <a:cubicBezTo>
                  <a:pt x="173" y="1324"/>
                  <a:pt x="161" y="1323"/>
                  <a:pt x="149" y="1321"/>
                </a:cubicBezTo>
                <a:cubicBezTo>
                  <a:pt x="138" y="1318"/>
                  <a:pt x="126" y="1315"/>
                  <a:pt x="115" y="1310"/>
                </a:cubicBezTo>
                <a:cubicBezTo>
                  <a:pt x="104" y="1306"/>
                  <a:pt x="93" y="1300"/>
                  <a:pt x="83" y="1293"/>
                </a:cubicBezTo>
                <a:cubicBezTo>
                  <a:pt x="73" y="1286"/>
                  <a:pt x="63" y="1279"/>
                  <a:pt x="55" y="1270"/>
                </a:cubicBezTo>
                <a:cubicBezTo>
                  <a:pt x="46" y="1261"/>
                  <a:pt x="38" y="1252"/>
                  <a:pt x="32" y="1242"/>
                </a:cubicBezTo>
                <a:cubicBezTo>
                  <a:pt x="25" y="1232"/>
                  <a:pt x="19" y="1221"/>
                  <a:pt x="15" y="1209"/>
                </a:cubicBezTo>
                <a:cubicBezTo>
                  <a:pt x="10" y="1198"/>
                  <a:pt x="6" y="1186"/>
                  <a:pt x="4" y="1174"/>
                </a:cubicBezTo>
                <a:cubicBezTo>
                  <a:pt x="2" y="1162"/>
                  <a:pt x="0" y="1150"/>
                  <a:pt x="0" y="113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79" name=""/>
          <p:cNvSpPr/>
          <p:nvPr/>
        </p:nvSpPr>
        <p:spPr>
          <a:xfrm>
            <a:off x="2076120" y="2657160"/>
            <a:ext cx="3620160" cy="476640"/>
          </a:xfrm>
          <a:custGeom>
            <a:avLst/>
            <a:gdLst/>
            <a:ahLst/>
            <a:rect l="0" t="0" r="r" b="b"/>
            <a:pathLst>
              <a:path w="10056" h="1324">
                <a:moveTo>
                  <a:pt x="0" y="1138"/>
                </a:moveTo>
                <a:lnTo>
                  <a:pt x="0" y="186"/>
                </a:lnTo>
                <a:cubicBezTo>
                  <a:pt x="0" y="173"/>
                  <a:pt x="2" y="161"/>
                  <a:pt x="4" y="149"/>
                </a:cubicBezTo>
                <a:cubicBezTo>
                  <a:pt x="6" y="138"/>
                  <a:pt x="10" y="126"/>
                  <a:pt x="15" y="115"/>
                </a:cubicBezTo>
                <a:cubicBezTo>
                  <a:pt x="19" y="103"/>
                  <a:pt x="25" y="93"/>
                  <a:pt x="32" y="83"/>
                </a:cubicBezTo>
                <a:cubicBezTo>
                  <a:pt x="38" y="73"/>
                  <a:pt x="46" y="63"/>
                  <a:pt x="55" y="55"/>
                </a:cubicBezTo>
                <a:cubicBezTo>
                  <a:pt x="63" y="46"/>
                  <a:pt x="73" y="38"/>
                  <a:pt x="83" y="32"/>
                </a:cubicBezTo>
                <a:cubicBezTo>
                  <a:pt x="93" y="25"/>
                  <a:pt x="104" y="19"/>
                  <a:pt x="115" y="14"/>
                </a:cubicBezTo>
                <a:cubicBezTo>
                  <a:pt x="126" y="10"/>
                  <a:pt x="138" y="6"/>
                  <a:pt x="149" y="4"/>
                </a:cubicBezTo>
                <a:cubicBezTo>
                  <a:pt x="161" y="2"/>
                  <a:pt x="173" y="0"/>
                  <a:pt x="186" y="0"/>
                </a:cubicBezTo>
                <a:lnTo>
                  <a:pt x="9870" y="0"/>
                </a:lnTo>
                <a:cubicBezTo>
                  <a:pt x="9883" y="0"/>
                  <a:pt x="9895" y="2"/>
                  <a:pt x="9907" y="4"/>
                </a:cubicBezTo>
                <a:cubicBezTo>
                  <a:pt x="9918" y="6"/>
                  <a:pt x="9930" y="10"/>
                  <a:pt x="9941" y="14"/>
                </a:cubicBezTo>
                <a:cubicBezTo>
                  <a:pt x="9952" y="19"/>
                  <a:pt x="9963" y="25"/>
                  <a:pt x="9973" y="32"/>
                </a:cubicBezTo>
                <a:cubicBezTo>
                  <a:pt x="9983" y="38"/>
                  <a:pt x="9993" y="46"/>
                  <a:pt x="10001" y="55"/>
                </a:cubicBezTo>
                <a:cubicBezTo>
                  <a:pt x="10010" y="63"/>
                  <a:pt x="10018" y="73"/>
                  <a:pt x="10024" y="83"/>
                </a:cubicBezTo>
                <a:cubicBezTo>
                  <a:pt x="10031" y="93"/>
                  <a:pt x="10037" y="103"/>
                  <a:pt x="10041" y="115"/>
                </a:cubicBezTo>
                <a:cubicBezTo>
                  <a:pt x="10046" y="126"/>
                  <a:pt x="10050" y="138"/>
                  <a:pt x="10052" y="149"/>
                </a:cubicBezTo>
                <a:cubicBezTo>
                  <a:pt x="10054" y="161"/>
                  <a:pt x="10056" y="173"/>
                  <a:pt x="10056" y="186"/>
                </a:cubicBezTo>
                <a:lnTo>
                  <a:pt x="10056" y="1138"/>
                </a:lnTo>
                <a:cubicBezTo>
                  <a:pt x="10056" y="1150"/>
                  <a:pt x="10054" y="1162"/>
                  <a:pt x="10052" y="1174"/>
                </a:cubicBezTo>
                <a:cubicBezTo>
                  <a:pt x="10050" y="1186"/>
                  <a:pt x="10046" y="1198"/>
                  <a:pt x="10041" y="1209"/>
                </a:cubicBezTo>
                <a:cubicBezTo>
                  <a:pt x="10037" y="1221"/>
                  <a:pt x="10031" y="1232"/>
                  <a:pt x="10024" y="1242"/>
                </a:cubicBezTo>
                <a:cubicBezTo>
                  <a:pt x="10018" y="1252"/>
                  <a:pt x="10010" y="1261"/>
                  <a:pt x="10001" y="1270"/>
                </a:cubicBezTo>
                <a:cubicBezTo>
                  <a:pt x="9993" y="1279"/>
                  <a:pt x="9983" y="1286"/>
                  <a:pt x="9973" y="1293"/>
                </a:cubicBezTo>
                <a:cubicBezTo>
                  <a:pt x="9963" y="1300"/>
                  <a:pt x="9952" y="1306"/>
                  <a:pt x="9941" y="1310"/>
                </a:cubicBezTo>
                <a:cubicBezTo>
                  <a:pt x="9930" y="1315"/>
                  <a:pt x="9918" y="1318"/>
                  <a:pt x="9907" y="1321"/>
                </a:cubicBezTo>
                <a:cubicBezTo>
                  <a:pt x="9895" y="1323"/>
                  <a:pt x="9883" y="1324"/>
                  <a:pt x="9870" y="1324"/>
                </a:cubicBezTo>
                <a:lnTo>
                  <a:pt x="186" y="1324"/>
                </a:lnTo>
                <a:cubicBezTo>
                  <a:pt x="173" y="1324"/>
                  <a:pt x="161" y="1323"/>
                  <a:pt x="149" y="1321"/>
                </a:cubicBezTo>
                <a:cubicBezTo>
                  <a:pt x="138" y="1318"/>
                  <a:pt x="126" y="1315"/>
                  <a:pt x="115" y="1310"/>
                </a:cubicBezTo>
                <a:cubicBezTo>
                  <a:pt x="104" y="1306"/>
                  <a:pt x="93" y="1300"/>
                  <a:pt x="83" y="1293"/>
                </a:cubicBezTo>
                <a:cubicBezTo>
                  <a:pt x="73" y="1286"/>
                  <a:pt x="63" y="1279"/>
                  <a:pt x="55" y="1270"/>
                </a:cubicBezTo>
                <a:cubicBezTo>
                  <a:pt x="46" y="1261"/>
                  <a:pt x="38" y="1252"/>
                  <a:pt x="32" y="1242"/>
                </a:cubicBezTo>
                <a:cubicBezTo>
                  <a:pt x="25" y="1232"/>
                  <a:pt x="19" y="1221"/>
                  <a:pt x="15" y="1209"/>
                </a:cubicBezTo>
                <a:cubicBezTo>
                  <a:pt x="10" y="1198"/>
                  <a:pt x="6" y="1186"/>
                  <a:pt x="4" y="1174"/>
                </a:cubicBezTo>
                <a:cubicBezTo>
                  <a:pt x="2" y="1162"/>
                  <a:pt x="0" y="1150"/>
                  <a:pt x="0" y="1138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80" name=""/>
          <p:cNvSpPr/>
          <p:nvPr/>
        </p:nvSpPr>
        <p:spPr>
          <a:xfrm>
            <a:off x="2257200" y="2768400"/>
            <a:ext cx="229320" cy="254520"/>
          </a:xfrm>
          <a:custGeom>
            <a:avLst/>
            <a:gdLst/>
            <a:ahLst/>
            <a:rect l="0" t="0" r="r" b="b"/>
            <a:pathLst>
              <a:path w="637" h="707">
                <a:moveTo>
                  <a:pt x="361" y="558"/>
                </a:moveTo>
                <a:cubicBezTo>
                  <a:pt x="344" y="542"/>
                  <a:pt x="336" y="521"/>
                  <a:pt x="336" y="497"/>
                </a:cubicBezTo>
                <a:cubicBezTo>
                  <a:pt x="336" y="473"/>
                  <a:pt x="345" y="453"/>
                  <a:pt x="361" y="437"/>
                </a:cubicBezTo>
                <a:cubicBezTo>
                  <a:pt x="378" y="420"/>
                  <a:pt x="398" y="411"/>
                  <a:pt x="422" y="411"/>
                </a:cubicBezTo>
                <a:cubicBezTo>
                  <a:pt x="446" y="411"/>
                  <a:pt x="466" y="420"/>
                  <a:pt x="483" y="437"/>
                </a:cubicBezTo>
                <a:cubicBezTo>
                  <a:pt x="499" y="453"/>
                  <a:pt x="507" y="474"/>
                  <a:pt x="507" y="498"/>
                </a:cubicBezTo>
                <a:cubicBezTo>
                  <a:pt x="507" y="522"/>
                  <a:pt x="499" y="542"/>
                  <a:pt x="483" y="558"/>
                </a:cubicBezTo>
                <a:cubicBezTo>
                  <a:pt x="466" y="575"/>
                  <a:pt x="446" y="583"/>
                  <a:pt x="422" y="583"/>
                </a:cubicBezTo>
                <a:cubicBezTo>
                  <a:pt x="398" y="583"/>
                  <a:pt x="377" y="575"/>
                  <a:pt x="361" y="558"/>
                </a:cubicBezTo>
                <a:moveTo>
                  <a:pt x="53" y="707"/>
                </a:moveTo>
                <a:cubicBezTo>
                  <a:pt x="39" y="707"/>
                  <a:pt x="27" y="701"/>
                  <a:pt x="16" y="691"/>
                </a:cubicBezTo>
                <a:cubicBezTo>
                  <a:pt x="5" y="680"/>
                  <a:pt x="0" y="668"/>
                  <a:pt x="0" y="654"/>
                </a:cubicBezTo>
                <a:lnTo>
                  <a:pt x="0" y="106"/>
                </a:lnTo>
                <a:cubicBezTo>
                  <a:pt x="0" y="92"/>
                  <a:pt x="5" y="79"/>
                  <a:pt x="16" y="69"/>
                </a:cubicBezTo>
                <a:cubicBezTo>
                  <a:pt x="27" y="58"/>
                  <a:pt x="39" y="53"/>
                  <a:pt x="53" y="53"/>
                </a:cubicBezTo>
                <a:lnTo>
                  <a:pt x="110" y="53"/>
                </a:lnTo>
                <a:lnTo>
                  <a:pt x="110" y="0"/>
                </a:lnTo>
                <a:lnTo>
                  <a:pt x="168" y="0"/>
                </a:lnTo>
                <a:lnTo>
                  <a:pt x="168" y="53"/>
                </a:lnTo>
                <a:lnTo>
                  <a:pt x="469" y="53"/>
                </a:lnTo>
                <a:lnTo>
                  <a:pt x="469" y="0"/>
                </a:lnTo>
                <a:lnTo>
                  <a:pt x="526" y="0"/>
                </a:lnTo>
                <a:lnTo>
                  <a:pt x="526" y="53"/>
                </a:lnTo>
                <a:lnTo>
                  <a:pt x="584" y="53"/>
                </a:lnTo>
                <a:cubicBezTo>
                  <a:pt x="598" y="53"/>
                  <a:pt x="611" y="58"/>
                  <a:pt x="621" y="69"/>
                </a:cubicBezTo>
                <a:cubicBezTo>
                  <a:pt x="632" y="79"/>
                  <a:pt x="637" y="92"/>
                  <a:pt x="637" y="106"/>
                </a:cubicBezTo>
                <a:lnTo>
                  <a:pt x="637" y="654"/>
                </a:lnTo>
                <a:cubicBezTo>
                  <a:pt x="637" y="668"/>
                  <a:pt x="632" y="680"/>
                  <a:pt x="621" y="691"/>
                </a:cubicBezTo>
                <a:cubicBezTo>
                  <a:pt x="611" y="701"/>
                  <a:pt x="598" y="707"/>
                  <a:pt x="584" y="707"/>
                </a:cubicBezTo>
                <a:lnTo>
                  <a:pt x="53" y="707"/>
                </a:lnTo>
                <a:moveTo>
                  <a:pt x="53" y="654"/>
                </a:moveTo>
                <a:lnTo>
                  <a:pt x="584" y="654"/>
                </a:lnTo>
                <a:lnTo>
                  <a:pt x="584" y="273"/>
                </a:lnTo>
                <a:lnTo>
                  <a:pt x="53" y="273"/>
                </a:lnTo>
                <a:lnTo>
                  <a:pt x="53" y="654"/>
                </a:lnTo>
                <a:moveTo>
                  <a:pt x="53" y="221"/>
                </a:moveTo>
                <a:lnTo>
                  <a:pt x="584" y="221"/>
                </a:lnTo>
                <a:lnTo>
                  <a:pt x="584" y="106"/>
                </a:lnTo>
                <a:lnTo>
                  <a:pt x="53" y="106"/>
                </a:lnTo>
                <a:lnTo>
                  <a:pt x="53" y="221"/>
                </a:lnTo>
                <a:moveTo>
                  <a:pt x="53" y="221"/>
                </a:moveTo>
                <a:lnTo>
                  <a:pt x="53" y="106"/>
                </a:lnTo>
                <a:lnTo>
                  <a:pt x="53" y="221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281" name=""/>
          <p:cNvSpPr txBox="1"/>
          <p:nvPr/>
        </p:nvSpPr>
        <p:spPr>
          <a:xfrm>
            <a:off x="8497440" y="556560"/>
            <a:ext cx="293148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全体 ∕ 計画 ∕ 運用 ∕ 評価 ∕ </a:t>
            </a:r>
            <a:r>
              <a:rPr b="1" lang="ja-JP" sz="1200" spc="-1" strike="noStrike">
                <a:solidFill>
                  <a:srgbClr val="0017c1"/>
                </a:solidFill>
                <a:latin typeface="Noto Sans JP"/>
                <a:ea typeface="Noto Sans JP"/>
              </a:rPr>
              <a:t>改善</a:t>
            </a:r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 ∕ 承認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82" name=""/>
          <p:cNvSpPr/>
          <p:nvPr/>
        </p:nvSpPr>
        <p:spPr>
          <a:xfrm>
            <a:off x="5705280" y="2885760"/>
            <a:ext cx="267120" cy="19440"/>
          </a:xfrm>
          <a:custGeom>
            <a:avLst/>
            <a:gdLst/>
            <a:ahLst/>
            <a:rect l="0" t="0" r="r" b="b"/>
            <a:pathLst>
              <a:path w="742" h="54">
                <a:moveTo>
                  <a:pt x="0" y="0"/>
                </a:moveTo>
                <a:lnTo>
                  <a:pt x="742" y="0"/>
                </a:lnTo>
                <a:lnTo>
                  <a:pt x="742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283" name=""/>
          <p:cNvSpPr/>
          <p:nvPr/>
        </p:nvSpPr>
        <p:spPr>
          <a:xfrm>
            <a:off x="5952960" y="2895480"/>
            <a:ext cx="19440" cy="324000"/>
          </a:xfrm>
          <a:custGeom>
            <a:avLst/>
            <a:gdLst/>
            <a:ahLst/>
            <a:rect l="0" t="0" r="r" b="b"/>
            <a:pathLst>
              <a:path w="54" h="900">
                <a:moveTo>
                  <a:pt x="0" y="0"/>
                </a:moveTo>
                <a:lnTo>
                  <a:pt x="54" y="0"/>
                </a:lnTo>
                <a:lnTo>
                  <a:pt x="54" y="900"/>
                </a:lnTo>
                <a:lnTo>
                  <a:pt x="0" y="90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284" name=""/>
          <p:cNvSpPr/>
          <p:nvPr/>
        </p:nvSpPr>
        <p:spPr>
          <a:xfrm>
            <a:off x="2076120" y="3305160"/>
            <a:ext cx="3620160" cy="476280"/>
          </a:xfrm>
          <a:custGeom>
            <a:avLst/>
            <a:gdLst/>
            <a:ahLst/>
            <a:rect l="0" t="0" r="r" b="b"/>
            <a:pathLst>
              <a:path w="10056" h="1323">
                <a:moveTo>
                  <a:pt x="0" y="1138"/>
                </a:moveTo>
                <a:lnTo>
                  <a:pt x="0" y="185"/>
                </a:lnTo>
                <a:cubicBezTo>
                  <a:pt x="0" y="173"/>
                  <a:pt x="2" y="161"/>
                  <a:pt x="4" y="149"/>
                </a:cubicBezTo>
                <a:cubicBezTo>
                  <a:pt x="6" y="137"/>
                  <a:pt x="10" y="125"/>
                  <a:pt x="15" y="114"/>
                </a:cubicBezTo>
                <a:cubicBezTo>
                  <a:pt x="19" y="103"/>
                  <a:pt x="25" y="92"/>
                  <a:pt x="32" y="82"/>
                </a:cubicBezTo>
                <a:cubicBezTo>
                  <a:pt x="38" y="72"/>
                  <a:pt x="46" y="62"/>
                  <a:pt x="55" y="54"/>
                </a:cubicBezTo>
                <a:cubicBezTo>
                  <a:pt x="63" y="45"/>
                  <a:pt x="73" y="38"/>
                  <a:pt x="83" y="31"/>
                </a:cubicBezTo>
                <a:cubicBezTo>
                  <a:pt x="93" y="24"/>
                  <a:pt x="104" y="18"/>
                  <a:pt x="115" y="14"/>
                </a:cubicBezTo>
                <a:cubicBezTo>
                  <a:pt x="126" y="9"/>
                  <a:pt x="138" y="5"/>
                  <a:pt x="149" y="3"/>
                </a:cubicBezTo>
                <a:cubicBezTo>
                  <a:pt x="161" y="1"/>
                  <a:pt x="173" y="0"/>
                  <a:pt x="186" y="0"/>
                </a:cubicBezTo>
                <a:lnTo>
                  <a:pt x="9870" y="0"/>
                </a:lnTo>
                <a:cubicBezTo>
                  <a:pt x="9883" y="0"/>
                  <a:pt x="9895" y="1"/>
                  <a:pt x="9907" y="3"/>
                </a:cubicBezTo>
                <a:cubicBezTo>
                  <a:pt x="9918" y="5"/>
                  <a:pt x="9930" y="9"/>
                  <a:pt x="9941" y="14"/>
                </a:cubicBezTo>
                <a:cubicBezTo>
                  <a:pt x="9952" y="18"/>
                  <a:pt x="9963" y="24"/>
                  <a:pt x="9973" y="31"/>
                </a:cubicBezTo>
                <a:cubicBezTo>
                  <a:pt x="9983" y="38"/>
                  <a:pt x="9993" y="45"/>
                  <a:pt x="10001" y="54"/>
                </a:cubicBezTo>
                <a:cubicBezTo>
                  <a:pt x="10010" y="62"/>
                  <a:pt x="10018" y="72"/>
                  <a:pt x="10024" y="82"/>
                </a:cubicBezTo>
                <a:cubicBezTo>
                  <a:pt x="10031" y="92"/>
                  <a:pt x="10037" y="103"/>
                  <a:pt x="10041" y="114"/>
                </a:cubicBezTo>
                <a:cubicBezTo>
                  <a:pt x="10046" y="125"/>
                  <a:pt x="10050" y="137"/>
                  <a:pt x="10052" y="149"/>
                </a:cubicBezTo>
                <a:cubicBezTo>
                  <a:pt x="10054" y="161"/>
                  <a:pt x="10056" y="173"/>
                  <a:pt x="10056" y="185"/>
                </a:cubicBezTo>
                <a:lnTo>
                  <a:pt x="10056" y="1138"/>
                </a:lnTo>
                <a:cubicBezTo>
                  <a:pt x="10056" y="1150"/>
                  <a:pt x="10054" y="1162"/>
                  <a:pt x="10052" y="1174"/>
                </a:cubicBezTo>
                <a:cubicBezTo>
                  <a:pt x="10050" y="1186"/>
                  <a:pt x="10046" y="1198"/>
                  <a:pt x="10041" y="1209"/>
                </a:cubicBezTo>
                <a:cubicBezTo>
                  <a:pt x="10037" y="1220"/>
                  <a:pt x="10031" y="1231"/>
                  <a:pt x="10024" y="1241"/>
                </a:cubicBezTo>
                <a:cubicBezTo>
                  <a:pt x="10018" y="1251"/>
                  <a:pt x="10010" y="1261"/>
                  <a:pt x="10001" y="1269"/>
                </a:cubicBezTo>
                <a:cubicBezTo>
                  <a:pt x="9993" y="1278"/>
                  <a:pt x="9983" y="1285"/>
                  <a:pt x="9973" y="1292"/>
                </a:cubicBezTo>
                <a:cubicBezTo>
                  <a:pt x="9963" y="1299"/>
                  <a:pt x="9952" y="1305"/>
                  <a:pt x="9941" y="1309"/>
                </a:cubicBezTo>
                <a:cubicBezTo>
                  <a:pt x="9930" y="1314"/>
                  <a:pt x="9918" y="1318"/>
                  <a:pt x="9907" y="1320"/>
                </a:cubicBezTo>
                <a:cubicBezTo>
                  <a:pt x="9895" y="1322"/>
                  <a:pt x="9883" y="1323"/>
                  <a:pt x="9870" y="1323"/>
                </a:cubicBezTo>
                <a:lnTo>
                  <a:pt x="186" y="1323"/>
                </a:lnTo>
                <a:cubicBezTo>
                  <a:pt x="173" y="1323"/>
                  <a:pt x="161" y="1322"/>
                  <a:pt x="149" y="1320"/>
                </a:cubicBezTo>
                <a:cubicBezTo>
                  <a:pt x="138" y="1318"/>
                  <a:pt x="126" y="1314"/>
                  <a:pt x="115" y="1309"/>
                </a:cubicBezTo>
                <a:cubicBezTo>
                  <a:pt x="104" y="1305"/>
                  <a:pt x="93" y="1299"/>
                  <a:pt x="83" y="1292"/>
                </a:cubicBezTo>
                <a:cubicBezTo>
                  <a:pt x="73" y="1285"/>
                  <a:pt x="63" y="1278"/>
                  <a:pt x="55" y="1269"/>
                </a:cubicBezTo>
                <a:cubicBezTo>
                  <a:pt x="46" y="1261"/>
                  <a:pt x="38" y="1251"/>
                  <a:pt x="32" y="1241"/>
                </a:cubicBezTo>
                <a:cubicBezTo>
                  <a:pt x="25" y="1231"/>
                  <a:pt x="19" y="1220"/>
                  <a:pt x="15" y="1209"/>
                </a:cubicBezTo>
                <a:cubicBezTo>
                  <a:pt x="10" y="1198"/>
                  <a:pt x="6" y="1186"/>
                  <a:pt x="4" y="1174"/>
                </a:cubicBezTo>
                <a:cubicBezTo>
                  <a:pt x="2" y="1162"/>
                  <a:pt x="0" y="1150"/>
                  <a:pt x="0" y="113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85" name=""/>
          <p:cNvSpPr/>
          <p:nvPr/>
        </p:nvSpPr>
        <p:spPr>
          <a:xfrm>
            <a:off x="2076120" y="3305160"/>
            <a:ext cx="3620160" cy="476280"/>
          </a:xfrm>
          <a:custGeom>
            <a:avLst/>
            <a:gdLst/>
            <a:ahLst/>
            <a:rect l="0" t="0" r="r" b="b"/>
            <a:pathLst>
              <a:path w="10056" h="1323">
                <a:moveTo>
                  <a:pt x="0" y="1138"/>
                </a:moveTo>
                <a:lnTo>
                  <a:pt x="0" y="185"/>
                </a:lnTo>
                <a:cubicBezTo>
                  <a:pt x="0" y="173"/>
                  <a:pt x="2" y="161"/>
                  <a:pt x="4" y="149"/>
                </a:cubicBezTo>
                <a:cubicBezTo>
                  <a:pt x="6" y="137"/>
                  <a:pt x="10" y="125"/>
                  <a:pt x="15" y="114"/>
                </a:cubicBezTo>
                <a:cubicBezTo>
                  <a:pt x="19" y="103"/>
                  <a:pt x="25" y="92"/>
                  <a:pt x="32" y="82"/>
                </a:cubicBezTo>
                <a:cubicBezTo>
                  <a:pt x="38" y="72"/>
                  <a:pt x="46" y="62"/>
                  <a:pt x="55" y="54"/>
                </a:cubicBezTo>
                <a:cubicBezTo>
                  <a:pt x="63" y="45"/>
                  <a:pt x="73" y="38"/>
                  <a:pt x="83" y="31"/>
                </a:cubicBezTo>
                <a:cubicBezTo>
                  <a:pt x="93" y="24"/>
                  <a:pt x="104" y="18"/>
                  <a:pt x="115" y="14"/>
                </a:cubicBezTo>
                <a:cubicBezTo>
                  <a:pt x="126" y="9"/>
                  <a:pt x="138" y="5"/>
                  <a:pt x="149" y="3"/>
                </a:cubicBezTo>
                <a:cubicBezTo>
                  <a:pt x="161" y="1"/>
                  <a:pt x="173" y="0"/>
                  <a:pt x="186" y="0"/>
                </a:cubicBezTo>
                <a:lnTo>
                  <a:pt x="9870" y="0"/>
                </a:lnTo>
                <a:cubicBezTo>
                  <a:pt x="9883" y="0"/>
                  <a:pt x="9895" y="1"/>
                  <a:pt x="9907" y="3"/>
                </a:cubicBezTo>
                <a:cubicBezTo>
                  <a:pt x="9918" y="5"/>
                  <a:pt x="9930" y="9"/>
                  <a:pt x="9941" y="14"/>
                </a:cubicBezTo>
                <a:cubicBezTo>
                  <a:pt x="9952" y="18"/>
                  <a:pt x="9963" y="24"/>
                  <a:pt x="9973" y="31"/>
                </a:cubicBezTo>
                <a:cubicBezTo>
                  <a:pt x="9983" y="38"/>
                  <a:pt x="9993" y="45"/>
                  <a:pt x="10001" y="54"/>
                </a:cubicBezTo>
                <a:cubicBezTo>
                  <a:pt x="10010" y="62"/>
                  <a:pt x="10018" y="72"/>
                  <a:pt x="10024" y="82"/>
                </a:cubicBezTo>
                <a:cubicBezTo>
                  <a:pt x="10031" y="92"/>
                  <a:pt x="10037" y="103"/>
                  <a:pt x="10041" y="114"/>
                </a:cubicBezTo>
                <a:cubicBezTo>
                  <a:pt x="10046" y="125"/>
                  <a:pt x="10050" y="137"/>
                  <a:pt x="10052" y="149"/>
                </a:cubicBezTo>
                <a:cubicBezTo>
                  <a:pt x="10054" y="161"/>
                  <a:pt x="10056" y="173"/>
                  <a:pt x="10056" y="185"/>
                </a:cubicBezTo>
                <a:lnTo>
                  <a:pt x="10056" y="1138"/>
                </a:lnTo>
                <a:cubicBezTo>
                  <a:pt x="10056" y="1150"/>
                  <a:pt x="10054" y="1162"/>
                  <a:pt x="10052" y="1174"/>
                </a:cubicBezTo>
                <a:cubicBezTo>
                  <a:pt x="10050" y="1186"/>
                  <a:pt x="10046" y="1198"/>
                  <a:pt x="10041" y="1209"/>
                </a:cubicBezTo>
                <a:cubicBezTo>
                  <a:pt x="10037" y="1220"/>
                  <a:pt x="10031" y="1231"/>
                  <a:pt x="10024" y="1241"/>
                </a:cubicBezTo>
                <a:cubicBezTo>
                  <a:pt x="10018" y="1251"/>
                  <a:pt x="10010" y="1261"/>
                  <a:pt x="10001" y="1269"/>
                </a:cubicBezTo>
                <a:cubicBezTo>
                  <a:pt x="9993" y="1278"/>
                  <a:pt x="9983" y="1285"/>
                  <a:pt x="9973" y="1292"/>
                </a:cubicBezTo>
                <a:cubicBezTo>
                  <a:pt x="9963" y="1299"/>
                  <a:pt x="9952" y="1305"/>
                  <a:pt x="9941" y="1309"/>
                </a:cubicBezTo>
                <a:cubicBezTo>
                  <a:pt x="9930" y="1314"/>
                  <a:pt x="9918" y="1318"/>
                  <a:pt x="9907" y="1320"/>
                </a:cubicBezTo>
                <a:cubicBezTo>
                  <a:pt x="9895" y="1322"/>
                  <a:pt x="9883" y="1323"/>
                  <a:pt x="9870" y="1323"/>
                </a:cubicBezTo>
                <a:lnTo>
                  <a:pt x="186" y="1323"/>
                </a:lnTo>
                <a:cubicBezTo>
                  <a:pt x="173" y="1323"/>
                  <a:pt x="161" y="1322"/>
                  <a:pt x="149" y="1320"/>
                </a:cubicBezTo>
                <a:cubicBezTo>
                  <a:pt x="138" y="1318"/>
                  <a:pt x="126" y="1314"/>
                  <a:pt x="115" y="1309"/>
                </a:cubicBezTo>
                <a:cubicBezTo>
                  <a:pt x="104" y="1305"/>
                  <a:pt x="93" y="1299"/>
                  <a:pt x="83" y="1292"/>
                </a:cubicBezTo>
                <a:cubicBezTo>
                  <a:pt x="73" y="1285"/>
                  <a:pt x="63" y="1278"/>
                  <a:pt x="55" y="1269"/>
                </a:cubicBezTo>
                <a:cubicBezTo>
                  <a:pt x="46" y="1261"/>
                  <a:pt x="38" y="1251"/>
                  <a:pt x="32" y="1241"/>
                </a:cubicBezTo>
                <a:cubicBezTo>
                  <a:pt x="25" y="1231"/>
                  <a:pt x="19" y="1220"/>
                  <a:pt x="15" y="1209"/>
                </a:cubicBezTo>
                <a:cubicBezTo>
                  <a:pt x="10" y="1198"/>
                  <a:pt x="6" y="1186"/>
                  <a:pt x="4" y="1174"/>
                </a:cubicBezTo>
                <a:cubicBezTo>
                  <a:pt x="2" y="1162"/>
                  <a:pt x="0" y="1150"/>
                  <a:pt x="0" y="1138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86" name=""/>
          <p:cNvSpPr/>
          <p:nvPr/>
        </p:nvSpPr>
        <p:spPr>
          <a:xfrm>
            <a:off x="2244600" y="3416040"/>
            <a:ext cx="254160" cy="254520"/>
          </a:xfrm>
          <a:custGeom>
            <a:avLst/>
            <a:gdLst/>
            <a:ahLst/>
            <a:rect l="0" t="0" r="r" b="b"/>
            <a:pathLst>
              <a:path w="706" h="707">
                <a:moveTo>
                  <a:pt x="271" y="707"/>
                </a:moveTo>
                <a:lnTo>
                  <a:pt x="254" y="596"/>
                </a:lnTo>
                <a:cubicBezTo>
                  <a:pt x="243" y="592"/>
                  <a:pt x="231" y="586"/>
                  <a:pt x="219" y="579"/>
                </a:cubicBezTo>
                <a:cubicBezTo>
                  <a:pt x="206" y="572"/>
                  <a:pt x="195" y="564"/>
                  <a:pt x="186" y="557"/>
                </a:cubicBezTo>
                <a:lnTo>
                  <a:pt x="82" y="604"/>
                </a:lnTo>
                <a:lnTo>
                  <a:pt x="0" y="460"/>
                </a:lnTo>
                <a:lnTo>
                  <a:pt x="95" y="390"/>
                </a:lnTo>
                <a:cubicBezTo>
                  <a:pt x="94" y="385"/>
                  <a:pt x="93" y="379"/>
                  <a:pt x="93" y="372"/>
                </a:cubicBezTo>
                <a:cubicBezTo>
                  <a:pt x="93" y="365"/>
                  <a:pt x="92" y="359"/>
                  <a:pt x="92" y="354"/>
                </a:cubicBezTo>
                <a:cubicBezTo>
                  <a:pt x="92" y="349"/>
                  <a:pt x="93" y="343"/>
                  <a:pt x="93" y="336"/>
                </a:cubicBezTo>
                <a:cubicBezTo>
                  <a:pt x="93" y="329"/>
                  <a:pt x="94" y="323"/>
                  <a:pt x="95" y="318"/>
                </a:cubicBezTo>
                <a:lnTo>
                  <a:pt x="0" y="248"/>
                </a:lnTo>
                <a:lnTo>
                  <a:pt x="82" y="104"/>
                </a:lnTo>
                <a:lnTo>
                  <a:pt x="186" y="151"/>
                </a:lnTo>
                <a:cubicBezTo>
                  <a:pt x="195" y="144"/>
                  <a:pt x="206" y="136"/>
                  <a:pt x="219" y="129"/>
                </a:cubicBezTo>
                <a:cubicBezTo>
                  <a:pt x="231" y="122"/>
                  <a:pt x="243" y="117"/>
                  <a:pt x="254" y="113"/>
                </a:cubicBezTo>
                <a:lnTo>
                  <a:pt x="271" y="0"/>
                </a:lnTo>
                <a:lnTo>
                  <a:pt x="434" y="0"/>
                </a:lnTo>
                <a:lnTo>
                  <a:pt x="451" y="112"/>
                </a:lnTo>
                <a:cubicBezTo>
                  <a:pt x="464" y="116"/>
                  <a:pt x="475" y="122"/>
                  <a:pt x="488" y="129"/>
                </a:cubicBezTo>
                <a:cubicBezTo>
                  <a:pt x="501" y="135"/>
                  <a:pt x="511" y="143"/>
                  <a:pt x="520" y="151"/>
                </a:cubicBezTo>
                <a:lnTo>
                  <a:pt x="624" y="104"/>
                </a:lnTo>
                <a:lnTo>
                  <a:pt x="706" y="248"/>
                </a:lnTo>
                <a:lnTo>
                  <a:pt x="611" y="316"/>
                </a:lnTo>
                <a:cubicBezTo>
                  <a:pt x="612" y="322"/>
                  <a:pt x="613" y="328"/>
                  <a:pt x="613" y="335"/>
                </a:cubicBezTo>
                <a:cubicBezTo>
                  <a:pt x="614" y="342"/>
                  <a:pt x="614" y="348"/>
                  <a:pt x="614" y="354"/>
                </a:cubicBezTo>
                <a:cubicBezTo>
                  <a:pt x="614" y="360"/>
                  <a:pt x="614" y="366"/>
                  <a:pt x="613" y="373"/>
                </a:cubicBezTo>
                <a:cubicBezTo>
                  <a:pt x="613" y="379"/>
                  <a:pt x="612" y="385"/>
                  <a:pt x="611" y="391"/>
                </a:cubicBezTo>
                <a:lnTo>
                  <a:pt x="706" y="460"/>
                </a:lnTo>
                <a:lnTo>
                  <a:pt x="624" y="604"/>
                </a:lnTo>
                <a:lnTo>
                  <a:pt x="520" y="557"/>
                </a:lnTo>
                <a:cubicBezTo>
                  <a:pt x="511" y="564"/>
                  <a:pt x="500" y="572"/>
                  <a:pt x="488" y="579"/>
                </a:cubicBezTo>
                <a:cubicBezTo>
                  <a:pt x="476" y="587"/>
                  <a:pt x="464" y="592"/>
                  <a:pt x="451" y="596"/>
                </a:cubicBezTo>
                <a:lnTo>
                  <a:pt x="434" y="707"/>
                </a:lnTo>
                <a:lnTo>
                  <a:pt x="271" y="707"/>
                </a:lnTo>
                <a:moveTo>
                  <a:pt x="314" y="654"/>
                </a:moveTo>
                <a:lnTo>
                  <a:pt x="391" y="654"/>
                </a:lnTo>
                <a:lnTo>
                  <a:pt x="404" y="555"/>
                </a:lnTo>
                <a:cubicBezTo>
                  <a:pt x="423" y="550"/>
                  <a:pt x="442" y="543"/>
                  <a:pt x="459" y="533"/>
                </a:cubicBezTo>
                <a:cubicBezTo>
                  <a:pt x="477" y="523"/>
                  <a:pt x="493" y="511"/>
                  <a:pt x="507" y="497"/>
                </a:cubicBezTo>
                <a:lnTo>
                  <a:pt x="601" y="537"/>
                </a:lnTo>
                <a:lnTo>
                  <a:pt x="636" y="474"/>
                </a:lnTo>
                <a:lnTo>
                  <a:pt x="553" y="413"/>
                </a:lnTo>
                <a:cubicBezTo>
                  <a:pt x="555" y="403"/>
                  <a:pt x="557" y="393"/>
                  <a:pt x="559" y="384"/>
                </a:cubicBezTo>
                <a:cubicBezTo>
                  <a:pt x="560" y="374"/>
                  <a:pt x="561" y="364"/>
                  <a:pt x="561" y="354"/>
                </a:cubicBezTo>
                <a:cubicBezTo>
                  <a:pt x="561" y="344"/>
                  <a:pt x="560" y="334"/>
                  <a:pt x="559" y="324"/>
                </a:cubicBezTo>
                <a:cubicBezTo>
                  <a:pt x="558" y="315"/>
                  <a:pt x="556" y="305"/>
                  <a:pt x="553" y="295"/>
                </a:cubicBezTo>
                <a:lnTo>
                  <a:pt x="636" y="234"/>
                </a:lnTo>
                <a:lnTo>
                  <a:pt x="601" y="171"/>
                </a:lnTo>
                <a:lnTo>
                  <a:pt x="507" y="211"/>
                </a:lnTo>
                <a:cubicBezTo>
                  <a:pt x="494" y="196"/>
                  <a:pt x="478" y="183"/>
                  <a:pt x="460" y="173"/>
                </a:cubicBezTo>
                <a:cubicBezTo>
                  <a:pt x="443" y="162"/>
                  <a:pt x="424" y="156"/>
                  <a:pt x="404" y="153"/>
                </a:cubicBezTo>
                <a:lnTo>
                  <a:pt x="391" y="54"/>
                </a:lnTo>
                <a:lnTo>
                  <a:pt x="314" y="54"/>
                </a:lnTo>
                <a:lnTo>
                  <a:pt x="301" y="153"/>
                </a:lnTo>
                <a:cubicBezTo>
                  <a:pt x="281" y="157"/>
                  <a:pt x="263" y="164"/>
                  <a:pt x="245" y="174"/>
                </a:cubicBezTo>
                <a:cubicBezTo>
                  <a:pt x="228" y="184"/>
                  <a:pt x="213" y="196"/>
                  <a:pt x="199" y="211"/>
                </a:cubicBezTo>
                <a:lnTo>
                  <a:pt x="106" y="171"/>
                </a:lnTo>
                <a:lnTo>
                  <a:pt x="70" y="234"/>
                </a:lnTo>
                <a:lnTo>
                  <a:pt x="153" y="295"/>
                </a:lnTo>
                <a:cubicBezTo>
                  <a:pt x="151" y="305"/>
                  <a:pt x="149" y="315"/>
                  <a:pt x="148" y="324"/>
                </a:cubicBezTo>
                <a:cubicBezTo>
                  <a:pt x="146" y="334"/>
                  <a:pt x="145" y="344"/>
                  <a:pt x="145" y="354"/>
                </a:cubicBezTo>
                <a:cubicBezTo>
                  <a:pt x="145" y="364"/>
                  <a:pt x="146" y="374"/>
                  <a:pt x="148" y="384"/>
                </a:cubicBezTo>
                <a:cubicBezTo>
                  <a:pt x="149" y="393"/>
                  <a:pt x="151" y="403"/>
                  <a:pt x="153" y="413"/>
                </a:cubicBezTo>
                <a:lnTo>
                  <a:pt x="70" y="474"/>
                </a:lnTo>
                <a:lnTo>
                  <a:pt x="106" y="537"/>
                </a:lnTo>
                <a:lnTo>
                  <a:pt x="199" y="497"/>
                </a:lnTo>
                <a:cubicBezTo>
                  <a:pt x="213" y="511"/>
                  <a:pt x="229" y="523"/>
                  <a:pt x="246" y="533"/>
                </a:cubicBezTo>
                <a:cubicBezTo>
                  <a:pt x="264" y="543"/>
                  <a:pt x="282" y="550"/>
                  <a:pt x="301" y="555"/>
                </a:cubicBezTo>
                <a:lnTo>
                  <a:pt x="314" y="654"/>
                </a:lnTo>
                <a:moveTo>
                  <a:pt x="353" y="469"/>
                </a:moveTo>
                <a:cubicBezTo>
                  <a:pt x="384" y="469"/>
                  <a:pt x="411" y="457"/>
                  <a:pt x="434" y="435"/>
                </a:cubicBezTo>
                <a:cubicBezTo>
                  <a:pt x="456" y="413"/>
                  <a:pt x="468" y="386"/>
                  <a:pt x="468" y="354"/>
                </a:cubicBezTo>
                <a:cubicBezTo>
                  <a:pt x="468" y="322"/>
                  <a:pt x="456" y="295"/>
                  <a:pt x="434" y="273"/>
                </a:cubicBezTo>
                <a:cubicBezTo>
                  <a:pt x="411" y="251"/>
                  <a:pt x="384" y="239"/>
                  <a:pt x="353" y="239"/>
                </a:cubicBezTo>
                <a:cubicBezTo>
                  <a:pt x="321" y="239"/>
                  <a:pt x="294" y="251"/>
                  <a:pt x="271" y="273"/>
                </a:cubicBezTo>
                <a:cubicBezTo>
                  <a:pt x="249" y="295"/>
                  <a:pt x="238" y="322"/>
                  <a:pt x="238" y="354"/>
                </a:cubicBezTo>
                <a:cubicBezTo>
                  <a:pt x="238" y="386"/>
                  <a:pt x="249" y="413"/>
                  <a:pt x="271" y="435"/>
                </a:cubicBezTo>
                <a:cubicBezTo>
                  <a:pt x="294" y="457"/>
                  <a:pt x="321" y="469"/>
                  <a:pt x="353" y="469"/>
                </a:cubicBezTo>
                <a:moveTo>
                  <a:pt x="353" y="354"/>
                </a:moveTo>
                <a:lnTo>
                  <a:pt x="353" y="354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287" name=""/>
          <p:cNvSpPr txBox="1"/>
          <p:nvPr/>
        </p:nvSpPr>
        <p:spPr>
          <a:xfrm>
            <a:off x="2600280" y="2750760"/>
            <a:ext cx="114372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定期の見直し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88" name=""/>
          <p:cNvSpPr/>
          <p:nvPr/>
        </p:nvSpPr>
        <p:spPr>
          <a:xfrm>
            <a:off x="5705280" y="3533760"/>
            <a:ext cx="267120" cy="19080"/>
          </a:xfrm>
          <a:custGeom>
            <a:avLst/>
            <a:gdLst/>
            <a:ahLst/>
            <a:rect l="0" t="0" r="r" b="b"/>
            <a:pathLst>
              <a:path w="742" h="53">
                <a:moveTo>
                  <a:pt x="0" y="0"/>
                </a:moveTo>
                <a:lnTo>
                  <a:pt x="742" y="0"/>
                </a:lnTo>
                <a:lnTo>
                  <a:pt x="742" y="53"/>
                </a:lnTo>
                <a:lnTo>
                  <a:pt x="0" y="53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289" name=""/>
          <p:cNvSpPr/>
          <p:nvPr/>
        </p:nvSpPr>
        <p:spPr>
          <a:xfrm>
            <a:off x="5952960" y="3219120"/>
            <a:ext cx="19440" cy="648360"/>
          </a:xfrm>
          <a:custGeom>
            <a:avLst/>
            <a:gdLst/>
            <a:ahLst/>
            <a:rect l="0" t="0" r="r" b="b"/>
            <a:pathLst>
              <a:path w="54" h="1801">
                <a:moveTo>
                  <a:pt x="0" y="0"/>
                </a:moveTo>
                <a:lnTo>
                  <a:pt x="54" y="0"/>
                </a:lnTo>
                <a:lnTo>
                  <a:pt x="54" y="1801"/>
                </a:lnTo>
                <a:lnTo>
                  <a:pt x="0" y="1801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290" name=""/>
          <p:cNvSpPr/>
          <p:nvPr/>
        </p:nvSpPr>
        <p:spPr>
          <a:xfrm>
            <a:off x="2076120" y="3952800"/>
            <a:ext cx="3620160" cy="476640"/>
          </a:xfrm>
          <a:custGeom>
            <a:avLst/>
            <a:gdLst/>
            <a:ahLst/>
            <a:rect l="0" t="0" r="r" b="b"/>
            <a:pathLst>
              <a:path w="10056" h="1324">
                <a:moveTo>
                  <a:pt x="0" y="1138"/>
                </a:moveTo>
                <a:lnTo>
                  <a:pt x="0" y="185"/>
                </a:lnTo>
                <a:cubicBezTo>
                  <a:pt x="0" y="173"/>
                  <a:pt x="2" y="161"/>
                  <a:pt x="4" y="149"/>
                </a:cubicBezTo>
                <a:cubicBezTo>
                  <a:pt x="6" y="137"/>
                  <a:pt x="10" y="125"/>
                  <a:pt x="15" y="114"/>
                </a:cubicBezTo>
                <a:cubicBezTo>
                  <a:pt x="19" y="103"/>
                  <a:pt x="25" y="92"/>
                  <a:pt x="32" y="82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5"/>
                  <a:pt x="73" y="38"/>
                  <a:pt x="83" y="31"/>
                </a:cubicBezTo>
                <a:cubicBezTo>
                  <a:pt x="93" y="24"/>
                  <a:pt x="104" y="18"/>
                  <a:pt x="115" y="14"/>
                </a:cubicBezTo>
                <a:cubicBezTo>
                  <a:pt x="126" y="9"/>
                  <a:pt x="138" y="6"/>
                  <a:pt x="149" y="3"/>
                </a:cubicBezTo>
                <a:cubicBezTo>
                  <a:pt x="161" y="1"/>
                  <a:pt x="173" y="0"/>
                  <a:pt x="186" y="0"/>
                </a:cubicBezTo>
                <a:lnTo>
                  <a:pt x="9870" y="0"/>
                </a:lnTo>
                <a:cubicBezTo>
                  <a:pt x="9883" y="0"/>
                  <a:pt x="9895" y="1"/>
                  <a:pt x="9907" y="3"/>
                </a:cubicBezTo>
                <a:cubicBezTo>
                  <a:pt x="9918" y="6"/>
                  <a:pt x="9930" y="9"/>
                  <a:pt x="9941" y="14"/>
                </a:cubicBezTo>
                <a:cubicBezTo>
                  <a:pt x="9952" y="18"/>
                  <a:pt x="9963" y="24"/>
                  <a:pt x="9973" y="31"/>
                </a:cubicBezTo>
                <a:cubicBezTo>
                  <a:pt x="9983" y="38"/>
                  <a:pt x="9993" y="45"/>
                  <a:pt x="10001" y="54"/>
                </a:cubicBezTo>
                <a:cubicBezTo>
                  <a:pt x="10010" y="63"/>
                  <a:pt x="10018" y="72"/>
                  <a:pt x="10024" y="82"/>
                </a:cubicBezTo>
                <a:cubicBezTo>
                  <a:pt x="10031" y="92"/>
                  <a:pt x="10037" y="103"/>
                  <a:pt x="10041" y="114"/>
                </a:cubicBezTo>
                <a:cubicBezTo>
                  <a:pt x="10046" y="125"/>
                  <a:pt x="10050" y="137"/>
                  <a:pt x="10052" y="149"/>
                </a:cubicBezTo>
                <a:cubicBezTo>
                  <a:pt x="10054" y="161"/>
                  <a:pt x="10056" y="173"/>
                  <a:pt x="10056" y="185"/>
                </a:cubicBezTo>
                <a:lnTo>
                  <a:pt x="10056" y="1138"/>
                </a:lnTo>
                <a:cubicBezTo>
                  <a:pt x="10056" y="1151"/>
                  <a:pt x="10054" y="1163"/>
                  <a:pt x="10052" y="1175"/>
                </a:cubicBezTo>
                <a:cubicBezTo>
                  <a:pt x="10050" y="1186"/>
                  <a:pt x="10046" y="1198"/>
                  <a:pt x="10041" y="1209"/>
                </a:cubicBezTo>
                <a:cubicBezTo>
                  <a:pt x="10037" y="1221"/>
                  <a:pt x="10031" y="1231"/>
                  <a:pt x="10024" y="1241"/>
                </a:cubicBezTo>
                <a:cubicBezTo>
                  <a:pt x="10018" y="1251"/>
                  <a:pt x="10010" y="1261"/>
                  <a:pt x="10001" y="1269"/>
                </a:cubicBezTo>
                <a:cubicBezTo>
                  <a:pt x="9993" y="1278"/>
                  <a:pt x="9983" y="1286"/>
                  <a:pt x="9973" y="1292"/>
                </a:cubicBezTo>
                <a:cubicBezTo>
                  <a:pt x="9963" y="1299"/>
                  <a:pt x="9952" y="1305"/>
                  <a:pt x="9941" y="1310"/>
                </a:cubicBezTo>
                <a:cubicBezTo>
                  <a:pt x="9930" y="1314"/>
                  <a:pt x="9918" y="1318"/>
                  <a:pt x="9907" y="1320"/>
                </a:cubicBezTo>
                <a:cubicBezTo>
                  <a:pt x="9895" y="1322"/>
                  <a:pt x="9883" y="1324"/>
                  <a:pt x="9870" y="1324"/>
                </a:cubicBezTo>
                <a:lnTo>
                  <a:pt x="186" y="1324"/>
                </a:lnTo>
                <a:cubicBezTo>
                  <a:pt x="173" y="1324"/>
                  <a:pt x="161" y="1322"/>
                  <a:pt x="149" y="1320"/>
                </a:cubicBezTo>
                <a:cubicBezTo>
                  <a:pt x="138" y="1318"/>
                  <a:pt x="126" y="1314"/>
                  <a:pt x="115" y="1310"/>
                </a:cubicBezTo>
                <a:cubicBezTo>
                  <a:pt x="104" y="1305"/>
                  <a:pt x="93" y="1299"/>
                  <a:pt x="83" y="1292"/>
                </a:cubicBezTo>
                <a:cubicBezTo>
                  <a:pt x="73" y="1286"/>
                  <a:pt x="63" y="1278"/>
                  <a:pt x="55" y="1269"/>
                </a:cubicBezTo>
                <a:cubicBezTo>
                  <a:pt x="46" y="1261"/>
                  <a:pt x="38" y="1251"/>
                  <a:pt x="32" y="1241"/>
                </a:cubicBezTo>
                <a:cubicBezTo>
                  <a:pt x="25" y="1231"/>
                  <a:pt x="19" y="1221"/>
                  <a:pt x="15" y="1209"/>
                </a:cubicBezTo>
                <a:cubicBezTo>
                  <a:pt x="10" y="1198"/>
                  <a:pt x="6" y="1186"/>
                  <a:pt x="4" y="1175"/>
                </a:cubicBezTo>
                <a:cubicBezTo>
                  <a:pt x="2" y="1163"/>
                  <a:pt x="0" y="1151"/>
                  <a:pt x="0" y="113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91" name=""/>
          <p:cNvSpPr/>
          <p:nvPr/>
        </p:nvSpPr>
        <p:spPr>
          <a:xfrm>
            <a:off x="2076120" y="3952800"/>
            <a:ext cx="3620160" cy="476640"/>
          </a:xfrm>
          <a:custGeom>
            <a:avLst/>
            <a:gdLst/>
            <a:ahLst/>
            <a:rect l="0" t="0" r="r" b="b"/>
            <a:pathLst>
              <a:path w="10056" h="1324">
                <a:moveTo>
                  <a:pt x="0" y="1138"/>
                </a:moveTo>
                <a:lnTo>
                  <a:pt x="0" y="185"/>
                </a:lnTo>
                <a:cubicBezTo>
                  <a:pt x="0" y="173"/>
                  <a:pt x="2" y="161"/>
                  <a:pt x="4" y="149"/>
                </a:cubicBezTo>
                <a:cubicBezTo>
                  <a:pt x="6" y="137"/>
                  <a:pt x="10" y="125"/>
                  <a:pt x="15" y="114"/>
                </a:cubicBezTo>
                <a:cubicBezTo>
                  <a:pt x="19" y="103"/>
                  <a:pt x="25" y="92"/>
                  <a:pt x="32" y="82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5"/>
                  <a:pt x="73" y="38"/>
                  <a:pt x="83" y="31"/>
                </a:cubicBezTo>
                <a:cubicBezTo>
                  <a:pt x="93" y="24"/>
                  <a:pt x="104" y="18"/>
                  <a:pt x="115" y="14"/>
                </a:cubicBezTo>
                <a:cubicBezTo>
                  <a:pt x="126" y="9"/>
                  <a:pt x="138" y="6"/>
                  <a:pt x="149" y="3"/>
                </a:cubicBezTo>
                <a:cubicBezTo>
                  <a:pt x="161" y="1"/>
                  <a:pt x="173" y="0"/>
                  <a:pt x="186" y="0"/>
                </a:cubicBezTo>
                <a:lnTo>
                  <a:pt x="9870" y="0"/>
                </a:lnTo>
                <a:cubicBezTo>
                  <a:pt x="9883" y="0"/>
                  <a:pt x="9895" y="1"/>
                  <a:pt x="9907" y="3"/>
                </a:cubicBezTo>
                <a:cubicBezTo>
                  <a:pt x="9918" y="6"/>
                  <a:pt x="9930" y="9"/>
                  <a:pt x="9941" y="14"/>
                </a:cubicBezTo>
                <a:cubicBezTo>
                  <a:pt x="9952" y="18"/>
                  <a:pt x="9963" y="24"/>
                  <a:pt x="9973" y="31"/>
                </a:cubicBezTo>
                <a:cubicBezTo>
                  <a:pt x="9983" y="38"/>
                  <a:pt x="9993" y="45"/>
                  <a:pt x="10001" y="54"/>
                </a:cubicBezTo>
                <a:cubicBezTo>
                  <a:pt x="10010" y="63"/>
                  <a:pt x="10018" y="72"/>
                  <a:pt x="10024" y="82"/>
                </a:cubicBezTo>
                <a:cubicBezTo>
                  <a:pt x="10031" y="92"/>
                  <a:pt x="10037" y="103"/>
                  <a:pt x="10041" y="114"/>
                </a:cubicBezTo>
                <a:cubicBezTo>
                  <a:pt x="10046" y="125"/>
                  <a:pt x="10050" y="137"/>
                  <a:pt x="10052" y="149"/>
                </a:cubicBezTo>
                <a:cubicBezTo>
                  <a:pt x="10054" y="161"/>
                  <a:pt x="10056" y="173"/>
                  <a:pt x="10056" y="185"/>
                </a:cubicBezTo>
                <a:lnTo>
                  <a:pt x="10056" y="1138"/>
                </a:lnTo>
                <a:cubicBezTo>
                  <a:pt x="10056" y="1151"/>
                  <a:pt x="10054" y="1163"/>
                  <a:pt x="10052" y="1175"/>
                </a:cubicBezTo>
                <a:cubicBezTo>
                  <a:pt x="10050" y="1186"/>
                  <a:pt x="10046" y="1198"/>
                  <a:pt x="10041" y="1209"/>
                </a:cubicBezTo>
                <a:cubicBezTo>
                  <a:pt x="10037" y="1221"/>
                  <a:pt x="10031" y="1231"/>
                  <a:pt x="10024" y="1241"/>
                </a:cubicBezTo>
                <a:cubicBezTo>
                  <a:pt x="10018" y="1251"/>
                  <a:pt x="10010" y="1261"/>
                  <a:pt x="10001" y="1269"/>
                </a:cubicBezTo>
                <a:cubicBezTo>
                  <a:pt x="9993" y="1278"/>
                  <a:pt x="9983" y="1286"/>
                  <a:pt x="9973" y="1292"/>
                </a:cubicBezTo>
                <a:cubicBezTo>
                  <a:pt x="9963" y="1299"/>
                  <a:pt x="9952" y="1305"/>
                  <a:pt x="9941" y="1310"/>
                </a:cubicBezTo>
                <a:cubicBezTo>
                  <a:pt x="9930" y="1314"/>
                  <a:pt x="9918" y="1318"/>
                  <a:pt x="9907" y="1320"/>
                </a:cubicBezTo>
                <a:cubicBezTo>
                  <a:pt x="9895" y="1322"/>
                  <a:pt x="9883" y="1324"/>
                  <a:pt x="9870" y="1324"/>
                </a:cubicBezTo>
                <a:lnTo>
                  <a:pt x="186" y="1324"/>
                </a:lnTo>
                <a:cubicBezTo>
                  <a:pt x="173" y="1324"/>
                  <a:pt x="161" y="1322"/>
                  <a:pt x="149" y="1320"/>
                </a:cubicBezTo>
                <a:cubicBezTo>
                  <a:pt x="138" y="1318"/>
                  <a:pt x="126" y="1314"/>
                  <a:pt x="115" y="1310"/>
                </a:cubicBezTo>
                <a:cubicBezTo>
                  <a:pt x="104" y="1305"/>
                  <a:pt x="93" y="1299"/>
                  <a:pt x="83" y="1292"/>
                </a:cubicBezTo>
                <a:cubicBezTo>
                  <a:pt x="73" y="1286"/>
                  <a:pt x="63" y="1278"/>
                  <a:pt x="55" y="1269"/>
                </a:cubicBezTo>
                <a:cubicBezTo>
                  <a:pt x="46" y="1261"/>
                  <a:pt x="38" y="1251"/>
                  <a:pt x="32" y="1241"/>
                </a:cubicBezTo>
                <a:cubicBezTo>
                  <a:pt x="25" y="1231"/>
                  <a:pt x="19" y="1221"/>
                  <a:pt x="15" y="1209"/>
                </a:cubicBezTo>
                <a:cubicBezTo>
                  <a:pt x="10" y="1198"/>
                  <a:pt x="6" y="1186"/>
                  <a:pt x="4" y="1175"/>
                </a:cubicBezTo>
                <a:cubicBezTo>
                  <a:pt x="2" y="1163"/>
                  <a:pt x="0" y="1151"/>
                  <a:pt x="0" y="1138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92" name=""/>
          <p:cNvSpPr/>
          <p:nvPr/>
        </p:nvSpPr>
        <p:spPr>
          <a:xfrm>
            <a:off x="2242080" y="4076640"/>
            <a:ext cx="259200" cy="229320"/>
          </a:xfrm>
          <a:custGeom>
            <a:avLst/>
            <a:gdLst/>
            <a:ahLst/>
            <a:rect l="0" t="0" r="r" b="b"/>
            <a:pathLst>
              <a:path w="720" h="637">
                <a:moveTo>
                  <a:pt x="53" y="637"/>
                </a:moveTo>
                <a:cubicBezTo>
                  <a:pt x="39" y="637"/>
                  <a:pt x="26" y="631"/>
                  <a:pt x="16" y="621"/>
                </a:cubicBezTo>
                <a:cubicBezTo>
                  <a:pt x="5" y="610"/>
                  <a:pt x="0" y="598"/>
                  <a:pt x="0" y="584"/>
                </a:cubicBezTo>
                <a:lnTo>
                  <a:pt x="0" y="53"/>
                </a:lnTo>
                <a:cubicBezTo>
                  <a:pt x="0" y="38"/>
                  <a:pt x="5" y="26"/>
                  <a:pt x="16" y="16"/>
                </a:cubicBezTo>
                <a:cubicBezTo>
                  <a:pt x="26" y="5"/>
                  <a:pt x="39" y="0"/>
                  <a:pt x="53" y="0"/>
                </a:cubicBezTo>
                <a:lnTo>
                  <a:pt x="668" y="0"/>
                </a:lnTo>
                <a:cubicBezTo>
                  <a:pt x="682" y="0"/>
                  <a:pt x="694" y="5"/>
                  <a:pt x="705" y="16"/>
                </a:cubicBezTo>
                <a:cubicBezTo>
                  <a:pt x="715" y="26"/>
                  <a:pt x="720" y="38"/>
                  <a:pt x="720" y="53"/>
                </a:cubicBezTo>
                <a:lnTo>
                  <a:pt x="720" y="584"/>
                </a:lnTo>
                <a:cubicBezTo>
                  <a:pt x="720" y="598"/>
                  <a:pt x="715" y="610"/>
                  <a:pt x="705" y="621"/>
                </a:cubicBezTo>
                <a:cubicBezTo>
                  <a:pt x="694" y="631"/>
                  <a:pt x="682" y="637"/>
                  <a:pt x="668" y="637"/>
                </a:cubicBezTo>
                <a:lnTo>
                  <a:pt x="53" y="637"/>
                </a:lnTo>
                <a:moveTo>
                  <a:pt x="53" y="584"/>
                </a:moveTo>
                <a:lnTo>
                  <a:pt x="668" y="584"/>
                </a:lnTo>
                <a:lnTo>
                  <a:pt x="668" y="53"/>
                </a:lnTo>
                <a:lnTo>
                  <a:pt x="53" y="53"/>
                </a:lnTo>
                <a:lnTo>
                  <a:pt x="53" y="584"/>
                </a:lnTo>
                <a:moveTo>
                  <a:pt x="113" y="495"/>
                </a:moveTo>
                <a:lnTo>
                  <a:pt x="289" y="495"/>
                </a:lnTo>
                <a:lnTo>
                  <a:pt x="289" y="424"/>
                </a:lnTo>
                <a:lnTo>
                  <a:pt x="113" y="424"/>
                </a:lnTo>
                <a:lnTo>
                  <a:pt x="113" y="495"/>
                </a:lnTo>
                <a:moveTo>
                  <a:pt x="450" y="424"/>
                </a:moveTo>
                <a:lnTo>
                  <a:pt x="625" y="249"/>
                </a:lnTo>
                <a:lnTo>
                  <a:pt x="574" y="198"/>
                </a:lnTo>
                <a:lnTo>
                  <a:pt x="450" y="324"/>
                </a:lnTo>
                <a:lnTo>
                  <a:pt x="399" y="274"/>
                </a:lnTo>
                <a:lnTo>
                  <a:pt x="350" y="324"/>
                </a:lnTo>
                <a:lnTo>
                  <a:pt x="450" y="424"/>
                </a:lnTo>
                <a:moveTo>
                  <a:pt x="113" y="353"/>
                </a:moveTo>
                <a:lnTo>
                  <a:pt x="289" y="353"/>
                </a:lnTo>
                <a:lnTo>
                  <a:pt x="289" y="283"/>
                </a:lnTo>
                <a:lnTo>
                  <a:pt x="113" y="283"/>
                </a:lnTo>
                <a:lnTo>
                  <a:pt x="113" y="353"/>
                </a:lnTo>
                <a:moveTo>
                  <a:pt x="113" y="211"/>
                </a:moveTo>
                <a:lnTo>
                  <a:pt x="289" y="211"/>
                </a:lnTo>
                <a:lnTo>
                  <a:pt x="289" y="141"/>
                </a:lnTo>
                <a:lnTo>
                  <a:pt x="113" y="141"/>
                </a:lnTo>
                <a:lnTo>
                  <a:pt x="113" y="211"/>
                </a:lnTo>
                <a:moveTo>
                  <a:pt x="53" y="584"/>
                </a:moveTo>
                <a:lnTo>
                  <a:pt x="53" y="53"/>
                </a:lnTo>
                <a:lnTo>
                  <a:pt x="53" y="584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293" name=""/>
          <p:cNvSpPr txBox="1"/>
          <p:nvPr/>
        </p:nvSpPr>
        <p:spPr>
          <a:xfrm>
            <a:off x="2600280" y="3398400"/>
            <a:ext cx="17154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設定例が更新された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94" name=""/>
          <p:cNvSpPr/>
          <p:nvPr/>
        </p:nvSpPr>
        <p:spPr>
          <a:xfrm>
            <a:off x="5705280" y="4181400"/>
            <a:ext cx="267120" cy="19440"/>
          </a:xfrm>
          <a:custGeom>
            <a:avLst/>
            <a:gdLst/>
            <a:ahLst/>
            <a:rect l="0" t="0" r="r" b="b"/>
            <a:pathLst>
              <a:path w="742" h="54">
                <a:moveTo>
                  <a:pt x="0" y="0"/>
                </a:moveTo>
                <a:lnTo>
                  <a:pt x="742" y="0"/>
                </a:lnTo>
                <a:lnTo>
                  <a:pt x="742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295" name=""/>
          <p:cNvSpPr/>
          <p:nvPr/>
        </p:nvSpPr>
        <p:spPr>
          <a:xfrm>
            <a:off x="5952960" y="3867120"/>
            <a:ext cx="19440" cy="648000"/>
          </a:xfrm>
          <a:custGeom>
            <a:avLst/>
            <a:gdLst/>
            <a:ahLst/>
            <a:rect l="0" t="0" r="r" b="b"/>
            <a:pathLst>
              <a:path w="54" h="1800">
                <a:moveTo>
                  <a:pt x="0" y="0"/>
                </a:moveTo>
                <a:lnTo>
                  <a:pt x="54" y="0"/>
                </a:lnTo>
                <a:lnTo>
                  <a:pt x="54" y="1800"/>
                </a:lnTo>
                <a:lnTo>
                  <a:pt x="0" y="180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296" name=""/>
          <p:cNvSpPr/>
          <p:nvPr/>
        </p:nvSpPr>
        <p:spPr>
          <a:xfrm>
            <a:off x="2076120" y="4600440"/>
            <a:ext cx="3620160" cy="476640"/>
          </a:xfrm>
          <a:custGeom>
            <a:avLst/>
            <a:gdLst/>
            <a:ahLst/>
            <a:rect l="0" t="0" r="r" b="b"/>
            <a:pathLst>
              <a:path w="10056" h="1324">
                <a:moveTo>
                  <a:pt x="0" y="1139"/>
                </a:moveTo>
                <a:lnTo>
                  <a:pt x="0" y="185"/>
                </a:lnTo>
                <a:cubicBezTo>
                  <a:pt x="0" y="173"/>
                  <a:pt x="2" y="161"/>
                  <a:pt x="4" y="149"/>
                </a:cubicBezTo>
                <a:cubicBezTo>
                  <a:pt x="6" y="137"/>
                  <a:pt x="10" y="125"/>
                  <a:pt x="15" y="114"/>
                </a:cubicBezTo>
                <a:cubicBezTo>
                  <a:pt x="19" y="103"/>
                  <a:pt x="25" y="92"/>
                  <a:pt x="32" y="82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6"/>
                  <a:pt x="73" y="38"/>
                  <a:pt x="83" y="31"/>
                </a:cubicBezTo>
                <a:cubicBezTo>
                  <a:pt x="93" y="24"/>
                  <a:pt x="104" y="19"/>
                  <a:pt x="115" y="14"/>
                </a:cubicBezTo>
                <a:cubicBezTo>
                  <a:pt x="126" y="9"/>
                  <a:pt x="138" y="6"/>
                  <a:pt x="149" y="3"/>
                </a:cubicBezTo>
                <a:cubicBezTo>
                  <a:pt x="161" y="1"/>
                  <a:pt x="173" y="0"/>
                  <a:pt x="186" y="0"/>
                </a:cubicBezTo>
                <a:lnTo>
                  <a:pt x="9870" y="0"/>
                </a:lnTo>
                <a:cubicBezTo>
                  <a:pt x="9883" y="0"/>
                  <a:pt x="9895" y="1"/>
                  <a:pt x="9907" y="3"/>
                </a:cubicBezTo>
                <a:cubicBezTo>
                  <a:pt x="9918" y="6"/>
                  <a:pt x="9930" y="9"/>
                  <a:pt x="9941" y="14"/>
                </a:cubicBezTo>
                <a:cubicBezTo>
                  <a:pt x="9952" y="19"/>
                  <a:pt x="9963" y="24"/>
                  <a:pt x="9973" y="31"/>
                </a:cubicBezTo>
                <a:cubicBezTo>
                  <a:pt x="9983" y="38"/>
                  <a:pt x="9993" y="46"/>
                  <a:pt x="10001" y="54"/>
                </a:cubicBezTo>
                <a:cubicBezTo>
                  <a:pt x="10010" y="63"/>
                  <a:pt x="10018" y="72"/>
                  <a:pt x="10024" y="82"/>
                </a:cubicBezTo>
                <a:cubicBezTo>
                  <a:pt x="10031" y="92"/>
                  <a:pt x="10037" y="103"/>
                  <a:pt x="10041" y="114"/>
                </a:cubicBezTo>
                <a:cubicBezTo>
                  <a:pt x="10046" y="125"/>
                  <a:pt x="10050" y="137"/>
                  <a:pt x="10052" y="149"/>
                </a:cubicBezTo>
                <a:cubicBezTo>
                  <a:pt x="10054" y="161"/>
                  <a:pt x="10056" y="173"/>
                  <a:pt x="10056" y="185"/>
                </a:cubicBezTo>
                <a:lnTo>
                  <a:pt x="10056" y="1139"/>
                </a:lnTo>
                <a:cubicBezTo>
                  <a:pt x="10056" y="1151"/>
                  <a:pt x="10054" y="1163"/>
                  <a:pt x="10052" y="1175"/>
                </a:cubicBezTo>
                <a:cubicBezTo>
                  <a:pt x="10050" y="1187"/>
                  <a:pt x="10046" y="1198"/>
                  <a:pt x="10041" y="1209"/>
                </a:cubicBezTo>
                <a:cubicBezTo>
                  <a:pt x="10037" y="1221"/>
                  <a:pt x="10031" y="1231"/>
                  <a:pt x="10024" y="1241"/>
                </a:cubicBezTo>
                <a:cubicBezTo>
                  <a:pt x="10018" y="1252"/>
                  <a:pt x="10010" y="1261"/>
                  <a:pt x="10001" y="1270"/>
                </a:cubicBezTo>
                <a:cubicBezTo>
                  <a:pt x="9993" y="1278"/>
                  <a:pt x="9983" y="1286"/>
                  <a:pt x="9973" y="1293"/>
                </a:cubicBezTo>
                <a:cubicBezTo>
                  <a:pt x="9963" y="1299"/>
                  <a:pt x="9952" y="1305"/>
                  <a:pt x="9941" y="1310"/>
                </a:cubicBezTo>
                <a:cubicBezTo>
                  <a:pt x="9930" y="1314"/>
                  <a:pt x="9918" y="1318"/>
                  <a:pt x="9907" y="1320"/>
                </a:cubicBezTo>
                <a:cubicBezTo>
                  <a:pt x="9895" y="1323"/>
                  <a:pt x="9883" y="1324"/>
                  <a:pt x="9870" y="1324"/>
                </a:cubicBezTo>
                <a:lnTo>
                  <a:pt x="186" y="1324"/>
                </a:lnTo>
                <a:cubicBezTo>
                  <a:pt x="173" y="1324"/>
                  <a:pt x="161" y="1323"/>
                  <a:pt x="149" y="1320"/>
                </a:cubicBezTo>
                <a:cubicBezTo>
                  <a:pt x="138" y="1318"/>
                  <a:pt x="126" y="1314"/>
                  <a:pt x="115" y="1310"/>
                </a:cubicBezTo>
                <a:cubicBezTo>
                  <a:pt x="104" y="1305"/>
                  <a:pt x="93" y="1299"/>
                  <a:pt x="83" y="1293"/>
                </a:cubicBezTo>
                <a:cubicBezTo>
                  <a:pt x="73" y="1286"/>
                  <a:pt x="63" y="1278"/>
                  <a:pt x="55" y="1270"/>
                </a:cubicBezTo>
                <a:cubicBezTo>
                  <a:pt x="46" y="1261"/>
                  <a:pt x="38" y="1252"/>
                  <a:pt x="32" y="1241"/>
                </a:cubicBezTo>
                <a:cubicBezTo>
                  <a:pt x="25" y="1231"/>
                  <a:pt x="19" y="1221"/>
                  <a:pt x="15" y="1209"/>
                </a:cubicBezTo>
                <a:cubicBezTo>
                  <a:pt x="10" y="1198"/>
                  <a:pt x="6" y="1187"/>
                  <a:pt x="4" y="1175"/>
                </a:cubicBezTo>
                <a:cubicBezTo>
                  <a:pt x="2" y="1163"/>
                  <a:pt x="0" y="1151"/>
                  <a:pt x="0" y="113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97" name=""/>
          <p:cNvSpPr/>
          <p:nvPr/>
        </p:nvSpPr>
        <p:spPr>
          <a:xfrm>
            <a:off x="2076120" y="4600440"/>
            <a:ext cx="3620160" cy="476640"/>
          </a:xfrm>
          <a:custGeom>
            <a:avLst/>
            <a:gdLst/>
            <a:ahLst/>
            <a:rect l="0" t="0" r="r" b="b"/>
            <a:pathLst>
              <a:path w="10056" h="1324">
                <a:moveTo>
                  <a:pt x="0" y="1139"/>
                </a:moveTo>
                <a:lnTo>
                  <a:pt x="0" y="185"/>
                </a:lnTo>
                <a:cubicBezTo>
                  <a:pt x="0" y="173"/>
                  <a:pt x="2" y="161"/>
                  <a:pt x="4" y="149"/>
                </a:cubicBezTo>
                <a:cubicBezTo>
                  <a:pt x="6" y="137"/>
                  <a:pt x="10" y="125"/>
                  <a:pt x="15" y="114"/>
                </a:cubicBezTo>
                <a:cubicBezTo>
                  <a:pt x="19" y="103"/>
                  <a:pt x="25" y="92"/>
                  <a:pt x="32" y="82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6"/>
                  <a:pt x="73" y="38"/>
                  <a:pt x="83" y="31"/>
                </a:cubicBezTo>
                <a:cubicBezTo>
                  <a:pt x="93" y="24"/>
                  <a:pt x="104" y="19"/>
                  <a:pt x="115" y="14"/>
                </a:cubicBezTo>
                <a:cubicBezTo>
                  <a:pt x="126" y="9"/>
                  <a:pt x="138" y="6"/>
                  <a:pt x="149" y="3"/>
                </a:cubicBezTo>
                <a:cubicBezTo>
                  <a:pt x="161" y="1"/>
                  <a:pt x="173" y="0"/>
                  <a:pt x="186" y="0"/>
                </a:cubicBezTo>
                <a:lnTo>
                  <a:pt x="9870" y="0"/>
                </a:lnTo>
                <a:cubicBezTo>
                  <a:pt x="9883" y="0"/>
                  <a:pt x="9895" y="1"/>
                  <a:pt x="9907" y="3"/>
                </a:cubicBezTo>
                <a:cubicBezTo>
                  <a:pt x="9918" y="6"/>
                  <a:pt x="9930" y="9"/>
                  <a:pt x="9941" y="14"/>
                </a:cubicBezTo>
                <a:cubicBezTo>
                  <a:pt x="9952" y="19"/>
                  <a:pt x="9963" y="24"/>
                  <a:pt x="9973" y="31"/>
                </a:cubicBezTo>
                <a:cubicBezTo>
                  <a:pt x="9983" y="38"/>
                  <a:pt x="9993" y="46"/>
                  <a:pt x="10001" y="54"/>
                </a:cubicBezTo>
                <a:cubicBezTo>
                  <a:pt x="10010" y="63"/>
                  <a:pt x="10018" y="72"/>
                  <a:pt x="10024" y="82"/>
                </a:cubicBezTo>
                <a:cubicBezTo>
                  <a:pt x="10031" y="92"/>
                  <a:pt x="10037" y="103"/>
                  <a:pt x="10041" y="114"/>
                </a:cubicBezTo>
                <a:cubicBezTo>
                  <a:pt x="10046" y="125"/>
                  <a:pt x="10050" y="137"/>
                  <a:pt x="10052" y="149"/>
                </a:cubicBezTo>
                <a:cubicBezTo>
                  <a:pt x="10054" y="161"/>
                  <a:pt x="10056" y="173"/>
                  <a:pt x="10056" y="185"/>
                </a:cubicBezTo>
                <a:lnTo>
                  <a:pt x="10056" y="1139"/>
                </a:lnTo>
                <a:cubicBezTo>
                  <a:pt x="10056" y="1151"/>
                  <a:pt x="10054" y="1163"/>
                  <a:pt x="10052" y="1175"/>
                </a:cubicBezTo>
                <a:cubicBezTo>
                  <a:pt x="10050" y="1187"/>
                  <a:pt x="10046" y="1198"/>
                  <a:pt x="10041" y="1209"/>
                </a:cubicBezTo>
                <a:cubicBezTo>
                  <a:pt x="10037" y="1221"/>
                  <a:pt x="10031" y="1231"/>
                  <a:pt x="10024" y="1241"/>
                </a:cubicBezTo>
                <a:cubicBezTo>
                  <a:pt x="10018" y="1252"/>
                  <a:pt x="10010" y="1261"/>
                  <a:pt x="10001" y="1270"/>
                </a:cubicBezTo>
                <a:cubicBezTo>
                  <a:pt x="9993" y="1278"/>
                  <a:pt x="9983" y="1286"/>
                  <a:pt x="9973" y="1293"/>
                </a:cubicBezTo>
                <a:cubicBezTo>
                  <a:pt x="9963" y="1299"/>
                  <a:pt x="9952" y="1305"/>
                  <a:pt x="9941" y="1310"/>
                </a:cubicBezTo>
                <a:cubicBezTo>
                  <a:pt x="9930" y="1314"/>
                  <a:pt x="9918" y="1318"/>
                  <a:pt x="9907" y="1320"/>
                </a:cubicBezTo>
                <a:cubicBezTo>
                  <a:pt x="9895" y="1323"/>
                  <a:pt x="9883" y="1324"/>
                  <a:pt x="9870" y="1324"/>
                </a:cubicBezTo>
                <a:lnTo>
                  <a:pt x="186" y="1324"/>
                </a:lnTo>
                <a:cubicBezTo>
                  <a:pt x="173" y="1324"/>
                  <a:pt x="161" y="1323"/>
                  <a:pt x="149" y="1320"/>
                </a:cubicBezTo>
                <a:cubicBezTo>
                  <a:pt x="138" y="1318"/>
                  <a:pt x="126" y="1314"/>
                  <a:pt x="115" y="1310"/>
                </a:cubicBezTo>
                <a:cubicBezTo>
                  <a:pt x="104" y="1305"/>
                  <a:pt x="93" y="1299"/>
                  <a:pt x="83" y="1293"/>
                </a:cubicBezTo>
                <a:cubicBezTo>
                  <a:pt x="73" y="1286"/>
                  <a:pt x="63" y="1278"/>
                  <a:pt x="55" y="1270"/>
                </a:cubicBezTo>
                <a:cubicBezTo>
                  <a:pt x="46" y="1261"/>
                  <a:pt x="38" y="1252"/>
                  <a:pt x="32" y="1241"/>
                </a:cubicBezTo>
                <a:cubicBezTo>
                  <a:pt x="25" y="1231"/>
                  <a:pt x="19" y="1221"/>
                  <a:pt x="15" y="1209"/>
                </a:cubicBezTo>
                <a:cubicBezTo>
                  <a:pt x="10" y="1198"/>
                  <a:pt x="6" y="1187"/>
                  <a:pt x="4" y="1175"/>
                </a:cubicBezTo>
                <a:cubicBezTo>
                  <a:pt x="2" y="1163"/>
                  <a:pt x="0" y="1151"/>
                  <a:pt x="0" y="1139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298" name=""/>
          <p:cNvSpPr/>
          <p:nvPr/>
        </p:nvSpPr>
        <p:spPr>
          <a:xfrm>
            <a:off x="2232000" y="4711680"/>
            <a:ext cx="279720" cy="241560"/>
          </a:xfrm>
          <a:custGeom>
            <a:avLst/>
            <a:gdLst/>
            <a:ahLst/>
            <a:rect l="0" t="0" r="r" b="b"/>
            <a:pathLst>
              <a:path w="777" h="671">
                <a:moveTo>
                  <a:pt x="0" y="671"/>
                </a:moveTo>
                <a:lnTo>
                  <a:pt x="388" y="0"/>
                </a:lnTo>
                <a:lnTo>
                  <a:pt x="777" y="671"/>
                </a:lnTo>
                <a:lnTo>
                  <a:pt x="0" y="671"/>
                </a:lnTo>
                <a:moveTo>
                  <a:pt x="91" y="617"/>
                </a:moveTo>
                <a:lnTo>
                  <a:pt x="685" y="617"/>
                </a:lnTo>
                <a:lnTo>
                  <a:pt x="388" y="105"/>
                </a:lnTo>
                <a:lnTo>
                  <a:pt x="91" y="617"/>
                </a:lnTo>
                <a:moveTo>
                  <a:pt x="411" y="559"/>
                </a:moveTo>
                <a:cubicBezTo>
                  <a:pt x="416" y="554"/>
                  <a:pt x="419" y="548"/>
                  <a:pt x="419" y="540"/>
                </a:cubicBezTo>
                <a:cubicBezTo>
                  <a:pt x="419" y="532"/>
                  <a:pt x="416" y="526"/>
                  <a:pt x="411" y="521"/>
                </a:cubicBezTo>
                <a:cubicBezTo>
                  <a:pt x="406" y="516"/>
                  <a:pt x="400" y="514"/>
                  <a:pt x="391" y="514"/>
                </a:cubicBezTo>
                <a:cubicBezTo>
                  <a:pt x="383" y="514"/>
                  <a:pt x="377" y="516"/>
                  <a:pt x="372" y="521"/>
                </a:cubicBezTo>
                <a:cubicBezTo>
                  <a:pt x="367" y="526"/>
                  <a:pt x="365" y="533"/>
                  <a:pt x="365" y="540"/>
                </a:cubicBezTo>
                <a:cubicBezTo>
                  <a:pt x="365" y="548"/>
                  <a:pt x="367" y="554"/>
                  <a:pt x="372" y="559"/>
                </a:cubicBezTo>
                <a:cubicBezTo>
                  <a:pt x="377" y="564"/>
                  <a:pt x="384" y="567"/>
                  <a:pt x="391" y="567"/>
                </a:cubicBezTo>
                <a:cubicBezTo>
                  <a:pt x="400" y="567"/>
                  <a:pt x="406" y="564"/>
                  <a:pt x="411" y="559"/>
                </a:cubicBezTo>
                <a:moveTo>
                  <a:pt x="365" y="469"/>
                </a:moveTo>
                <a:lnTo>
                  <a:pt x="419" y="469"/>
                </a:lnTo>
                <a:lnTo>
                  <a:pt x="419" y="271"/>
                </a:lnTo>
                <a:lnTo>
                  <a:pt x="365" y="271"/>
                </a:lnTo>
                <a:lnTo>
                  <a:pt x="365" y="469"/>
                </a:lnTo>
                <a:moveTo>
                  <a:pt x="388" y="361"/>
                </a:moveTo>
                <a:lnTo>
                  <a:pt x="388" y="361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299" name=""/>
          <p:cNvSpPr txBox="1"/>
          <p:nvPr/>
        </p:nvSpPr>
        <p:spPr>
          <a:xfrm>
            <a:off x="2600280" y="4046040"/>
            <a:ext cx="21711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10</a:t>
            </a:r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のリスクが改訂された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00" name=""/>
          <p:cNvSpPr/>
          <p:nvPr/>
        </p:nvSpPr>
        <p:spPr>
          <a:xfrm>
            <a:off x="5705280" y="4829040"/>
            <a:ext cx="267120" cy="19440"/>
          </a:xfrm>
          <a:custGeom>
            <a:avLst/>
            <a:gdLst/>
            <a:ahLst/>
            <a:rect l="0" t="0" r="r" b="b"/>
            <a:pathLst>
              <a:path w="742" h="54">
                <a:moveTo>
                  <a:pt x="0" y="0"/>
                </a:moveTo>
                <a:lnTo>
                  <a:pt x="742" y="0"/>
                </a:lnTo>
                <a:lnTo>
                  <a:pt x="742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301" name=""/>
          <p:cNvSpPr/>
          <p:nvPr/>
        </p:nvSpPr>
        <p:spPr>
          <a:xfrm>
            <a:off x="5952960" y="4514760"/>
            <a:ext cx="19440" cy="648000"/>
          </a:xfrm>
          <a:custGeom>
            <a:avLst/>
            <a:gdLst/>
            <a:ahLst/>
            <a:rect l="0" t="0" r="r" b="b"/>
            <a:pathLst>
              <a:path w="54" h="1800">
                <a:moveTo>
                  <a:pt x="0" y="0"/>
                </a:moveTo>
                <a:lnTo>
                  <a:pt x="54" y="0"/>
                </a:lnTo>
                <a:lnTo>
                  <a:pt x="54" y="1800"/>
                </a:lnTo>
                <a:lnTo>
                  <a:pt x="0" y="180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302" name=""/>
          <p:cNvSpPr/>
          <p:nvPr/>
        </p:nvSpPr>
        <p:spPr>
          <a:xfrm>
            <a:off x="2076120" y="5248080"/>
            <a:ext cx="3620160" cy="476640"/>
          </a:xfrm>
          <a:custGeom>
            <a:avLst/>
            <a:gdLst/>
            <a:ahLst/>
            <a:rect l="0" t="0" r="r" b="b"/>
            <a:pathLst>
              <a:path w="10056" h="1324">
                <a:moveTo>
                  <a:pt x="0" y="1139"/>
                </a:moveTo>
                <a:lnTo>
                  <a:pt x="0" y="185"/>
                </a:lnTo>
                <a:cubicBezTo>
                  <a:pt x="0" y="173"/>
                  <a:pt x="2" y="161"/>
                  <a:pt x="4" y="149"/>
                </a:cubicBezTo>
                <a:cubicBezTo>
                  <a:pt x="6" y="137"/>
                  <a:pt x="10" y="126"/>
                  <a:pt x="15" y="114"/>
                </a:cubicBezTo>
                <a:cubicBezTo>
                  <a:pt x="19" y="103"/>
                  <a:pt x="25" y="92"/>
                  <a:pt x="32" y="82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6"/>
                  <a:pt x="73" y="38"/>
                  <a:pt x="83" y="31"/>
                </a:cubicBezTo>
                <a:cubicBezTo>
                  <a:pt x="93" y="24"/>
                  <a:pt x="104" y="19"/>
                  <a:pt x="115" y="14"/>
                </a:cubicBezTo>
                <a:cubicBezTo>
                  <a:pt x="126" y="9"/>
                  <a:pt x="138" y="6"/>
                  <a:pt x="149" y="4"/>
                </a:cubicBezTo>
                <a:cubicBezTo>
                  <a:pt x="161" y="1"/>
                  <a:pt x="173" y="0"/>
                  <a:pt x="186" y="0"/>
                </a:cubicBezTo>
                <a:lnTo>
                  <a:pt x="9870" y="0"/>
                </a:lnTo>
                <a:cubicBezTo>
                  <a:pt x="9883" y="0"/>
                  <a:pt x="9895" y="1"/>
                  <a:pt x="9907" y="4"/>
                </a:cubicBezTo>
                <a:cubicBezTo>
                  <a:pt x="9918" y="6"/>
                  <a:pt x="9930" y="9"/>
                  <a:pt x="9941" y="14"/>
                </a:cubicBezTo>
                <a:cubicBezTo>
                  <a:pt x="9952" y="19"/>
                  <a:pt x="9963" y="24"/>
                  <a:pt x="9973" y="31"/>
                </a:cubicBezTo>
                <a:cubicBezTo>
                  <a:pt x="9983" y="38"/>
                  <a:pt x="9993" y="46"/>
                  <a:pt x="10001" y="54"/>
                </a:cubicBezTo>
                <a:cubicBezTo>
                  <a:pt x="10010" y="63"/>
                  <a:pt x="10018" y="72"/>
                  <a:pt x="10024" y="82"/>
                </a:cubicBezTo>
                <a:cubicBezTo>
                  <a:pt x="10031" y="92"/>
                  <a:pt x="10037" y="103"/>
                  <a:pt x="10041" y="114"/>
                </a:cubicBezTo>
                <a:cubicBezTo>
                  <a:pt x="10046" y="126"/>
                  <a:pt x="10050" y="137"/>
                  <a:pt x="10052" y="149"/>
                </a:cubicBezTo>
                <a:cubicBezTo>
                  <a:pt x="10054" y="161"/>
                  <a:pt x="10056" y="173"/>
                  <a:pt x="10056" y="185"/>
                </a:cubicBezTo>
                <a:lnTo>
                  <a:pt x="10056" y="1139"/>
                </a:lnTo>
                <a:cubicBezTo>
                  <a:pt x="10056" y="1151"/>
                  <a:pt x="10054" y="1163"/>
                  <a:pt x="10052" y="1175"/>
                </a:cubicBezTo>
                <a:cubicBezTo>
                  <a:pt x="10050" y="1187"/>
                  <a:pt x="10046" y="1198"/>
                  <a:pt x="10041" y="1210"/>
                </a:cubicBezTo>
                <a:cubicBezTo>
                  <a:pt x="10037" y="1221"/>
                  <a:pt x="10031" y="1232"/>
                  <a:pt x="10024" y="1242"/>
                </a:cubicBezTo>
                <a:cubicBezTo>
                  <a:pt x="10018" y="1252"/>
                  <a:pt x="10010" y="1261"/>
                  <a:pt x="10001" y="1270"/>
                </a:cubicBezTo>
                <a:cubicBezTo>
                  <a:pt x="9993" y="1278"/>
                  <a:pt x="9983" y="1286"/>
                  <a:pt x="9973" y="1293"/>
                </a:cubicBezTo>
                <a:cubicBezTo>
                  <a:pt x="9963" y="1300"/>
                  <a:pt x="9952" y="1305"/>
                  <a:pt x="9941" y="1310"/>
                </a:cubicBezTo>
                <a:cubicBezTo>
                  <a:pt x="9930" y="1315"/>
                  <a:pt x="9918" y="1318"/>
                  <a:pt x="9907" y="1320"/>
                </a:cubicBezTo>
                <a:cubicBezTo>
                  <a:pt x="9895" y="1323"/>
                  <a:pt x="9883" y="1324"/>
                  <a:pt x="9870" y="1324"/>
                </a:cubicBezTo>
                <a:lnTo>
                  <a:pt x="186" y="1324"/>
                </a:lnTo>
                <a:cubicBezTo>
                  <a:pt x="173" y="1324"/>
                  <a:pt x="161" y="1323"/>
                  <a:pt x="149" y="1320"/>
                </a:cubicBezTo>
                <a:cubicBezTo>
                  <a:pt x="138" y="1318"/>
                  <a:pt x="126" y="1315"/>
                  <a:pt x="115" y="1310"/>
                </a:cubicBezTo>
                <a:cubicBezTo>
                  <a:pt x="104" y="1305"/>
                  <a:pt x="93" y="1300"/>
                  <a:pt x="83" y="1293"/>
                </a:cubicBezTo>
                <a:cubicBezTo>
                  <a:pt x="73" y="1286"/>
                  <a:pt x="63" y="1278"/>
                  <a:pt x="55" y="1270"/>
                </a:cubicBezTo>
                <a:cubicBezTo>
                  <a:pt x="46" y="1261"/>
                  <a:pt x="38" y="1252"/>
                  <a:pt x="32" y="1242"/>
                </a:cubicBezTo>
                <a:cubicBezTo>
                  <a:pt x="25" y="1232"/>
                  <a:pt x="19" y="1221"/>
                  <a:pt x="15" y="1210"/>
                </a:cubicBezTo>
                <a:cubicBezTo>
                  <a:pt x="10" y="1198"/>
                  <a:pt x="6" y="1187"/>
                  <a:pt x="4" y="1175"/>
                </a:cubicBezTo>
                <a:cubicBezTo>
                  <a:pt x="2" y="1163"/>
                  <a:pt x="0" y="1151"/>
                  <a:pt x="0" y="113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03" name=""/>
          <p:cNvSpPr/>
          <p:nvPr/>
        </p:nvSpPr>
        <p:spPr>
          <a:xfrm>
            <a:off x="2076120" y="5248080"/>
            <a:ext cx="3620160" cy="476640"/>
          </a:xfrm>
          <a:custGeom>
            <a:avLst/>
            <a:gdLst/>
            <a:ahLst/>
            <a:rect l="0" t="0" r="r" b="b"/>
            <a:pathLst>
              <a:path w="10056" h="1324">
                <a:moveTo>
                  <a:pt x="0" y="1139"/>
                </a:moveTo>
                <a:lnTo>
                  <a:pt x="0" y="185"/>
                </a:lnTo>
                <a:cubicBezTo>
                  <a:pt x="0" y="173"/>
                  <a:pt x="2" y="161"/>
                  <a:pt x="4" y="149"/>
                </a:cubicBezTo>
                <a:cubicBezTo>
                  <a:pt x="6" y="137"/>
                  <a:pt x="10" y="126"/>
                  <a:pt x="15" y="114"/>
                </a:cubicBezTo>
                <a:cubicBezTo>
                  <a:pt x="19" y="103"/>
                  <a:pt x="25" y="92"/>
                  <a:pt x="32" y="82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6"/>
                  <a:pt x="73" y="38"/>
                  <a:pt x="83" y="31"/>
                </a:cubicBezTo>
                <a:cubicBezTo>
                  <a:pt x="93" y="24"/>
                  <a:pt x="104" y="19"/>
                  <a:pt x="115" y="14"/>
                </a:cubicBezTo>
                <a:cubicBezTo>
                  <a:pt x="126" y="9"/>
                  <a:pt x="138" y="6"/>
                  <a:pt x="149" y="4"/>
                </a:cubicBezTo>
                <a:cubicBezTo>
                  <a:pt x="161" y="1"/>
                  <a:pt x="173" y="0"/>
                  <a:pt x="186" y="0"/>
                </a:cubicBezTo>
                <a:lnTo>
                  <a:pt x="9870" y="0"/>
                </a:lnTo>
                <a:cubicBezTo>
                  <a:pt x="9883" y="0"/>
                  <a:pt x="9895" y="1"/>
                  <a:pt x="9907" y="4"/>
                </a:cubicBezTo>
                <a:cubicBezTo>
                  <a:pt x="9918" y="6"/>
                  <a:pt x="9930" y="9"/>
                  <a:pt x="9941" y="14"/>
                </a:cubicBezTo>
                <a:cubicBezTo>
                  <a:pt x="9952" y="19"/>
                  <a:pt x="9963" y="24"/>
                  <a:pt x="9973" y="31"/>
                </a:cubicBezTo>
                <a:cubicBezTo>
                  <a:pt x="9983" y="38"/>
                  <a:pt x="9993" y="46"/>
                  <a:pt x="10001" y="54"/>
                </a:cubicBezTo>
                <a:cubicBezTo>
                  <a:pt x="10010" y="63"/>
                  <a:pt x="10018" y="72"/>
                  <a:pt x="10024" y="82"/>
                </a:cubicBezTo>
                <a:cubicBezTo>
                  <a:pt x="10031" y="92"/>
                  <a:pt x="10037" y="103"/>
                  <a:pt x="10041" y="114"/>
                </a:cubicBezTo>
                <a:cubicBezTo>
                  <a:pt x="10046" y="126"/>
                  <a:pt x="10050" y="137"/>
                  <a:pt x="10052" y="149"/>
                </a:cubicBezTo>
                <a:cubicBezTo>
                  <a:pt x="10054" y="161"/>
                  <a:pt x="10056" y="173"/>
                  <a:pt x="10056" y="185"/>
                </a:cubicBezTo>
                <a:lnTo>
                  <a:pt x="10056" y="1139"/>
                </a:lnTo>
                <a:cubicBezTo>
                  <a:pt x="10056" y="1151"/>
                  <a:pt x="10054" y="1163"/>
                  <a:pt x="10052" y="1175"/>
                </a:cubicBezTo>
                <a:cubicBezTo>
                  <a:pt x="10050" y="1187"/>
                  <a:pt x="10046" y="1198"/>
                  <a:pt x="10041" y="1210"/>
                </a:cubicBezTo>
                <a:cubicBezTo>
                  <a:pt x="10037" y="1221"/>
                  <a:pt x="10031" y="1232"/>
                  <a:pt x="10024" y="1242"/>
                </a:cubicBezTo>
                <a:cubicBezTo>
                  <a:pt x="10018" y="1252"/>
                  <a:pt x="10010" y="1261"/>
                  <a:pt x="10001" y="1270"/>
                </a:cubicBezTo>
                <a:cubicBezTo>
                  <a:pt x="9993" y="1278"/>
                  <a:pt x="9983" y="1286"/>
                  <a:pt x="9973" y="1293"/>
                </a:cubicBezTo>
                <a:cubicBezTo>
                  <a:pt x="9963" y="1300"/>
                  <a:pt x="9952" y="1305"/>
                  <a:pt x="9941" y="1310"/>
                </a:cubicBezTo>
                <a:cubicBezTo>
                  <a:pt x="9930" y="1315"/>
                  <a:pt x="9918" y="1318"/>
                  <a:pt x="9907" y="1320"/>
                </a:cubicBezTo>
                <a:cubicBezTo>
                  <a:pt x="9895" y="1323"/>
                  <a:pt x="9883" y="1324"/>
                  <a:pt x="9870" y="1324"/>
                </a:cubicBezTo>
                <a:lnTo>
                  <a:pt x="186" y="1324"/>
                </a:lnTo>
                <a:cubicBezTo>
                  <a:pt x="173" y="1324"/>
                  <a:pt x="161" y="1323"/>
                  <a:pt x="149" y="1320"/>
                </a:cubicBezTo>
                <a:cubicBezTo>
                  <a:pt x="138" y="1318"/>
                  <a:pt x="126" y="1315"/>
                  <a:pt x="115" y="1310"/>
                </a:cubicBezTo>
                <a:cubicBezTo>
                  <a:pt x="104" y="1305"/>
                  <a:pt x="93" y="1300"/>
                  <a:pt x="83" y="1293"/>
                </a:cubicBezTo>
                <a:cubicBezTo>
                  <a:pt x="73" y="1286"/>
                  <a:pt x="63" y="1278"/>
                  <a:pt x="55" y="1270"/>
                </a:cubicBezTo>
                <a:cubicBezTo>
                  <a:pt x="46" y="1261"/>
                  <a:pt x="38" y="1252"/>
                  <a:pt x="32" y="1242"/>
                </a:cubicBezTo>
                <a:cubicBezTo>
                  <a:pt x="25" y="1232"/>
                  <a:pt x="19" y="1221"/>
                  <a:pt x="15" y="1210"/>
                </a:cubicBezTo>
                <a:cubicBezTo>
                  <a:pt x="10" y="1198"/>
                  <a:pt x="6" y="1187"/>
                  <a:pt x="4" y="1175"/>
                </a:cubicBezTo>
                <a:cubicBezTo>
                  <a:pt x="2" y="1163"/>
                  <a:pt x="0" y="1151"/>
                  <a:pt x="0" y="1139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04" name=""/>
          <p:cNvSpPr/>
          <p:nvPr/>
        </p:nvSpPr>
        <p:spPr>
          <a:xfrm>
            <a:off x="2244600" y="5359320"/>
            <a:ext cx="254160" cy="254160"/>
          </a:xfrm>
          <a:custGeom>
            <a:avLst/>
            <a:gdLst/>
            <a:ahLst/>
            <a:rect l="0" t="0" r="r" b="b"/>
            <a:pathLst>
              <a:path w="706" h="706">
                <a:moveTo>
                  <a:pt x="215" y="678"/>
                </a:moveTo>
                <a:cubicBezTo>
                  <a:pt x="172" y="660"/>
                  <a:pt x="135" y="635"/>
                  <a:pt x="103" y="603"/>
                </a:cubicBezTo>
                <a:cubicBezTo>
                  <a:pt x="71" y="571"/>
                  <a:pt x="46" y="534"/>
                  <a:pt x="28" y="491"/>
                </a:cubicBezTo>
                <a:cubicBezTo>
                  <a:pt x="9" y="448"/>
                  <a:pt x="0" y="402"/>
                  <a:pt x="0" y="353"/>
                </a:cubicBezTo>
                <a:cubicBezTo>
                  <a:pt x="0" y="305"/>
                  <a:pt x="9" y="258"/>
                  <a:pt x="28" y="215"/>
                </a:cubicBezTo>
                <a:cubicBezTo>
                  <a:pt x="46" y="172"/>
                  <a:pt x="71" y="135"/>
                  <a:pt x="103" y="103"/>
                </a:cubicBezTo>
                <a:cubicBezTo>
                  <a:pt x="135" y="71"/>
                  <a:pt x="172" y="46"/>
                  <a:pt x="215" y="28"/>
                </a:cubicBezTo>
                <a:cubicBezTo>
                  <a:pt x="258" y="9"/>
                  <a:pt x="304" y="0"/>
                  <a:pt x="353" y="0"/>
                </a:cubicBezTo>
                <a:cubicBezTo>
                  <a:pt x="401" y="0"/>
                  <a:pt x="447" y="9"/>
                  <a:pt x="491" y="28"/>
                </a:cubicBezTo>
                <a:cubicBezTo>
                  <a:pt x="534" y="46"/>
                  <a:pt x="571" y="71"/>
                  <a:pt x="603" y="103"/>
                </a:cubicBezTo>
                <a:cubicBezTo>
                  <a:pt x="635" y="135"/>
                  <a:pt x="660" y="172"/>
                  <a:pt x="679" y="215"/>
                </a:cubicBezTo>
                <a:cubicBezTo>
                  <a:pt x="697" y="258"/>
                  <a:pt x="706" y="305"/>
                  <a:pt x="706" y="353"/>
                </a:cubicBezTo>
                <a:cubicBezTo>
                  <a:pt x="706" y="402"/>
                  <a:pt x="697" y="448"/>
                  <a:pt x="679" y="491"/>
                </a:cubicBezTo>
                <a:cubicBezTo>
                  <a:pt x="660" y="534"/>
                  <a:pt x="635" y="571"/>
                  <a:pt x="603" y="603"/>
                </a:cubicBezTo>
                <a:cubicBezTo>
                  <a:pt x="571" y="635"/>
                  <a:pt x="534" y="660"/>
                  <a:pt x="491" y="678"/>
                </a:cubicBezTo>
                <a:cubicBezTo>
                  <a:pt x="447" y="697"/>
                  <a:pt x="401" y="706"/>
                  <a:pt x="353" y="706"/>
                </a:cubicBezTo>
                <a:cubicBezTo>
                  <a:pt x="304" y="706"/>
                  <a:pt x="258" y="697"/>
                  <a:pt x="215" y="678"/>
                </a:cubicBezTo>
                <a:moveTo>
                  <a:pt x="353" y="653"/>
                </a:moveTo>
                <a:cubicBezTo>
                  <a:pt x="388" y="653"/>
                  <a:pt x="423" y="647"/>
                  <a:pt x="456" y="635"/>
                </a:cubicBezTo>
                <a:cubicBezTo>
                  <a:pt x="490" y="623"/>
                  <a:pt x="520" y="606"/>
                  <a:pt x="547" y="583"/>
                </a:cubicBezTo>
                <a:lnTo>
                  <a:pt x="123" y="159"/>
                </a:lnTo>
                <a:cubicBezTo>
                  <a:pt x="101" y="186"/>
                  <a:pt x="84" y="216"/>
                  <a:pt x="71" y="249"/>
                </a:cubicBezTo>
                <a:cubicBezTo>
                  <a:pt x="59" y="283"/>
                  <a:pt x="53" y="318"/>
                  <a:pt x="53" y="353"/>
                </a:cubicBezTo>
                <a:cubicBezTo>
                  <a:pt x="53" y="437"/>
                  <a:pt x="82" y="508"/>
                  <a:pt x="140" y="566"/>
                </a:cubicBezTo>
                <a:cubicBezTo>
                  <a:pt x="198" y="624"/>
                  <a:pt x="269" y="653"/>
                  <a:pt x="353" y="653"/>
                </a:cubicBezTo>
                <a:moveTo>
                  <a:pt x="582" y="547"/>
                </a:moveTo>
                <a:cubicBezTo>
                  <a:pt x="604" y="520"/>
                  <a:pt x="621" y="490"/>
                  <a:pt x="634" y="457"/>
                </a:cubicBezTo>
                <a:cubicBezTo>
                  <a:pt x="647" y="424"/>
                  <a:pt x="653" y="389"/>
                  <a:pt x="653" y="353"/>
                </a:cubicBezTo>
                <a:cubicBezTo>
                  <a:pt x="653" y="269"/>
                  <a:pt x="624" y="198"/>
                  <a:pt x="566" y="140"/>
                </a:cubicBezTo>
                <a:cubicBezTo>
                  <a:pt x="508" y="82"/>
                  <a:pt x="436" y="53"/>
                  <a:pt x="353" y="53"/>
                </a:cubicBezTo>
                <a:cubicBezTo>
                  <a:pt x="317" y="53"/>
                  <a:pt x="283" y="59"/>
                  <a:pt x="250" y="71"/>
                </a:cubicBezTo>
                <a:cubicBezTo>
                  <a:pt x="217" y="84"/>
                  <a:pt x="187" y="101"/>
                  <a:pt x="159" y="124"/>
                </a:cubicBezTo>
                <a:lnTo>
                  <a:pt x="582" y="547"/>
                </a:lnTo>
                <a:moveTo>
                  <a:pt x="353" y="353"/>
                </a:moveTo>
                <a:lnTo>
                  <a:pt x="353" y="353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305" name=""/>
          <p:cNvSpPr txBox="1"/>
          <p:nvPr/>
        </p:nvSpPr>
        <p:spPr>
          <a:xfrm>
            <a:off x="2600280" y="4694040"/>
            <a:ext cx="114372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事故が起きた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06" name=""/>
          <p:cNvSpPr/>
          <p:nvPr/>
        </p:nvSpPr>
        <p:spPr>
          <a:xfrm>
            <a:off x="5705280" y="5476680"/>
            <a:ext cx="267120" cy="19440"/>
          </a:xfrm>
          <a:custGeom>
            <a:avLst/>
            <a:gdLst/>
            <a:ahLst/>
            <a:rect l="0" t="0" r="r" b="b"/>
            <a:pathLst>
              <a:path w="742" h="54">
                <a:moveTo>
                  <a:pt x="0" y="0"/>
                </a:moveTo>
                <a:lnTo>
                  <a:pt x="742" y="0"/>
                </a:lnTo>
                <a:lnTo>
                  <a:pt x="742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307" name=""/>
          <p:cNvSpPr/>
          <p:nvPr/>
        </p:nvSpPr>
        <p:spPr>
          <a:xfrm>
            <a:off x="5952960" y="5162400"/>
            <a:ext cx="19440" cy="324000"/>
          </a:xfrm>
          <a:custGeom>
            <a:avLst/>
            <a:gdLst/>
            <a:ahLst/>
            <a:rect l="0" t="0" r="r" b="b"/>
            <a:pathLst>
              <a:path w="54" h="900">
                <a:moveTo>
                  <a:pt x="0" y="0"/>
                </a:moveTo>
                <a:lnTo>
                  <a:pt x="54" y="0"/>
                </a:lnTo>
                <a:lnTo>
                  <a:pt x="54" y="900"/>
                </a:lnTo>
                <a:lnTo>
                  <a:pt x="0" y="90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308" name=""/>
          <p:cNvSpPr/>
          <p:nvPr/>
        </p:nvSpPr>
        <p:spPr>
          <a:xfrm>
            <a:off x="5972040" y="4181400"/>
            <a:ext cx="381240" cy="19440"/>
          </a:xfrm>
          <a:custGeom>
            <a:avLst/>
            <a:gdLst/>
            <a:ahLst/>
            <a:rect l="0" t="0" r="r" b="b"/>
            <a:pathLst>
              <a:path w="1059" h="54">
                <a:moveTo>
                  <a:pt x="0" y="0"/>
                </a:moveTo>
                <a:lnTo>
                  <a:pt x="1059" y="0"/>
                </a:lnTo>
                <a:lnTo>
                  <a:pt x="1059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309" name=""/>
          <p:cNvSpPr/>
          <p:nvPr/>
        </p:nvSpPr>
        <p:spPr>
          <a:xfrm>
            <a:off x="6257880" y="4133520"/>
            <a:ext cx="95400" cy="114840"/>
          </a:xfrm>
          <a:custGeom>
            <a:avLst/>
            <a:gdLst/>
            <a:ahLst/>
            <a:rect l="0" t="0" r="r" b="b"/>
            <a:pathLst>
              <a:path w="265" h="319">
                <a:moveTo>
                  <a:pt x="0" y="0"/>
                </a:moveTo>
                <a:lnTo>
                  <a:pt x="0" y="319"/>
                </a:lnTo>
                <a:lnTo>
                  <a:pt x="265" y="16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310" name=""/>
          <p:cNvSpPr/>
          <p:nvPr/>
        </p:nvSpPr>
        <p:spPr>
          <a:xfrm>
            <a:off x="7914960" y="4181400"/>
            <a:ext cx="381600" cy="19440"/>
          </a:xfrm>
          <a:custGeom>
            <a:avLst/>
            <a:gdLst/>
            <a:ahLst/>
            <a:rect l="0" t="0" r="r" b="b"/>
            <a:pathLst>
              <a:path w="1060" h="54">
                <a:moveTo>
                  <a:pt x="0" y="0"/>
                </a:moveTo>
                <a:lnTo>
                  <a:pt x="1060" y="0"/>
                </a:lnTo>
                <a:lnTo>
                  <a:pt x="1060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311" name=""/>
          <p:cNvSpPr/>
          <p:nvPr/>
        </p:nvSpPr>
        <p:spPr>
          <a:xfrm>
            <a:off x="8200800" y="4133520"/>
            <a:ext cx="95760" cy="114840"/>
          </a:xfrm>
          <a:custGeom>
            <a:avLst/>
            <a:gdLst/>
            <a:ahLst/>
            <a:rect l="0" t="0" r="r" b="b"/>
            <a:pathLst>
              <a:path w="266" h="319">
                <a:moveTo>
                  <a:pt x="0" y="0"/>
                </a:moveTo>
                <a:lnTo>
                  <a:pt x="0" y="319"/>
                </a:lnTo>
                <a:lnTo>
                  <a:pt x="266" y="16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312" name=""/>
          <p:cNvSpPr txBox="1"/>
          <p:nvPr/>
        </p:nvSpPr>
        <p:spPr>
          <a:xfrm>
            <a:off x="2600280" y="5341680"/>
            <a:ext cx="28584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残留リスクが大きい構成を始める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13" name=""/>
          <p:cNvSpPr txBox="1"/>
          <p:nvPr/>
        </p:nvSpPr>
        <p:spPr>
          <a:xfrm>
            <a:off x="11413080" y="6442920"/>
            <a:ext cx="1699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16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1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1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17" name=""/>
          <p:cNvSpPr/>
          <p:nvPr/>
        </p:nvSpPr>
        <p:spPr>
          <a:xfrm>
            <a:off x="609480" y="971280"/>
            <a:ext cx="10973160" cy="38520"/>
          </a:xfrm>
          <a:custGeom>
            <a:avLst/>
            <a:gdLst/>
            <a:ahLst/>
            <a:rect l="0" t="0" r="r" b="b"/>
            <a:pathLst>
              <a:path w="30481" h="107">
                <a:moveTo>
                  <a:pt x="0" y="0"/>
                </a:moveTo>
                <a:lnTo>
                  <a:pt x="30481" y="0"/>
                </a:lnTo>
                <a:lnTo>
                  <a:pt x="3048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318" name=""/>
          <p:cNvSpPr txBox="1"/>
          <p:nvPr/>
        </p:nvSpPr>
        <p:spPr>
          <a:xfrm>
            <a:off x="609480" y="392760"/>
            <a:ext cx="4858560" cy="497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27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ご承認いただきたい</a:t>
            </a:r>
            <a:r>
              <a:rPr b="1" lang="ja-JP" sz="2700" spc="-1" strike="noStrike">
                <a:solidFill>
                  <a:srgbClr val="1a1a1a"/>
                </a:solidFill>
                <a:latin typeface="Noto Sans JP"/>
                <a:ea typeface="Noto Sans JP"/>
              </a:rPr>
              <a:t>3</a:t>
            </a:r>
            <a:r>
              <a:rPr b="1" lang="ja-JP" sz="27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つのこと</a:t>
            </a:r>
            <a:endParaRPr b="0" lang="ja-JP" sz="27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19" name=""/>
          <p:cNvSpPr/>
          <p:nvPr/>
        </p:nvSpPr>
        <p:spPr>
          <a:xfrm>
            <a:off x="609480" y="1599840"/>
            <a:ext cx="10973160" cy="4800960"/>
          </a:xfrm>
          <a:custGeom>
            <a:avLst/>
            <a:gdLst/>
            <a:ahLst/>
            <a:rect l="0" t="0" r="r" b="b"/>
            <a:pathLst>
              <a:path w="30481" h="13336">
                <a:moveTo>
                  <a:pt x="0" y="13125"/>
                </a:moveTo>
                <a:lnTo>
                  <a:pt x="0" y="212"/>
                </a:lnTo>
                <a:cubicBezTo>
                  <a:pt x="0" y="198"/>
                  <a:pt x="1" y="185"/>
                  <a:pt x="4" y="171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1" y="118"/>
                  <a:pt x="28" y="106"/>
                  <a:pt x="36" y="95"/>
                </a:cubicBezTo>
                <a:cubicBezTo>
                  <a:pt x="43" y="83"/>
                  <a:pt x="52" y="72"/>
                  <a:pt x="62" y="62"/>
                </a:cubicBezTo>
                <a:cubicBezTo>
                  <a:pt x="72" y="53"/>
                  <a:pt x="82" y="44"/>
                  <a:pt x="94" y="36"/>
                </a:cubicBezTo>
                <a:cubicBezTo>
                  <a:pt x="105" y="28"/>
                  <a:pt x="118" y="22"/>
                  <a:pt x="130" y="17"/>
                </a:cubicBezTo>
                <a:cubicBezTo>
                  <a:pt x="143" y="11"/>
                  <a:pt x="157" y="7"/>
                  <a:pt x="170" y="5"/>
                </a:cubicBezTo>
                <a:cubicBezTo>
                  <a:pt x="184" y="2"/>
                  <a:pt x="198" y="0"/>
                  <a:pt x="211" y="0"/>
                </a:cubicBezTo>
                <a:lnTo>
                  <a:pt x="30269" y="0"/>
                </a:lnTo>
                <a:cubicBezTo>
                  <a:pt x="30283" y="0"/>
                  <a:pt x="30297" y="2"/>
                  <a:pt x="30310" y="5"/>
                </a:cubicBezTo>
                <a:cubicBezTo>
                  <a:pt x="30324" y="7"/>
                  <a:pt x="30337" y="11"/>
                  <a:pt x="30350" y="17"/>
                </a:cubicBezTo>
                <a:cubicBezTo>
                  <a:pt x="30363" y="22"/>
                  <a:pt x="30375" y="28"/>
                  <a:pt x="30387" y="36"/>
                </a:cubicBezTo>
                <a:cubicBezTo>
                  <a:pt x="30398" y="44"/>
                  <a:pt x="30409" y="53"/>
                  <a:pt x="30419" y="62"/>
                </a:cubicBezTo>
                <a:cubicBezTo>
                  <a:pt x="30429" y="72"/>
                  <a:pt x="30437" y="83"/>
                  <a:pt x="30445" y="95"/>
                </a:cubicBezTo>
                <a:cubicBezTo>
                  <a:pt x="30453" y="106"/>
                  <a:pt x="30459" y="118"/>
                  <a:pt x="30465" y="131"/>
                </a:cubicBezTo>
                <a:cubicBezTo>
                  <a:pt x="30470" y="144"/>
                  <a:pt x="30474" y="157"/>
                  <a:pt x="30477" y="171"/>
                </a:cubicBezTo>
                <a:cubicBezTo>
                  <a:pt x="30479" y="185"/>
                  <a:pt x="30481" y="198"/>
                  <a:pt x="30481" y="212"/>
                </a:cubicBezTo>
                <a:lnTo>
                  <a:pt x="30481" y="13125"/>
                </a:lnTo>
                <a:cubicBezTo>
                  <a:pt x="30481" y="13139"/>
                  <a:pt x="30479" y="13152"/>
                  <a:pt x="30477" y="13166"/>
                </a:cubicBezTo>
                <a:cubicBezTo>
                  <a:pt x="30474" y="13180"/>
                  <a:pt x="30470" y="13193"/>
                  <a:pt x="30465" y="13206"/>
                </a:cubicBezTo>
                <a:cubicBezTo>
                  <a:pt x="30459" y="13219"/>
                  <a:pt x="30453" y="13231"/>
                  <a:pt x="30445" y="13242"/>
                </a:cubicBezTo>
                <a:cubicBezTo>
                  <a:pt x="30437" y="13254"/>
                  <a:pt x="30429" y="13265"/>
                  <a:pt x="30419" y="13275"/>
                </a:cubicBezTo>
                <a:cubicBezTo>
                  <a:pt x="30409" y="13284"/>
                  <a:pt x="30398" y="13293"/>
                  <a:pt x="30387" y="13301"/>
                </a:cubicBezTo>
                <a:cubicBezTo>
                  <a:pt x="30375" y="13309"/>
                  <a:pt x="30363" y="13315"/>
                  <a:pt x="30350" y="13320"/>
                </a:cubicBezTo>
                <a:cubicBezTo>
                  <a:pt x="30337" y="13326"/>
                  <a:pt x="30324" y="13330"/>
                  <a:pt x="30310" y="13332"/>
                </a:cubicBezTo>
                <a:cubicBezTo>
                  <a:pt x="30297" y="13335"/>
                  <a:pt x="30283" y="13336"/>
                  <a:pt x="30269" y="13336"/>
                </a:cubicBezTo>
                <a:lnTo>
                  <a:pt x="211" y="13336"/>
                </a:lnTo>
                <a:cubicBezTo>
                  <a:pt x="198" y="13336"/>
                  <a:pt x="184" y="13335"/>
                  <a:pt x="170" y="13332"/>
                </a:cubicBezTo>
                <a:cubicBezTo>
                  <a:pt x="157" y="13330"/>
                  <a:pt x="143" y="13326"/>
                  <a:pt x="130" y="13320"/>
                </a:cubicBezTo>
                <a:cubicBezTo>
                  <a:pt x="118" y="13315"/>
                  <a:pt x="105" y="13309"/>
                  <a:pt x="94" y="13301"/>
                </a:cubicBezTo>
                <a:cubicBezTo>
                  <a:pt x="82" y="13293"/>
                  <a:pt x="72" y="13284"/>
                  <a:pt x="62" y="13275"/>
                </a:cubicBezTo>
                <a:cubicBezTo>
                  <a:pt x="52" y="13265"/>
                  <a:pt x="43" y="13254"/>
                  <a:pt x="36" y="13242"/>
                </a:cubicBezTo>
                <a:cubicBezTo>
                  <a:pt x="28" y="13231"/>
                  <a:pt x="21" y="13219"/>
                  <a:pt x="16" y="13206"/>
                </a:cubicBezTo>
                <a:cubicBezTo>
                  <a:pt x="11" y="13193"/>
                  <a:pt x="7" y="13180"/>
                  <a:pt x="4" y="13166"/>
                </a:cubicBezTo>
                <a:cubicBezTo>
                  <a:pt x="1" y="13152"/>
                  <a:pt x="0" y="13139"/>
                  <a:pt x="0" y="13125"/>
                </a:cubicBezTo>
                <a:close/>
              </a:path>
            </a:pathLst>
          </a:custGeom>
          <a:solidFill>
            <a:srgbClr val="e8f1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20" name=""/>
          <p:cNvSpPr txBox="1"/>
          <p:nvPr/>
        </p:nvSpPr>
        <p:spPr>
          <a:xfrm>
            <a:off x="609480" y="1090800"/>
            <a:ext cx="511236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計画を運用に移すには、</a:t>
            </a:r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3</a:t>
            </a:r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つの承認が要る</a:t>
            </a:r>
            <a:endParaRPr b="0" lang="ja-JP" sz="21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21" name=""/>
          <p:cNvSpPr/>
          <p:nvPr/>
        </p:nvSpPr>
        <p:spPr>
          <a:xfrm>
            <a:off x="1190520" y="2933640"/>
            <a:ext cx="2857680" cy="495360"/>
          </a:xfrm>
          <a:custGeom>
            <a:avLst/>
            <a:gdLst/>
            <a:ahLst/>
            <a:rect l="0" t="0" r="r" b="b"/>
            <a:pathLst>
              <a:path w="7938" h="1376">
                <a:moveTo>
                  <a:pt x="0" y="0"/>
                </a:moveTo>
                <a:lnTo>
                  <a:pt x="7938" y="0"/>
                </a:lnTo>
                <a:lnTo>
                  <a:pt x="7938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22" name=""/>
          <p:cNvSpPr/>
          <p:nvPr/>
        </p:nvSpPr>
        <p:spPr>
          <a:xfrm>
            <a:off x="4047840" y="2933640"/>
            <a:ext cx="2381760" cy="495360"/>
          </a:xfrm>
          <a:custGeom>
            <a:avLst/>
            <a:gdLst/>
            <a:ahLst/>
            <a:rect l="0" t="0" r="r" b="b"/>
            <a:pathLst>
              <a:path w="6616" h="1376">
                <a:moveTo>
                  <a:pt x="0" y="0"/>
                </a:moveTo>
                <a:lnTo>
                  <a:pt x="6616" y="0"/>
                </a:lnTo>
                <a:lnTo>
                  <a:pt x="6616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23" name=""/>
          <p:cNvSpPr/>
          <p:nvPr/>
        </p:nvSpPr>
        <p:spPr>
          <a:xfrm>
            <a:off x="6429240" y="2933640"/>
            <a:ext cx="2381400" cy="495360"/>
          </a:xfrm>
          <a:custGeom>
            <a:avLst/>
            <a:gdLst/>
            <a:ahLst/>
            <a:rect l="0" t="0" r="r" b="b"/>
            <a:pathLst>
              <a:path w="6615" h="1376">
                <a:moveTo>
                  <a:pt x="0" y="0"/>
                </a:moveTo>
                <a:lnTo>
                  <a:pt x="6615" y="0"/>
                </a:lnTo>
                <a:lnTo>
                  <a:pt x="6615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24" name=""/>
          <p:cNvSpPr/>
          <p:nvPr/>
        </p:nvSpPr>
        <p:spPr>
          <a:xfrm>
            <a:off x="8810280" y="2933640"/>
            <a:ext cx="2191320" cy="495360"/>
          </a:xfrm>
          <a:custGeom>
            <a:avLst/>
            <a:gdLst/>
            <a:ahLst/>
            <a:rect l="0" t="0" r="r" b="b"/>
            <a:pathLst>
              <a:path w="6087" h="1376">
                <a:moveTo>
                  <a:pt x="0" y="0"/>
                </a:moveTo>
                <a:lnTo>
                  <a:pt x="6087" y="0"/>
                </a:lnTo>
                <a:lnTo>
                  <a:pt x="6087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25" name=""/>
          <p:cNvSpPr/>
          <p:nvPr/>
        </p:nvSpPr>
        <p:spPr>
          <a:xfrm>
            <a:off x="1190520" y="3428640"/>
            <a:ext cx="2857680" cy="762480"/>
          </a:xfrm>
          <a:custGeom>
            <a:avLst/>
            <a:gdLst/>
            <a:ahLst/>
            <a:rect l="0" t="0" r="r" b="b"/>
            <a:pathLst>
              <a:path w="7938" h="2118">
                <a:moveTo>
                  <a:pt x="0" y="0"/>
                </a:moveTo>
                <a:lnTo>
                  <a:pt x="7938" y="0"/>
                </a:lnTo>
                <a:lnTo>
                  <a:pt x="7938" y="2118"/>
                </a:lnTo>
                <a:lnTo>
                  <a:pt x="0" y="21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26" name=""/>
          <p:cNvSpPr/>
          <p:nvPr/>
        </p:nvSpPr>
        <p:spPr>
          <a:xfrm>
            <a:off x="4047840" y="3428640"/>
            <a:ext cx="2381760" cy="762480"/>
          </a:xfrm>
          <a:custGeom>
            <a:avLst/>
            <a:gdLst/>
            <a:ahLst/>
            <a:rect l="0" t="0" r="r" b="b"/>
            <a:pathLst>
              <a:path w="6616" h="2118">
                <a:moveTo>
                  <a:pt x="0" y="0"/>
                </a:moveTo>
                <a:lnTo>
                  <a:pt x="6616" y="0"/>
                </a:lnTo>
                <a:lnTo>
                  <a:pt x="6616" y="2118"/>
                </a:lnTo>
                <a:lnTo>
                  <a:pt x="0" y="21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27" name=""/>
          <p:cNvSpPr/>
          <p:nvPr/>
        </p:nvSpPr>
        <p:spPr>
          <a:xfrm>
            <a:off x="6429240" y="3428640"/>
            <a:ext cx="2381400" cy="762480"/>
          </a:xfrm>
          <a:custGeom>
            <a:avLst/>
            <a:gdLst/>
            <a:ahLst/>
            <a:rect l="0" t="0" r="r" b="b"/>
            <a:pathLst>
              <a:path w="6615" h="2118">
                <a:moveTo>
                  <a:pt x="0" y="0"/>
                </a:moveTo>
                <a:lnTo>
                  <a:pt x="6615" y="0"/>
                </a:lnTo>
                <a:lnTo>
                  <a:pt x="6615" y="2118"/>
                </a:lnTo>
                <a:lnTo>
                  <a:pt x="0" y="21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28" name=""/>
          <p:cNvSpPr/>
          <p:nvPr/>
        </p:nvSpPr>
        <p:spPr>
          <a:xfrm>
            <a:off x="8810280" y="3428640"/>
            <a:ext cx="2191320" cy="762480"/>
          </a:xfrm>
          <a:custGeom>
            <a:avLst/>
            <a:gdLst/>
            <a:ahLst/>
            <a:rect l="0" t="0" r="r" b="b"/>
            <a:pathLst>
              <a:path w="6087" h="2118">
                <a:moveTo>
                  <a:pt x="0" y="0"/>
                </a:moveTo>
                <a:lnTo>
                  <a:pt x="6087" y="0"/>
                </a:lnTo>
                <a:lnTo>
                  <a:pt x="6087" y="2118"/>
                </a:lnTo>
                <a:lnTo>
                  <a:pt x="0" y="21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29" name=""/>
          <p:cNvSpPr/>
          <p:nvPr/>
        </p:nvSpPr>
        <p:spPr>
          <a:xfrm>
            <a:off x="1190520" y="4190760"/>
            <a:ext cx="2857680" cy="505080"/>
          </a:xfrm>
          <a:custGeom>
            <a:avLst/>
            <a:gdLst/>
            <a:ahLst/>
            <a:rect l="0" t="0" r="r" b="b"/>
            <a:pathLst>
              <a:path w="7938" h="1403">
                <a:moveTo>
                  <a:pt x="0" y="0"/>
                </a:moveTo>
                <a:lnTo>
                  <a:pt x="7938" y="0"/>
                </a:lnTo>
                <a:lnTo>
                  <a:pt x="7938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30" name=""/>
          <p:cNvSpPr/>
          <p:nvPr/>
        </p:nvSpPr>
        <p:spPr>
          <a:xfrm>
            <a:off x="4047840" y="4190760"/>
            <a:ext cx="2381760" cy="505080"/>
          </a:xfrm>
          <a:custGeom>
            <a:avLst/>
            <a:gdLst/>
            <a:ahLst/>
            <a:rect l="0" t="0" r="r" b="b"/>
            <a:pathLst>
              <a:path w="6616" h="1403">
                <a:moveTo>
                  <a:pt x="0" y="0"/>
                </a:moveTo>
                <a:lnTo>
                  <a:pt x="6616" y="0"/>
                </a:lnTo>
                <a:lnTo>
                  <a:pt x="6616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31" name=""/>
          <p:cNvSpPr/>
          <p:nvPr/>
        </p:nvSpPr>
        <p:spPr>
          <a:xfrm>
            <a:off x="6429240" y="4190760"/>
            <a:ext cx="2381400" cy="505080"/>
          </a:xfrm>
          <a:custGeom>
            <a:avLst/>
            <a:gdLst/>
            <a:ahLst/>
            <a:rect l="0" t="0" r="r" b="b"/>
            <a:pathLst>
              <a:path w="6615" h="1403">
                <a:moveTo>
                  <a:pt x="0" y="0"/>
                </a:moveTo>
                <a:lnTo>
                  <a:pt x="6615" y="0"/>
                </a:lnTo>
                <a:lnTo>
                  <a:pt x="6615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32" name=""/>
          <p:cNvSpPr/>
          <p:nvPr/>
        </p:nvSpPr>
        <p:spPr>
          <a:xfrm>
            <a:off x="8810280" y="4190760"/>
            <a:ext cx="2191320" cy="505080"/>
          </a:xfrm>
          <a:custGeom>
            <a:avLst/>
            <a:gdLst/>
            <a:ahLst/>
            <a:rect l="0" t="0" r="r" b="b"/>
            <a:pathLst>
              <a:path w="6087" h="1403">
                <a:moveTo>
                  <a:pt x="0" y="0"/>
                </a:moveTo>
                <a:lnTo>
                  <a:pt x="6087" y="0"/>
                </a:lnTo>
                <a:lnTo>
                  <a:pt x="6087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33" name=""/>
          <p:cNvSpPr/>
          <p:nvPr/>
        </p:nvSpPr>
        <p:spPr>
          <a:xfrm>
            <a:off x="1190520" y="4695480"/>
            <a:ext cx="2857680" cy="753120"/>
          </a:xfrm>
          <a:custGeom>
            <a:avLst/>
            <a:gdLst/>
            <a:ahLst/>
            <a:rect l="0" t="0" r="r" b="b"/>
            <a:pathLst>
              <a:path w="7938" h="2092">
                <a:moveTo>
                  <a:pt x="0" y="0"/>
                </a:moveTo>
                <a:lnTo>
                  <a:pt x="7938" y="0"/>
                </a:lnTo>
                <a:lnTo>
                  <a:pt x="7938" y="2092"/>
                </a:lnTo>
                <a:lnTo>
                  <a:pt x="0" y="20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34" name=""/>
          <p:cNvSpPr/>
          <p:nvPr/>
        </p:nvSpPr>
        <p:spPr>
          <a:xfrm>
            <a:off x="4047840" y="4695480"/>
            <a:ext cx="2381760" cy="753120"/>
          </a:xfrm>
          <a:custGeom>
            <a:avLst/>
            <a:gdLst/>
            <a:ahLst/>
            <a:rect l="0" t="0" r="r" b="b"/>
            <a:pathLst>
              <a:path w="6616" h="2092">
                <a:moveTo>
                  <a:pt x="0" y="0"/>
                </a:moveTo>
                <a:lnTo>
                  <a:pt x="6616" y="0"/>
                </a:lnTo>
                <a:lnTo>
                  <a:pt x="6616" y="2092"/>
                </a:lnTo>
                <a:lnTo>
                  <a:pt x="0" y="20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35" name=""/>
          <p:cNvSpPr/>
          <p:nvPr/>
        </p:nvSpPr>
        <p:spPr>
          <a:xfrm>
            <a:off x="6429240" y="4695480"/>
            <a:ext cx="2381400" cy="753120"/>
          </a:xfrm>
          <a:custGeom>
            <a:avLst/>
            <a:gdLst/>
            <a:ahLst/>
            <a:rect l="0" t="0" r="r" b="b"/>
            <a:pathLst>
              <a:path w="6615" h="2092">
                <a:moveTo>
                  <a:pt x="0" y="0"/>
                </a:moveTo>
                <a:lnTo>
                  <a:pt x="6615" y="0"/>
                </a:lnTo>
                <a:lnTo>
                  <a:pt x="6615" y="2092"/>
                </a:lnTo>
                <a:lnTo>
                  <a:pt x="0" y="20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36" name=""/>
          <p:cNvSpPr/>
          <p:nvPr/>
        </p:nvSpPr>
        <p:spPr>
          <a:xfrm>
            <a:off x="8810280" y="4695480"/>
            <a:ext cx="2191320" cy="753120"/>
          </a:xfrm>
          <a:custGeom>
            <a:avLst/>
            <a:gdLst/>
            <a:ahLst/>
            <a:rect l="0" t="0" r="r" b="b"/>
            <a:pathLst>
              <a:path w="6087" h="2092">
                <a:moveTo>
                  <a:pt x="0" y="0"/>
                </a:moveTo>
                <a:lnTo>
                  <a:pt x="6087" y="0"/>
                </a:lnTo>
                <a:lnTo>
                  <a:pt x="6087" y="2092"/>
                </a:lnTo>
                <a:lnTo>
                  <a:pt x="0" y="20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37" name=""/>
          <p:cNvSpPr/>
          <p:nvPr/>
        </p:nvSpPr>
        <p:spPr>
          <a:xfrm>
            <a:off x="1190520" y="3419280"/>
            <a:ext cx="2857680" cy="19440"/>
          </a:xfrm>
          <a:custGeom>
            <a:avLst/>
            <a:gdLst/>
            <a:ahLst/>
            <a:rect l="0" t="0" r="r" b="b"/>
            <a:pathLst>
              <a:path w="7938" h="54">
                <a:moveTo>
                  <a:pt x="0" y="0"/>
                </a:moveTo>
                <a:lnTo>
                  <a:pt x="7938" y="0"/>
                </a:lnTo>
                <a:lnTo>
                  <a:pt x="7938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338" name=""/>
          <p:cNvSpPr/>
          <p:nvPr/>
        </p:nvSpPr>
        <p:spPr>
          <a:xfrm>
            <a:off x="4047840" y="3419280"/>
            <a:ext cx="2381760" cy="19440"/>
          </a:xfrm>
          <a:custGeom>
            <a:avLst/>
            <a:gdLst/>
            <a:ahLst/>
            <a:rect l="0" t="0" r="r" b="b"/>
            <a:pathLst>
              <a:path w="6616" h="54">
                <a:moveTo>
                  <a:pt x="0" y="0"/>
                </a:moveTo>
                <a:lnTo>
                  <a:pt x="6616" y="0"/>
                </a:lnTo>
                <a:lnTo>
                  <a:pt x="6616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339" name=""/>
          <p:cNvSpPr/>
          <p:nvPr/>
        </p:nvSpPr>
        <p:spPr>
          <a:xfrm>
            <a:off x="6429240" y="3419280"/>
            <a:ext cx="2381400" cy="19440"/>
          </a:xfrm>
          <a:custGeom>
            <a:avLst/>
            <a:gdLst/>
            <a:ahLst/>
            <a:rect l="0" t="0" r="r" b="b"/>
            <a:pathLst>
              <a:path w="6615" h="54">
                <a:moveTo>
                  <a:pt x="0" y="0"/>
                </a:moveTo>
                <a:lnTo>
                  <a:pt x="6615" y="0"/>
                </a:lnTo>
                <a:lnTo>
                  <a:pt x="6615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340" name=""/>
          <p:cNvSpPr/>
          <p:nvPr/>
        </p:nvSpPr>
        <p:spPr>
          <a:xfrm>
            <a:off x="8810280" y="3419280"/>
            <a:ext cx="2191320" cy="19440"/>
          </a:xfrm>
          <a:custGeom>
            <a:avLst/>
            <a:gdLst/>
            <a:ahLst/>
            <a:rect l="0" t="0" r="r" b="b"/>
            <a:pathLst>
              <a:path w="6087" h="54">
                <a:moveTo>
                  <a:pt x="0" y="0"/>
                </a:moveTo>
                <a:lnTo>
                  <a:pt x="6087" y="0"/>
                </a:lnTo>
                <a:lnTo>
                  <a:pt x="6087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341" name=""/>
          <p:cNvSpPr/>
          <p:nvPr/>
        </p:nvSpPr>
        <p:spPr>
          <a:xfrm>
            <a:off x="1190520" y="4181400"/>
            <a:ext cx="2857680" cy="9720"/>
          </a:xfrm>
          <a:custGeom>
            <a:avLst/>
            <a:gdLst/>
            <a:ahLst/>
            <a:rect l="0" t="0" r="r" b="b"/>
            <a:pathLst>
              <a:path w="7938" h="27">
                <a:moveTo>
                  <a:pt x="0" y="0"/>
                </a:moveTo>
                <a:lnTo>
                  <a:pt x="7938" y="0"/>
                </a:lnTo>
                <a:lnTo>
                  <a:pt x="793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42" name=""/>
          <p:cNvSpPr/>
          <p:nvPr/>
        </p:nvSpPr>
        <p:spPr>
          <a:xfrm>
            <a:off x="4047840" y="4181400"/>
            <a:ext cx="2381760" cy="9720"/>
          </a:xfrm>
          <a:custGeom>
            <a:avLst/>
            <a:gdLst/>
            <a:ahLst/>
            <a:rect l="0" t="0" r="r" b="b"/>
            <a:pathLst>
              <a:path w="6616" h="27">
                <a:moveTo>
                  <a:pt x="0" y="0"/>
                </a:moveTo>
                <a:lnTo>
                  <a:pt x="6616" y="0"/>
                </a:lnTo>
                <a:lnTo>
                  <a:pt x="661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43" name=""/>
          <p:cNvSpPr/>
          <p:nvPr/>
        </p:nvSpPr>
        <p:spPr>
          <a:xfrm>
            <a:off x="6429240" y="4181400"/>
            <a:ext cx="2381400" cy="9720"/>
          </a:xfrm>
          <a:custGeom>
            <a:avLst/>
            <a:gdLst/>
            <a:ahLst/>
            <a:rect l="0" t="0" r="r" b="b"/>
            <a:pathLst>
              <a:path w="6615" h="27">
                <a:moveTo>
                  <a:pt x="0" y="0"/>
                </a:moveTo>
                <a:lnTo>
                  <a:pt x="6615" y="0"/>
                </a:lnTo>
                <a:lnTo>
                  <a:pt x="661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44" name=""/>
          <p:cNvSpPr/>
          <p:nvPr/>
        </p:nvSpPr>
        <p:spPr>
          <a:xfrm>
            <a:off x="8810280" y="4181400"/>
            <a:ext cx="2191320" cy="9720"/>
          </a:xfrm>
          <a:custGeom>
            <a:avLst/>
            <a:gdLst/>
            <a:ahLst/>
            <a:rect l="0" t="0" r="r" b="b"/>
            <a:pathLst>
              <a:path w="6087" h="27">
                <a:moveTo>
                  <a:pt x="0" y="0"/>
                </a:moveTo>
                <a:lnTo>
                  <a:pt x="6087" y="0"/>
                </a:lnTo>
                <a:lnTo>
                  <a:pt x="608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45" name=""/>
          <p:cNvSpPr/>
          <p:nvPr/>
        </p:nvSpPr>
        <p:spPr>
          <a:xfrm>
            <a:off x="1190520" y="4686120"/>
            <a:ext cx="2857680" cy="9720"/>
          </a:xfrm>
          <a:custGeom>
            <a:avLst/>
            <a:gdLst/>
            <a:ahLst/>
            <a:rect l="0" t="0" r="r" b="b"/>
            <a:pathLst>
              <a:path w="7938" h="27">
                <a:moveTo>
                  <a:pt x="0" y="0"/>
                </a:moveTo>
                <a:lnTo>
                  <a:pt x="7938" y="0"/>
                </a:lnTo>
                <a:lnTo>
                  <a:pt x="793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46" name=""/>
          <p:cNvSpPr/>
          <p:nvPr/>
        </p:nvSpPr>
        <p:spPr>
          <a:xfrm>
            <a:off x="4047840" y="4686120"/>
            <a:ext cx="2381760" cy="9720"/>
          </a:xfrm>
          <a:custGeom>
            <a:avLst/>
            <a:gdLst/>
            <a:ahLst/>
            <a:rect l="0" t="0" r="r" b="b"/>
            <a:pathLst>
              <a:path w="6616" h="27">
                <a:moveTo>
                  <a:pt x="0" y="0"/>
                </a:moveTo>
                <a:lnTo>
                  <a:pt x="6616" y="0"/>
                </a:lnTo>
                <a:lnTo>
                  <a:pt x="661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47" name=""/>
          <p:cNvSpPr/>
          <p:nvPr/>
        </p:nvSpPr>
        <p:spPr>
          <a:xfrm>
            <a:off x="6429240" y="4686120"/>
            <a:ext cx="2381400" cy="9720"/>
          </a:xfrm>
          <a:custGeom>
            <a:avLst/>
            <a:gdLst/>
            <a:ahLst/>
            <a:rect l="0" t="0" r="r" b="b"/>
            <a:pathLst>
              <a:path w="6615" h="27">
                <a:moveTo>
                  <a:pt x="0" y="0"/>
                </a:moveTo>
                <a:lnTo>
                  <a:pt x="6615" y="0"/>
                </a:lnTo>
                <a:lnTo>
                  <a:pt x="661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48" name=""/>
          <p:cNvSpPr/>
          <p:nvPr/>
        </p:nvSpPr>
        <p:spPr>
          <a:xfrm>
            <a:off x="8810280" y="4686120"/>
            <a:ext cx="2191320" cy="9720"/>
          </a:xfrm>
          <a:custGeom>
            <a:avLst/>
            <a:gdLst/>
            <a:ahLst/>
            <a:rect l="0" t="0" r="r" b="b"/>
            <a:pathLst>
              <a:path w="6087" h="27">
                <a:moveTo>
                  <a:pt x="0" y="0"/>
                </a:moveTo>
                <a:lnTo>
                  <a:pt x="6087" y="0"/>
                </a:lnTo>
                <a:lnTo>
                  <a:pt x="608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49" name=""/>
          <p:cNvSpPr/>
          <p:nvPr/>
        </p:nvSpPr>
        <p:spPr>
          <a:xfrm>
            <a:off x="1190520" y="5438520"/>
            <a:ext cx="2857680" cy="10080"/>
          </a:xfrm>
          <a:custGeom>
            <a:avLst/>
            <a:gdLst/>
            <a:ahLst/>
            <a:rect l="0" t="0" r="r" b="b"/>
            <a:pathLst>
              <a:path w="7938" h="28">
                <a:moveTo>
                  <a:pt x="0" y="0"/>
                </a:moveTo>
                <a:lnTo>
                  <a:pt x="7938" y="0"/>
                </a:lnTo>
                <a:lnTo>
                  <a:pt x="793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50" name=""/>
          <p:cNvSpPr/>
          <p:nvPr/>
        </p:nvSpPr>
        <p:spPr>
          <a:xfrm>
            <a:off x="4047840" y="5438520"/>
            <a:ext cx="2381760" cy="10080"/>
          </a:xfrm>
          <a:custGeom>
            <a:avLst/>
            <a:gdLst/>
            <a:ahLst/>
            <a:rect l="0" t="0" r="r" b="b"/>
            <a:pathLst>
              <a:path w="6616" h="28">
                <a:moveTo>
                  <a:pt x="0" y="0"/>
                </a:moveTo>
                <a:lnTo>
                  <a:pt x="6616" y="0"/>
                </a:lnTo>
                <a:lnTo>
                  <a:pt x="661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51" name=""/>
          <p:cNvSpPr/>
          <p:nvPr/>
        </p:nvSpPr>
        <p:spPr>
          <a:xfrm>
            <a:off x="6429240" y="5438520"/>
            <a:ext cx="2381400" cy="10080"/>
          </a:xfrm>
          <a:custGeom>
            <a:avLst/>
            <a:gdLst/>
            <a:ahLst/>
            <a:rect l="0" t="0" r="r" b="b"/>
            <a:pathLst>
              <a:path w="6615" h="28">
                <a:moveTo>
                  <a:pt x="0" y="0"/>
                </a:moveTo>
                <a:lnTo>
                  <a:pt x="6615" y="0"/>
                </a:lnTo>
                <a:lnTo>
                  <a:pt x="661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52" name=""/>
          <p:cNvSpPr/>
          <p:nvPr/>
        </p:nvSpPr>
        <p:spPr>
          <a:xfrm>
            <a:off x="8810280" y="5438520"/>
            <a:ext cx="2191320" cy="10080"/>
          </a:xfrm>
          <a:custGeom>
            <a:avLst/>
            <a:gdLst/>
            <a:ahLst/>
            <a:rect l="0" t="0" r="r" b="b"/>
            <a:pathLst>
              <a:path w="6087" h="28">
                <a:moveTo>
                  <a:pt x="0" y="0"/>
                </a:moveTo>
                <a:lnTo>
                  <a:pt x="6087" y="0"/>
                </a:lnTo>
                <a:lnTo>
                  <a:pt x="608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53" name=""/>
          <p:cNvSpPr txBox="1"/>
          <p:nvPr/>
        </p:nvSpPr>
        <p:spPr>
          <a:xfrm>
            <a:off x="799920" y="1716120"/>
            <a:ext cx="4353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3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つのうち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2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つはリスク所有者が承認する</a:t>
            </a:r>
            <a:endParaRPr b="0" lang="ja-JP" sz="18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54" name=""/>
          <p:cNvSpPr txBox="1"/>
          <p:nvPr/>
        </p:nvSpPr>
        <p:spPr>
          <a:xfrm>
            <a:off x="1305000" y="3049200"/>
            <a:ext cx="102492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承認すること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55" name=""/>
          <p:cNvSpPr txBox="1"/>
          <p:nvPr/>
        </p:nvSpPr>
        <p:spPr>
          <a:xfrm>
            <a:off x="4162320" y="3049200"/>
            <a:ext cx="85428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承認する人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56" name=""/>
          <p:cNvSpPr txBox="1"/>
          <p:nvPr/>
        </p:nvSpPr>
        <p:spPr>
          <a:xfrm>
            <a:off x="6543720" y="3049200"/>
            <a:ext cx="6836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残す記録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57" name=""/>
          <p:cNvSpPr/>
          <p:nvPr/>
        </p:nvSpPr>
        <p:spPr>
          <a:xfrm>
            <a:off x="1349280" y="3698640"/>
            <a:ext cx="178200" cy="222840"/>
          </a:xfrm>
          <a:custGeom>
            <a:avLst/>
            <a:gdLst/>
            <a:ahLst/>
            <a:rect l="0" t="0" r="r" b="b"/>
            <a:pathLst>
              <a:path w="495" h="619">
                <a:moveTo>
                  <a:pt x="0" y="619"/>
                </a:moveTo>
                <a:lnTo>
                  <a:pt x="0" y="417"/>
                </a:lnTo>
                <a:cubicBezTo>
                  <a:pt x="0" y="405"/>
                  <a:pt x="4" y="394"/>
                  <a:pt x="14" y="384"/>
                </a:cubicBezTo>
                <a:cubicBezTo>
                  <a:pt x="23" y="375"/>
                  <a:pt x="34" y="371"/>
                  <a:pt x="46" y="371"/>
                </a:cubicBezTo>
                <a:lnTo>
                  <a:pt x="448" y="371"/>
                </a:lnTo>
                <a:cubicBezTo>
                  <a:pt x="461" y="371"/>
                  <a:pt x="472" y="375"/>
                  <a:pt x="481" y="384"/>
                </a:cubicBezTo>
                <a:cubicBezTo>
                  <a:pt x="490" y="394"/>
                  <a:pt x="495" y="405"/>
                  <a:pt x="495" y="417"/>
                </a:cubicBezTo>
                <a:lnTo>
                  <a:pt x="495" y="619"/>
                </a:lnTo>
                <a:lnTo>
                  <a:pt x="0" y="619"/>
                </a:lnTo>
                <a:moveTo>
                  <a:pt x="46" y="494"/>
                </a:moveTo>
                <a:lnTo>
                  <a:pt x="448" y="494"/>
                </a:lnTo>
                <a:lnTo>
                  <a:pt x="448" y="417"/>
                </a:lnTo>
                <a:lnTo>
                  <a:pt x="46" y="417"/>
                </a:lnTo>
                <a:lnTo>
                  <a:pt x="46" y="494"/>
                </a:lnTo>
                <a:moveTo>
                  <a:pt x="247" y="371"/>
                </a:moveTo>
                <a:lnTo>
                  <a:pt x="93" y="154"/>
                </a:lnTo>
                <a:cubicBezTo>
                  <a:pt x="93" y="112"/>
                  <a:pt x="108" y="75"/>
                  <a:pt x="138" y="45"/>
                </a:cubicBezTo>
                <a:cubicBezTo>
                  <a:pt x="168" y="15"/>
                  <a:pt x="204" y="0"/>
                  <a:pt x="247" y="0"/>
                </a:cubicBezTo>
                <a:cubicBezTo>
                  <a:pt x="289" y="0"/>
                  <a:pt x="325" y="15"/>
                  <a:pt x="355" y="45"/>
                </a:cubicBezTo>
                <a:cubicBezTo>
                  <a:pt x="385" y="75"/>
                  <a:pt x="400" y="112"/>
                  <a:pt x="400" y="154"/>
                </a:cubicBezTo>
                <a:lnTo>
                  <a:pt x="247" y="371"/>
                </a:lnTo>
                <a:moveTo>
                  <a:pt x="247" y="310"/>
                </a:moveTo>
                <a:lnTo>
                  <a:pt x="354" y="154"/>
                </a:lnTo>
                <a:cubicBezTo>
                  <a:pt x="354" y="124"/>
                  <a:pt x="344" y="99"/>
                  <a:pt x="323" y="78"/>
                </a:cubicBezTo>
                <a:cubicBezTo>
                  <a:pt x="302" y="57"/>
                  <a:pt x="276" y="46"/>
                  <a:pt x="247" y="46"/>
                </a:cubicBezTo>
                <a:cubicBezTo>
                  <a:pt x="217" y="46"/>
                  <a:pt x="192" y="57"/>
                  <a:pt x="171" y="78"/>
                </a:cubicBezTo>
                <a:cubicBezTo>
                  <a:pt x="150" y="99"/>
                  <a:pt x="139" y="124"/>
                  <a:pt x="139" y="154"/>
                </a:cubicBezTo>
                <a:lnTo>
                  <a:pt x="247" y="310"/>
                </a:lnTo>
                <a:moveTo>
                  <a:pt x="247" y="178"/>
                </a:moveTo>
                <a:lnTo>
                  <a:pt x="247" y="178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358" name=""/>
          <p:cNvSpPr txBox="1"/>
          <p:nvPr/>
        </p:nvSpPr>
        <p:spPr>
          <a:xfrm>
            <a:off x="8924760" y="3049200"/>
            <a:ext cx="11955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根拠のスライド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59" name=""/>
          <p:cNvSpPr txBox="1"/>
          <p:nvPr/>
        </p:nvSpPr>
        <p:spPr>
          <a:xfrm>
            <a:off x="1647720" y="3687480"/>
            <a:ext cx="13662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リスク対応の内容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60" name=""/>
          <p:cNvSpPr txBox="1"/>
          <p:nvPr/>
        </p:nvSpPr>
        <p:spPr>
          <a:xfrm>
            <a:off x="4162320" y="3687480"/>
            <a:ext cx="102492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リスク所有者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61" name=""/>
          <p:cNvSpPr txBox="1"/>
          <p:nvPr/>
        </p:nvSpPr>
        <p:spPr>
          <a:xfrm>
            <a:off x="6543720" y="3687480"/>
            <a:ext cx="11955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リスク対応計画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62" name=""/>
          <p:cNvSpPr txBox="1"/>
          <p:nvPr/>
        </p:nvSpPr>
        <p:spPr>
          <a:xfrm>
            <a:off x="8924760" y="3553920"/>
            <a:ext cx="13662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リスク対応の選択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63" name=""/>
          <p:cNvSpPr/>
          <p:nvPr/>
        </p:nvSpPr>
        <p:spPr>
          <a:xfrm>
            <a:off x="1349280" y="4327200"/>
            <a:ext cx="178200" cy="222840"/>
          </a:xfrm>
          <a:custGeom>
            <a:avLst/>
            <a:gdLst/>
            <a:ahLst/>
            <a:rect l="0" t="0" r="r" b="b"/>
            <a:pathLst>
              <a:path w="495" h="619">
                <a:moveTo>
                  <a:pt x="0" y="619"/>
                </a:moveTo>
                <a:lnTo>
                  <a:pt x="0" y="418"/>
                </a:lnTo>
                <a:cubicBezTo>
                  <a:pt x="0" y="406"/>
                  <a:pt x="4" y="395"/>
                  <a:pt x="14" y="386"/>
                </a:cubicBezTo>
                <a:cubicBezTo>
                  <a:pt x="23" y="376"/>
                  <a:pt x="34" y="372"/>
                  <a:pt x="46" y="372"/>
                </a:cubicBezTo>
                <a:lnTo>
                  <a:pt x="448" y="372"/>
                </a:lnTo>
                <a:cubicBezTo>
                  <a:pt x="461" y="372"/>
                  <a:pt x="472" y="376"/>
                  <a:pt x="481" y="386"/>
                </a:cubicBezTo>
                <a:cubicBezTo>
                  <a:pt x="490" y="395"/>
                  <a:pt x="495" y="406"/>
                  <a:pt x="495" y="418"/>
                </a:cubicBezTo>
                <a:lnTo>
                  <a:pt x="495" y="619"/>
                </a:lnTo>
                <a:lnTo>
                  <a:pt x="0" y="619"/>
                </a:lnTo>
                <a:moveTo>
                  <a:pt x="46" y="495"/>
                </a:moveTo>
                <a:lnTo>
                  <a:pt x="448" y="495"/>
                </a:lnTo>
                <a:lnTo>
                  <a:pt x="448" y="418"/>
                </a:lnTo>
                <a:lnTo>
                  <a:pt x="46" y="418"/>
                </a:lnTo>
                <a:lnTo>
                  <a:pt x="46" y="495"/>
                </a:lnTo>
                <a:moveTo>
                  <a:pt x="247" y="372"/>
                </a:moveTo>
                <a:lnTo>
                  <a:pt x="93" y="156"/>
                </a:lnTo>
                <a:cubicBezTo>
                  <a:pt x="93" y="113"/>
                  <a:pt x="108" y="77"/>
                  <a:pt x="138" y="47"/>
                </a:cubicBezTo>
                <a:cubicBezTo>
                  <a:pt x="168" y="16"/>
                  <a:pt x="204" y="0"/>
                  <a:pt x="247" y="0"/>
                </a:cubicBezTo>
                <a:cubicBezTo>
                  <a:pt x="289" y="0"/>
                  <a:pt x="325" y="16"/>
                  <a:pt x="355" y="47"/>
                </a:cubicBezTo>
                <a:cubicBezTo>
                  <a:pt x="385" y="77"/>
                  <a:pt x="400" y="113"/>
                  <a:pt x="400" y="156"/>
                </a:cubicBezTo>
                <a:lnTo>
                  <a:pt x="247" y="372"/>
                </a:lnTo>
                <a:moveTo>
                  <a:pt x="247" y="312"/>
                </a:moveTo>
                <a:lnTo>
                  <a:pt x="354" y="156"/>
                </a:lnTo>
                <a:cubicBezTo>
                  <a:pt x="354" y="126"/>
                  <a:pt x="344" y="100"/>
                  <a:pt x="323" y="79"/>
                </a:cubicBezTo>
                <a:cubicBezTo>
                  <a:pt x="302" y="58"/>
                  <a:pt x="276" y="48"/>
                  <a:pt x="247" y="48"/>
                </a:cubicBezTo>
                <a:cubicBezTo>
                  <a:pt x="217" y="48"/>
                  <a:pt x="192" y="58"/>
                  <a:pt x="171" y="79"/>
                </a:cubicBezTo>
                <a:cubicBezTo>
                  <a:pt x="150" y="100"/>
                  <a:pt x="139" y="126"/>
                  <a:pt x="139" y="156"/>
                </a:cubicBezTo>
                <a:lnTo>
                  <a:pt x="247" y="312"/>
                </a:lnTo>
                <a:moveTo>
                  <a:pt x="247" y="180"/>
                </a:moveTo>
                <a:lnTo>
                  <a:pt x="247" y="18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364" name=""/>
          <p:cNvSpPr txBox="1"/>
          <p:nvPr/>
        </p:nvSpPr>
        <p:spPr>
          <a:xfrm>
            <a:off x="8924760" y="3811320"/>
            <a:ext cx="139788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附属書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A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との比較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65" name=""/>
          <p:cNvSpPr txBox="1"/>
          <p:nvPr/>
        </p:nvSpPr>
        <p:spPr>
          <a:xfrm>
            <a:off x="1647720" y="4316040"/>
            <a:ext cx="13662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残留リスクの受容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66" name=""/>
          <p:cNvSpPr txBox="1"/>
          <p:nvPr/>
        </p:nvSpPr>
        <p:spPr>
          <a:xfrm>
            <a:off x="4162320" y="4316040"/>
            <a:ext cx="102492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リスク所有者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67" name=""/>
          <p:cNvSpPr txBox="1"/>
          <p:nvPr/>
        </p:nvSpPr>
        <p:spPr>
          <a:xfrm>
            <a:off x="6543720" y="4316040"/>
            <a:ext cx="187812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残留リスクの受容の記録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68" name=""/>
          <p:cNvSpPr/>
          <p:nvPr/>
        </p:nvSpPr>
        <p:spPr>
          <a:xfrm>
            <a:off x="1349280" y="4956120"/>
            <a:ext cx="178200" cy="222480"/>
          </a:xfrm>
          <a:custGeom>
            <a:avLst/>
            <a:gdLst/>
            <a:ahLst/>
            <a:rect l="0" t="0" r="r" b="b"/>
            <a:pathLst>
              <a:path w="495" h="618">
                <a:moveTo>
                  <a:pt x="0" y="618"/>
                </a:moveTo>
                <a:lnTo>
                  <a:pt x="0" y="417"/>
                </a:lnTo>
                <a:cubicBezTo>
                  <a:pt x="0" y="405"/>
                  <a:pt x="4" y="394"/>
                  <a:pt x="14" y="385"/>
                </a:cubicBezTo>
                <a:cubicBezTo>
                  <a:pt x="23" y="376"/>
                  <a:pt x="34" y="371"/>
                  <a:pt x="46" y="371"/>
                </a:cubicBezTo>
                <a:lnTo>
                  <a:pt x="448" y="371"/>
                </a:lnTo>
                <a:cubicBezTo>
                  <a:pt x="461" y="371"/>
                  <a:pt x="472" y="376"/>
                  <a:pt x="481" y="385"/>
                </a:cubicBezTo>
                <a:cubicBezTo>
                  <a:pt x="490" y="394"/>
                  <a:pt x="495" y="405"/>
                  <a:pt x="495" y="417"/>
                </a:cubicBezTo>
                <a:lnTo>
                  <a:pt x="495" y="618"/>
                </a:lnTo>
                <a:lnTo>
                  <a:pt x="0" y="618"/>
                </a:lnTo>
                <a:moveTo>
                  <a:pt x="46" y="495"/>
                </a:moveTo>
                <a:lnTo>
                  <a:pt x="448" y="495"/>
                </a:lnTo>
                <a:lnTo>
                  <a:pt x="448" y="417"/>
                </a:lnTo>
                <a:lnTo>
                  <a:pt x="46" y="417"/>
                </a:lnTo>
                <a:lnTo>
                  <a:pt x="46" y="495"/>
                </a:lnTo>
                <a:moveTo>
                  <a:pt x="247" y="371"/>
                </a:moveTo>
                <a:lnTo>
                  <a:pt x="93" y="155"/>
                </a:lnTo>
                <a:cubicBezTo>
                  <a:pt x="93" y="111"/>
                  <a:pt x="108" y="75"/>
                  <a:pt x="138" y="45"/>
                </a:cubicBezTo>
                <a:cubicBezTo>
                  <a:pt x="168" y="15"/>
                  <a:pt x="204" y="0"/>
                  <a:pt x="247" y="0"/>
                </a:cubicBezTo>
                <a:cubicBezTo>
                  <a:pt x="289" y="0"/>
                  <a:pt x="325" y="15"/>
                  <a:pt x="355" y="45"/>
                </a:cubicBezTo>
                <a:cubicBezTo>
                  <a:pt x="385" y="75"/>
                  <a:pt x="400" y="111"/>
                  <a:pt x="400" y="155"/>
                </a:cubicBezTo>
                <a:lnTo>
                  <a:pt x="247" y="371"/>
                </a:lnTo>
                <a:moveTo>
                  <a:pt x="247" y="311"/>
                </a:moveTo>
                <a:lnTo>
                  <a:pt x="354" y="155"/>
                </a:lnTo>
                <a:cubicBezTo>
                  <a:pt x="354" y="125"/>
                  <a:pt x="344" y="98"/>
                  <a:pt x="323" y="77"/>
                </a:cubicBezTo>
                <a:cubicBezTo>
                  <a:pt x="302" y="56"/>
                  <a:pt x="276" y="46"/>
                  <a:pt x="247" y="46"/>
                </a:cubicBezTo>
                <a:cubicBezTo>
                  <a:pt x="217" y="46"/>
                  <a:pt x="192" y="56"/>
                  <a:pt x="171" y="77"/>
                </a:cubicBezTo>
                <a:cubicBezTo>
                  <a:pt x="150" y="98"/>
                  <a:pt x="139" y="125"/>
                  <a:pt x="139" y="155"/>
                </a:cubicBezTo>
                <a:lnTo>
                  <a:pt x="247" y="311"/>
                </a:lnTo>
                <a:moveTo>
                  <a:pt x="247" y="179"/>
                </a:moveTo>
                <a:lnTo>
                  <a:pt x="247" y="179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369" name=""/>
          <p:cNvSpPr txBox="1"/>
          <p:nvPr/>
        </p:nvSpPr>
        <p:spPr>
          <a:xfrm>
            <a:off x="8924760" y="4316040"/>
            <a:ext cx="85428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残留リスク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70" name=""/>
          <p:cNvSpPr txBox="1"/>
          <p:nvPr/>
        </p:nvSpPr>
        <p:spPr>
          <a:xfrm>
            <a:off x="1647720" y="4944600"/>
            <a:ext cx="204912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担当の割り当てと利用開始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71" name=""/>
          <p:cNvSpPr txBox="1"/>
          <p:nvPr/>
        </p:nvSpPr>
        <p:spPr>
          <a:xfrm>
            <a:off x="4162320" y="4944600"/>
            <a:ext cx="187812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情報セキュリティ責任者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72" name=""/>
          <p:cNvSpPr txBox="1"/>
          <p:nvPr/>
        </p:nvSpPr>
        <p:spPr>
          <a:xfrm>
            <a:off x="6543720" y="4944600"/>
            <a:ext cx="13662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利用の承認の記録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73" name=""/>
          <p:cNvSpPr txBox="1"/>
          <p:nvPr/>
        </p:nvSpPr>
        <p:spPr>
          <a:xfrm>
            <a:off x="8924760" y="4811400"/>
            <a:ext cx="170748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段階ごとの担当と記録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74" name=""/>
          <p:cNvSpPr txBox="1"/>
          <p:nvPr/>
        </p:nvSpPr>
        <p:spPr>
          <a:xfrm>
            <a:off x="8924760" y="5068440"/>
            <a:ext cx="11955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利用開始の流れ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75" name=""/>
          <p:cNvSpPr txBox="1"/>
          <p:nvPr/>
        </p:nvSpPr>
        <p:spPr>
          <a:xfrm>
            <a:off x="8497800" y="556560"/>
            <a:ext cx="29329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全体 ∕ 計画 ∕ 運用 ∕ 評価 ∕ 改善 ∕ </a:t>
            </a:r>
            <a:r>
              <a:rPr b="1" lang="ja-JP" sz="1200" spc="-1" strike="noStrike">
                <a:solidFill>
                  <a:srgbClr val="0017c1"/>
                </a:solidFill>
                <a:latin typeface="Noto Sans JP"/>
                <a:ea typeface="Noto Sans JP"/>
              </a:rPr>
              <a:t>承認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76" name=""/>
          <p:cNvSpPr txBox="1"/>
          <p:nvPr/>
        </p:nvSpPr>
        <p:spPr>
          <a:xfrm>
            <a:off x="11413080" y="6442920"/>
            <a:ext cx="1699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17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7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7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80" name=""/>
          <p:cNvSpPr/>
          <p:nvPr/>
        </p:nvSpPr>
        <p:spPr>
          <a:xfrm>
            <a:off x="609480" y="971280"/>
            <a:ext cx="10973160" cy="38520"/>
          </a:xfrm>
          <a:custGeom>
            <a:avLst/>
            <a:gdLst/>
            <a:ahLst/>
            <a:rect l="0" t="0" r="r" b="b"/>
            <a:pathLst>
              <a:path w="30481" h="107">
                <a:moveTo>
                  <a:pt x="0" y="0"/>
                </a:moveTo>
                <a:lnTo>
                  <a:pt x="30481" y="0"/>
                </a:lnTo>
                <a:lnTo>
                  <a:pt x="3048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381" name=""/>
          <p:cNvSpPr txBox="1"/>
          <p:nvPr/>
        </p:nvSpPr>
        <p:spPr>
          <a:xfrm>
            <a:off x="609480" y="392760"/>
            <a:ext cx="1029600" cy="497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27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まとめ</a:t>
            </a:r>
            <a:endParaRPr b="0" lang="ja-JP" sz="27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82" name=""/>
          <p:cNvSpPr/>
          <p:nvPr/>
        </p:nvSpPr>
        <p:spPr>
          <a:xfrm>
            <a:off x="609480" y="1599840"/>
            <a:ext cx="10973160" cy="4800960"/>
          </a:xfrm>
          <a:custGeom>
            <a:avLst/>
            <a:gdLst/>
            <a:ahLst/>
            <a:rect l="0" t="0" r="r" b="b"/>
            <a:pathLst>
              <a:path w="30481" h="13336">
                <a:moveTo>
                  <a:pt x="0" y="13125"/>
                </a:moveTo>
                <a:lnTo>
                  <a:pt x="0" y="212"/>
                </a:lnTo>
                <a:cubicBezTo>
                  <a:pt x="0" y="198"/>
                  <a:pt x="1" y="185"/>
                  <a:pt x="4" y="171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1" y="118"/>
                  <a:pt x="28" y="106"/>
                  <a:pt x="36" y="95"/>
                </a:cubicBezTo>
                <a:cubicBezTo>
                  <a:pt x="43" y="83"/>
                  <a:pt x="52" y="72"/>
                  <a:pt x="62" y="62"/>
                </a:cubicBezTo>
                <a:cubicBezTo>
                  <a:pt x="72" y="53"/>
                  <a:pt x="82" y="44"/>
                  <a:pt x="94" y="36"/>
                </a:cubicBezTo>
                <a:cubicBezTo>
                  <a:pt x="105" y="28"/>
                  <a:pt x="118" y="22"/>
                  <a:pt x="130" y="17"/>
                </a:cubicBezTo>
                <a:cubicBezTo>
                  <a:pt x="143" y="11"/>
                  <a:pt x="157" y="7"/>
                  <a:pt x="170" y="5"/>
                </a:cubicBezTo>
                <a:cubicBezTo>
                  <a:pt x="184" y="2"/>
                  <a:pt x="198" y="0"/>
                  <a:pt x="211" y="0"/>
                </a:cubicBezTo>
                <a:lnTo>
                  <a:pt x="30269" y="0"/>
                </a:lnTo>
                <a:cubicBezTo>
                  <a:pt x="30283" y="0"/>
                  <a:pt x="30297" y="2"/>
                  <a:pt x="30310" y="5"/>
                </a:cubicBezTo>
                <a:cubicBezTo>
                  <a:pt x="30324" y="7"/>
                  <a:pt x="30337" y="11"/>
                  <a:pt x="30350" y="17"/>
                </a:cubicBezTo>
                <a:cubicBezTo>
                  <a:pt x="30363" y="22"/>
                  <a:pt x="30375" y="28"/>
                  <a:pt x="30387" y="36"/>
                </a:cubicBezTo>
                <a:cubicBezTo>
                  <a:pt x="30398" y="44"/>
                  <a:pt x="30409" y="53"/>
                  <a:pt x="30419" y="62"/>
                </a:cubicBezTo>
                <a:cubicBezTo>
                  <a:pt x="30429" y="72"/>
                  <a:pt x="30437" y="83"/>
                  <a:pt x="30445" y="95"/>
                </a:cubicBezTo>
                <a:cubicBezTo>
                  <a:pt x="30453" y="106"/>
                  <a:pt x="30459" y="118"/>
                  <a:pt x="30465" y="131"/>
                </a:cubicBezTo>
                <a:cubicBezTo>
                  <a:pt x="30470" y="144"/>
                  <a:pt x="30474" y="157"/>
                  <a:pt x="30477" y="171"/>
                </a:cubicBezTo>
                <a:cubicBezTo>
                  <a:pt x="30479" y="185"/>
                  <a:pt x="30481" y="198"/>
                  <a:pt x="30481" y="212"/>
                </a:cubicBezTo>
                <a:lnTo>
                  <a:pt x="30481" y="13125"/>
                </a:lnTo>
                <a:cubicBezTo>
                  <a:pt x="30481" y="13139"/>
                  <a:pt x="30479" y="13152"/>
                  <a:pt x="30477" y="13166"/>
                </a:cubicBezTo>
                <a:cubicBezTo>
                  <a:pt x="30474" y="13180"/>
                  <a:pt x="30470" y="13193"/>
                  <a:pt x="30465" y="13206"/>
                </a:cubicBezTo>
                <a:cubicBezTo>
                  <a:pt x="30459" y="13219"/>
                  <a:pt x="30453" y="13231"/>
                  <a:pt x="30445" y="13242"/>
                </a:cubicBezTo>
                <a:cubicBezTo>
                  <a:pt x="30437" y="13254"/>
                  <a:pt x="30429" y="13265"/>
                  <a:pt x="30419" y="13275"/>
                </a:cubicBezTo>
                <a:cubicBezTo>
                  <a:pt x="30409" y="13284"/>
                  <a:pt x="30398" y="13293"/>
                  <a:pt x="30387" y="13301"/>
                </a:cubicBezTo>
                <a:cubicBezTo>
                  <a:pt x="30375" y="13309"/>
                  <a:pt x="30363" y="13315"/>
                  <a:pt x="30350" y="13320"/>
                </a:cubicBezTo>
                <a:cubicBezTo>
                  <a:pt x="30337" y="13326"/>
                  <a:pt x="30324" y="13330"/>
                  <a:pt x="30310" y="13332"/>
                </a:cubicBezTo>
                <a:cubicBezTo>
                  <a:pt x="30297" y="13335"/>
                  <a:pt x="30283" y="13336"/>
                  <a:pt x="30269" y="13336"/>
                </a:cubicBezTo>
                <a:lnTo>
                  <a:pt x="211" y="13336"/>
                </a:lnTo>
                <a:cubicBezTo>
                  <a:pt x="198" y="13336"/>
                  <a:pt x="184" y="13335"/>
                  <a:pt x="170" y="13332"/>
                </a:cubicBezTo>
                <a:cubicBezTo>
                  <a:pt x="157" y="13330"/>
                  <a:pt x="143" y="13326"/>
                  <a:pt x="130" y="13320"/>
                </a:cubicBezTo>
                <a:cubicBezTo>
                  <a:pt x="118" y="13315"/>
                  <a:pt x="105" y="13309"/>
                  <a:pt x="94" y="13301"/>
                </a:cubicBezTo>
                <a:cubicBezTo>
                  <a:pt x="82" y="13293"/>
                  <a:pt x="72" y="13284"/>
                  <a:pt x="62" y="13275"/>
                </a:cubicBezTo>
                <a:cubicBezTo>
                  <a:pt x="52" y="13265"/>
                  <a:pt x="43" y="13254"/>
                  <a:pt x="36" y="13242"/>
                </a:cubicBezTo>
                <a:cubicBezTo>
                  <a:pt x="28" y="13231"/>
                  <a:pt x="21" y="13219"/>
                  <a:pt x="16" y="13206"/>
                </a:cubicBezTo>
                <a:cubicBezTo>
                  <a:pt x="11" y="13193"/>
                  <a:pt x="7" y="13180"/>
                  <a:pt x="4" y="13166"/>
                </a:cubicBezTo>
                <a:cubicBezTo>
                  <a:pt x="1" y="13152"/>
                  <a:pt x="0" y="13139"/>
                  <a:pt x="0" y="13125"/>
                </a:cubicBezTo>
                <a:close/>
              </a:path>
            </a:pathLst>
          </a:custGeom>
          <a:solidFill>
            <a:srgbClr val="e8f1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83" name=""/>
          <p:cNvSpPr/>
          <p:nvPr/>
        </p:nvSpPr>
        <p:spPr>
          <a:xfrm>
            <a:off x="1809720" y="1885680"/>
            <a:ext cx="1219320" cy="476640"/>
          </a:xfrm>
          <a:custGeom>
            <a:avLst/>
            <a:gdLst/>
            <a:ahLst/>
            <a:rect l="0" t="0" r="r" b="b"/>
            <a:pathLst>
              <a:path w="3387" h="1324">
                <a:moveTo>
                  <a:pt x="0" y="1139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5"/>
                </a:cubicBezTo>
                <a:cubicBezTo>
                  <a:pt x="18" y="103"/>
                  <a:pt x="24" y="93"/>
                  <a:pt x="31" y="83"/>
                </a:cubicBezTo>
                <a:cubicBezTo>
                  <a:pt x="38" y="72"/>
                  <a:pt x="45" y="63"/>
                  <a:pt x="55" y="54"/>
                </a:cubicBezTo>
                <a:cubicBezTo>
                  <a:pt x="63" y="46"/>
                  <a:pt x="73" y="38"/>
                  <a:pt x="83" y="31"/>
                </a:cubicBezTo>
                <a:cubicBezTo>
                  <a:pt x="93" y="25"/>
                  <a:pt x="104" y="19"/>
                  <a:pt x="115" y="14"/>
                </a:cubicBezTo>
                <a:cubicBezTo>
                  <a:pt x="126" y="10"/>
                  <a:pt x="138" y="6"/>
                  <a:pt x="150" y="4"/>
                </a:cubicBezTo>
                <a:cubicBezTo>
                  <a:pt x="162" y="1"/>
                  <a:pt x="174" y="0"/>
                  <a:pt x="186" y="0"/>
                </a:cubicBezTo>
                <a:lnTo>
                  <a:pt x="3202" y="0"/>
                </a:lnTo>
                <a:cubicBezTo>
                  <a:pt x="3214" y="0"/>
                  <a:pt x="3226" y="1"/>
                  <a:pt x="3238" y="4"/>
                </a:cubicBezTo>
                <a:cubicBezTo>
                  <a:pt x="3250" y="6"/>
                  <a:pt x="3262" y="10"/>
                  <a:pt x="3273" y="14"/>
                </a:cubicBezTo>
                <a:cubicBezTo>
                  <a:pt x="3284" y="19"/>
                  <a:pt x="3295" y="25"/>
                  <a:pt x="3305" y="31"/>
                </a:cubicBezTo>
                <a:cubicBezTo>
                  <a:pt x="3315" y="38"/>
                  <a:pt x="3324" y="46"/>
                  <a:pt x="3333" y="54"/>
                </a:cubicBezTo>
                <a:cubicBezTo>
                  <a:pt x="3342" y="63"/>
                  <a:pt x="3349" y="72"/>
                  <a:pt x="3356" y="83"/>
                </a:cubicBezTo>
                <a:cubicBezTo>
                  <a:pt x="3363" y="93"/>
                  <a:pt x="3368" y="103"/>
                  <a:pt x="3373" y="115"/>
                </a:cubicBezTo>
                <a:cubicBezTo>
                  <a:pt x="3378" y="126"/>
                  <a:pt x="3381" y="137"/>
                  <a:pt x="3384" y="149"/>
                </a:cubicBezTo>
                <a:cubicBezTo>
                  <a:pt x="3386" y="161"/>
                  <a:pt x="3387" y="173"/>
                  <a:pt x="3387" y="185"/>
                </a:cubicBezTo>
                <a:lnTo>
                  <a:pt x="3387" y="1139"/>
                </a:lnTo>
                <a:cubicBezTo>
                  <a:pt x="3387" y="1151"/>
                  <a:pt x="3386" y="1163"/>
                  <a:pt x="3384" y="1175"/>
                </a:cubicBezTo>
                <a:cubicBezTo>
                  <a:pt x="3381" y="1187"/>
                  <a:pt x="3378" y="1199"/>
                  <a:pt x="3373" y="1210"/>
                </a:cubicBezTo>
                <a:cubicBezTo>
                  <a:pt x="3368" y="1221"/>
                  <a:pt x="3363" y="1232"/>
                  <a:pt x="3356" y="1242"/>
                </a:cubicBezTo>
                <a:cubicBezTo>
                  <a:pt x="3349" y="1252"/>
                  <a:pt x="3342" y="1261"/>
                  <a:pt x="3333" y="1270"/>
                </a:cubicBezTo>
                <a:cubicBezTo>
                  <a:pt x="3324" y="1279"/>
                  <a:pt x="3315" y="1286"/>
                  <a:pt x="3305" y="1293"/>
                </a:cubicBezTo>
                <a:cubicBezTo>
                  <a:pt x="3295" y="1300"/>
                  <a:pt x="3284" y="1305"/>
                  <a:pt x="3273" y="1310"/>
                </a:cubicBezTo>
                <a:cubicBezTo>
                  <a:pt x="3262" y="1315"/>
                  <a:pt x="3250" y="1318"/>
                  <a:pt x="3238" y="1321"/>
                </a:cubicBezTo>
                <a:cubicBezTo>
                  <a:pt x="3226" y="1323"/>
                  <a:pt x="3214" y="1324"/>
                  <a:pt x="3202" y="1324"/>
                </a:cubicBezTo>
                <a:lnTo>
                  <a:pt x="186" y="1324"/>
                </a:lnTo>
                <a:cubicBezTo>
                  <a:pt x="174" y="1324"/>
                  <a:pt x="162" y="1323"/>
                  <a:pt x="150" y="1321"/>
                </a:cubicBezTo>
                <a:cubicBezTo>
                  <a:pt x="138" y="1318"/>
                  <a:pt x="126" y="1315"/>
                  <a:pt x="115" y="1310"/>
                </a:cubicBezTo>
                <a:cubicBezTo>
                  <a:pt x="104" y="1305"/>
                  <a:pt x="93" y="1300"/>
                  <a:pt x="83" y="1293"/>
                </a:cubicBezTo>
                <a:cubicBezTo>
                  <a:pt x="73" y="1286"/>
                  <a:pt x="63" y="1279"/>
                  <a:pt x="55" y="1270"/>
                </a:cubicBezTo>
                <a:cubicBezTo>
                  <a:pt x="45" y="1261"/>
                  <a:pt x="38" y="1252"/>
                  <a:pt x="31" y="1242"/>
                </a:cubicBezTo>
                <a:cubicBezTo>
                  <a:pt x="24" y="1232"/>
                  <a:pt x="18" y="1221"/>
                  <a:pt x="14" y="1210"/>
                </a:cubicBezTo>
                <a:cubicBezTo>
                  <a:pt x="9" y="1199"/>
                  <a:pt x="6" y="1187"/>
                  <a:pt x="3" y="1175"/>
                </a:cubicBezTo>
                <a:cubicBezTo>
                  <a:pt x="1" y="1163"/>
                  <a:pt x="0" y="1151"/>
                  <a:pt x="0" y="113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84" name=""/>
          <p:cNvSpPr/>
          <p:nvPr/>
        </p:nvSpPr>
        <p:spPr>
          <a:xfrm>
            <a:off x="1809720" y="1885680"/>
            <a:ext cx="1219320" cy="476640"/>
          </a:xfrm>
          <a:custGeom>
            <a:avLst/>
            <a:gdLst/>
            <a:ahLst/>
            <a:rect l="0" t="0" r="r" b="b"/>
            <a:pathLst>
              <a:path w="3387" h="1324">
                <a:moveTo>
                  <a:pt x="0" y="1139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5"/>
                </a:cubicBezTo>
                <a:cubicBezTo>
                  <a:pt x="18" y="103"/>
                  <a:pt x="24" y="93"/>
                  <a:pt x="31" y="83"/>
                </a:cubicBezTo>
                <a:cubicBezTo>
                  <a:pt x="38" y="72"/>
                  <a:pt x="45" y="63"/>
                  <a:pt x="55" y="54"/>
                </a:cubicBezTo>
                <a:cubicBezTo>
                  <a:pt x="63" y="46"/>
                  <a:pt x="73" y="38"/>
                  <a:pt x="83" y="31"/>
                </a:cubicBezTo>
                <a:cubicBezTo>
                  <a:pt x="93" y="25"/>
                  <a:pt x="104" y="19"/>
                  <a:pt x="115" y="14"/>
                </a:cubicBezTo>
                <a:cubicBezTo>
                  <a:pt x="126" y="10"/>
                  <a:pt x="138" y="6"/>
                  <a:pt x="150" y="4"/>
                </a:cubicBezTo>
                <a:cubicBezTo>
                  <a:pt x="162" y="1"/>
                  <a:pt x="174" y="0"/>
                  <a:pt x="186" y="0"/>
                </a:cubicBezTo>
                <a:lnTo>
                  <a:pt x="3202" y="0"/>
                </a:lnTo>
                <a:cubicBezTo>
                  <a:pt x="3214" y="0"/>
                  <a:pt x="3226" y="1"/>
                  <a:pt x="3238" y="4"/>
                </a:cubicBezTo>
                <a:cubicBezTo>
                  <a:pt x="3250" y="6"/>
                  <a:pt x="3262" y="10"/>
                  <a:pt x="3273" y="14"/>
                </a:cubicBezTo>
                <a:cubicBezTo>
                  <a:pt x="3284" y="19"/>
                  <a:pt x="3295" y="25"/>
                  <a:pt x="3305" y="31"/>
                </a:cubicBezTo>
                <a:cubicBezTo>
                  <a:pt x="3315" y="38"/>
                  <a:pt x="3324" y="46"/>
                  <a:pt x="3333" y="54"/>
                </a:cubicBezTo>
                <a:cubicBezTo>
                  <a:pt x="3342" y="63"/>
                  <a:pt x="3349" y="72"/>
                  <a:pt x="3356" y="83"/>
                </a:cubicBezTo>
                <a:cubicBezTo>
                  <a:pt x="3363" y="93"/>
                  <a:pt x="3368" y="103"/>
                  <a:pt x="3373" y="115"/>
                </a:cubicBezTo>
                <a:cubicBezTo>
                  <a:pt x="3378" y="126"/>
                  <a:pt x="3381" y="137"/>
                  <a:pt x="3384" y="149"/>
                </a:cubicBezTo>
                <a:cubicBezTo>
                  <a:pt x="3386" y="161"/>
                  <a:pt x="3387" y="173"/>
                  <a:pt x="3387" y="185"/>
                </a:cubicBezTo>
                <a:lnTo>
                  <a:pt x="3387" y="1139"/>
                </a:lnTo>
                <a:cubicBezTo>
                  <a:pt x="3387" y="1151"/>
                  <a:pt x="3386" y="1163"/>
                  <a:pt x="3384" y="1175"/>
                </a:cubicBezTo>
                <a:cubicBezTo>
                  <a:pt x="3381" y="1187"/>
                  <a:pt x="3378" y="1199"/>
                  <a:pt x="3373" y="1210"/>
                </a:cubicBezTo>
                <a:cubicBezTo>
                  <a:pt x="3368" y="1221"/>
                  <a:pt x="3363" y="1232"/>
                  <a:pt x="3356" y="1242"/>
                </a:cubicBezTo>
                <a:cubicBezTo>
                  <a:pt x="3349" y="1252"/>
                  <a:pt x="3342" y="1261"/>
                  <a:pt x="3333" y="1270"/>
                </a:cubicBezTo>
                <a:cubicBezTo>
                  <a:pt x="3324" y="1279"/>
                  <a:pt x="3315" y="1286"/>
                  <a:pt x="3305" y="1293"/>
                </a:cubicBezTo>
                <a:cubicBezTo>
                  <a:pt x="3295" y="1300"/>
                  <a:pt x="3284" y="1305"/>
                  <a:pt x="3273" y="1310"/>
                </a:cubicBezTo>
                <a:cubicBezTo>
                  <a:pt x="3262" y="1315"/>
                  <a:pt x="3250" y="1318"/>
                  <a:pt x="3238" y="1321"/>
                </a:cubicBezTo>
                <a:cubicBezTo>
                  <a:pt x="3226" y="1323"/>
                  <a:pt x="3214" y="1324"/>
                  <a:pt x="3202" y="1324"/>
                </a:cubicBezTo>
                <a:lnTo>
                  <a:pt x="186" y="1324"/>
                </a:lnTo>
                <a:cubicBezTo>
                  <a:pt x="174" y="1324"/>
                  <a:pt x="162" y="1323"/>
                  <a:pt x="150" y="1321"/>
                </a:cubicBezTo>
                <a:cubicBezTo>
                  <a:pt x="138" y="1318"/>
                  <a:pt x="126" y="1315"/>
                  <a:pt x="115" y="1310"/>
                </a:cubicBezTo>
                <a:cubicBezTo>
                  <a:pt x="104" y="1305"/>
                  <a:pt x="93" y="1300"/>
                  <a:pt x="83" y="1293"/>
                </a:cubicBezTo>
                <a:cubicBezTo>
                  <a:pt x="73" y="1286"/>
                  <a:pt x="63" y="1279"/>
                  <a:pt x="55" y="1270"/>
                </a:cubicBezTo>
                <a:cubicBezTo>
                  <a:pt x="45" y="1261"/>
                  <a:pt x="38" y="1252"/>
                  <a:pt x="31" y="1242"/>
                </a:cubicBezTo>
                <a:cubicBezTo>
                  <a:pt x="24" y="1232"/>
                  <a:pt x="18" y="1221"/>
                  <a:pt x="14" y="1210"/>
                </a:cubicBezTo>
                <a:cubicBezTo>
                  <a:pt x="9" y="1199"/>
                  <a:pt x="6" y="1187"/>
                  <a:pt x="3" y="1175"/>
                </a:cubicBezTo>
                <a:cubicBezTo>
                  <a:pt x="1" y="1163"/>
                  <a:pt x="0" y="1151"/>
                  <a:pt x="0" y="1139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85" name=""/>
          <p:cNvSpPr/>
          <p:nvPr/>
        </p:nvSpPr>
        <p:spPr>
          <a:xfrm>
            <a:off x="1990440" y="2009520"/>
            <a:ext cx="228960" cy="229320"/>
          </a:xfrm>
          <a:custGeom>
            <a:avLst/>
            <a:gdLst/>
            <a:ahLst/>
            <a:rect l="0" t="0" r="r" b="b"/>
            <a:pathLst>
              <a:path w="636" h="637">
                <a:moveTo>
                  <a:pt x="434" y="637"/>
                </a:moveTo>
                <a:lnTo>
                  <a:pt x="202" y="554"/>
                </a:lnTo>
                <a:lnTo>
                  <a:pt x="44" y="618"/>
                </a:lnTo>
                <a:cubicBezTo>
                  <a:pt x="34" y="623"/>
                  <a:pt x="25" y="623"/>
                  <a:pt x="15" y="617"/>
                </a:cubicBezTo>
                <a:cubicBezTo>
                  <a:pt x="5" y="611"/>
                  <a:pt x="0" y="602"/>
                  <a:pt x="0" y="589"/>
                </a:cubicBezTo>
                <a:lnTo>
                  <a:pt x="0" y="96"/>
                </a:lnTo>
                <a:cubicBezTo>
                  <a:pt x="0" y="89"/>
                  <a:pt x="2" y="82"/>
                  <a:pt x="7" y="76"/>
                </a:cubicBezTo>
                <a:cubicBezTo>
                  <a:pt x="11" y="70"/>
                  <a:pt x="17" y="66"/>
                  <a:pt x="24" y="63"/>
                </a:cubicBezTo>
                <a:lnTo>
                  <a:pt x="202" y="0"/>
                </a:lnTo>
                <a:lnTo>
                  <a:pt x="434" y="81"/>
                </a:lnTo>
                <a:lnTo>
                  <a:pt x="592" y="19"/>
                </a:lnTo>
                <a:cubicBezTo>
                  <a:pt x="602" y="14"/>
                  <a:pt x="612" y="14"/>
                  <a:pt x="622" y="20"/>
                </a:cubicBezTo>
                <a:cubicBezTo>
                  <a:pt x="631" y="26"/>
                  <a:pt x="636" y="34"/>
                  <a:pt x="636" y="46"/>
                </a:cubicBezTo>
                <a:lnTo>
                  <a:pt x="636" y="545"/>
                </a:lnTo>
                <a:cubicBezTo>
                  <a:pt x="636" y="552"/>
                  <a:pt x="634" y="557"/>
                  <a:pt x="630" y="562"/>
                </a:cubicBezTo>
                <a:cubicBezTo>
                  <a:pt x="625" y="567"/>
                  <a:pt x="620" y="570"/>
                  <a:pt x="613" y="573"/>
                </a:cubicBezTo>
                <a:lnTo>
                  <a:pt x="434" y="637"/>
                </a:lnTo>
                <a:moveTo>
                  <a:pt x="404" y="570"/>
                </a:moveTo>
                <a:lnTo>
                  <a:pt x="404" y="124"/>
                </a:lnTo>
                <a:lnTo>
                  <a:pt x="231" y="65"/>
                </a:lnTo>
                <a:lnTo>
                  <a:pt x="231" y="512"/>
                </a:lnTo>
                <a:lnTo>
                  <a:pt x="404" y="570"/>
                </a:lnTo>
                <a:moveTo>
                  <a:pt x="457" y="570"/>
                </a:moveTo>
                <a:lnTo>
                  <a:pt x="583" y="529"/>
                </a:lnTo>
                <a:lnTo>
                  <a:pt x="583" y="76"/>
                </a:lnTo>
                <a:lnTo>
                  <a:pt x="457" y="124"/>
                </a:lnTo>
                <a:lnTo>
                  <a:pt x="457" y="570"/>
                </a:lnTo>
                <a:moveTo>
                  <a:pt x="53" y="559"/>
                </a:moveTo>
                <a:lnTo>
                  <a:pt x="178" y="512"/>
                </a:lnTo>
                <a:lnTo>
                  <a:pt x="178" y="65"/>
                </a:lnTo>
                <a:lnTo>
                  <a:pt x="53" y="107"/>
                </a:lnTo>
                <a:lnTo>
                  <a:pt x="53" y="559"/>
                </a:lnTo>
                <a:moveTo>
                  <a:pt x="457" y="124"/>
                </a:moveTo>
                <a:lnTo>
                  <a:pt x="457" y="570"/>
                </a:lnTo>
                <a:lnTo>
                  <a:pt x="457" y="124"/>
                </a:lnTo>
                <a:moveTo>
                  <a:pt x="178" y="65"/>
                </a:moveTo>
                <a:lnTo>
                  <a:pt x="178" y="512"/>
                </a:lnTo>
                <a:lnTo>
                  <a:pt x="178" y="65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386" name=""/>
          <p:cNvSpPr txBox="1"/>
          <p:nvPr/>
        </p:nvSpPr>
        <p:spPr>
          <a:xfrm>
            <a:off x="609480" y="1090800"/>
            <a:ext cx="843480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Dev Container</a:t>
            </a:r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は、</a:t>
            </a:r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3</a:t>
            </a:r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つの承認を得て</a:t>
            </a:r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ISMS</a:t>
            </a:r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の</a:t>
            </a:r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4</a:t>
            </a:r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つの段階で運用する</a:t>
            </a:r>
            <a:endParaRPr b="0" lang="ja-JP" sz="21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87" name=""/>
          <p:cNvSpPr txBox="1"/>
          <p:nvPr/>
        </p:nvSpPr>
        <p:spPr>
          <a:xfrm>
            <a:off x="2332800" y="1979280"/>
            <a:ext cx="3816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全体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88" name=""/>
          <p:cNvSpPr/>
          <p:nvPr/>
        </p:nvSpPr>
        <p:spPr>
          <a:xfrm>
            <a:off x="1809720" y="2628720"/>
            <a:ext cx="1219320" cy="476640"/>
          </a:xfrm>
          <a:custGeom>
            <a:avLst/>
            <a:gdLst/>
            <a:ahLst/>
            <a:rect l="0" t="0" r="r" b="b"/>
            <a:pathLst>
              <a:path w="3387" h="1324">
                <a:moveTo>
                  <a:pt x="0" y="1138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5" y="54"/>
                </a:cubicBezTo>
                <a:cubicBezTo>
                  <a:pt x="63" y="46"/>
                  <a:pt x="73" y="38"/>
                  <a:pt x="83" y="31"/>
                </a:cubicBezTo>
                <a:cubicBezTo>
                  <a:pt x="93" y="24"/>
                  <a:pt x="104" y="19"/>
                  <a:pt x="115" y="14"/>
                </a:cubicBezTo>
                <a:cubicBezTo>
                  <a:pt x="126" y="9"/>
                  <a:pt x="138" y="6"/>
                  <a:pt x="150" y="4"/>
                </a:cubicBezTo>
                <a:cubicBezTo>
                  <a:pt x="162" y="1"/>
                  <a:pt x="174" y="0"/>
                  <a:pt x="186" y="0"/>
                </a:cubicBezTo>
                <a:lnTo>
                  <a:pt x="3202" y="0"/>
                </a:lnTo>
                <a:cubicBezTo>
                  <a:pt x="3214" y="0"/>
                  <a:pt x="3226" y="1"/>
                  <a:pt x="3238" y="4"/>
                </a:cubicBezTo>
                <a:cubicBezTo>
                  <a:pt x="3250" y="6"/>
                  <a:pt x="3262" y="9"/>
                  <a:pt x="3273" y="14"/>
                </a:cubicBezTo>
                <a:cubicBezTo>
                  <a:pt x="3284" y="19"/>
                  <a:pt x="3295" y="24"/>
                  <a:pt x="3305" y="31"/>
                </a:cubicBezTo>
                <a:cubicBezTo>
                  <a:pt x="3315" y="38"/>
                  <a:pt x="3324" y="46"/>
                  <a:pt x="3333" y="54"/>
                </a:cubicBezTo>
                <a:cubicBezTo>
                  <a:pt x="3342" y="63"/>
                  <a:pt x="3349" y="72"/>
                  <a:pt x="3356" y="82"/>
                </a:cubicBezTo>
                <a:cubicBezTo>
                  <a:pt x="3363" y="92"/>
                  <a:pt x="3368" y="103"/>
                  <a:pt x="3373" y="114"/>
                </a:cubicBezTo>
                <a:cubicBezTo>
                  <a:pt x="3378" y="126"/>
                  <a:pt x="3381" y="137"/>
                  <a:pt x="3384" y="149"/>
                </a:cubicBezTo>
                <a:cubicBezTo>
                  <a:pt x="3386" y="161"/>
                  <a:pt x="3387" y="173"/>
                  <a:pt x="3387" y="185"/>
                </a:cubicBezTo>
                <a:lnTo>
                  <a:pt x="3387" y="1138"/>
                </a:lnTo>
                <a:cubicBezTo>
                  <a:pt x="3387" y="1150"/>
                  <a:pt x="3386" y="1162"/>
                  <a:pt x="3384" y="1174"/>
                </a:cubicBezTo>
                <a:cubicBezTo>
                  <a:pt x="3381" y="1186"/>
                  <a:pt x="3378" y="1197"/>
                  <a:pt x="3373" y="1209"/>
                </a:cubicBezTo>
                <a:cubicBezTo>
                  <a:pt x="3368" y="1220"/>
                  <a:pt x="3363" y="1230"/>
                  <a:pt x="3356" y="1241"/>
                </a:cubicBezTo>
                <a:cubicBezTo>
                  <a:pt x="3349" y="1251"/>
                  <a:pt x="3342" y="1260"/>
                  <a:pt x="3333" y="1269"/>
                </a:cubicBezTo>
                <a:cubicBezTo>
                  <a:pt x="3324" y="1277"/>
                  <a:pt x="3315" y="1285"/>
                  <a:pt x="3305" y="1293"/>
                </a:cubicBezTo>
                <a:cubicBezTo>
                  <a:pt x="3295" y="1299"/>
                  <a:pt x="3284" y="1305"/>
                  <a:pt x="3273" y="1310"/>
                </a:cubicBezTo>
                <a:cubicBezTo>
                  <a:pt x="3262" y="1314"/>
                  <a:pt x="3250" y="1318"/>
                  <a:pt x="3238" y="1320"/>
                </a:cubicBezTo>
                <a:cubicBezTo>
                  <a:pt x="3226" y="1323"/>
                  <a:pt x="3214" y="1324"/>
                  <a:pt x="3202" y="1324"/>
                </a:cubicBezTo>
                <a:lnTo>
                  <a:pt x="186" y="1324"/>
                </a:lnTo>
                <a:cubicBezTo>
                  <a:pt x="174" y="1324"/>
                  <a:pt x="162" y="1323"/>
                  <a:pt x="150" y="1320"/>
                </a:cubicBezTo>
                <a:cubicBezTo>
                  <a:pt x="138" y="1318"/>
                  <a:pt x="126" y="1314"/>
                  <a:pt x="115" y="1310"/>
                </a:cubicBezTo>
                <a:cubicBezTo>
                  <a:pt x="104" y="1305"/>
                  <a:pt x="93" y="1299"/>
                  <a:pt x="83" y="1293"/>
                </a:cubicBezTo>
                <a:cubicBezTo>
                  <a:pt x="73" y="1285"/>
                  <a:pt x="63" y="1277"/>
                  <a:pt x="55" y="1269"/>
                </a:cubicBezTo>
                <a:cubicBezTo>
                  <a:pt x="45" y="1260"/>
                  <a:pt x="38" y="1251"/>
                  <a:pt x="31" y="1241"/>
                </a:cubicBezTo>
                <a:cubicBezTo>
                  <a:pt x="24" y="1230"/>
                  <a:pt x="18" y="1220"/>
                  <a:pt x="14" y="1209"/>
                </a:cubicBezTo>
                <a:cubicBezTo>
                  <a:pt x="9" y="1197"/>
                  <a:pt x="6" y="1186"/>
                  <a:pt x="3" y="1174"/>
                </a:cubicBezTo>
                <a:cubicBezTo>
                  <a:pt x="1" y="1162"/>
                  <a:pt x="0" y="1150"/>
                  <a:pt x="0" y="113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89" name=""/>
          <p:cNvSpPr/>
          <p:nvPr/>
        </p:nvSpPr>
        <p:spPr>
          <a:xfrm>
            <a:off x="1809720" y="2628720"/>
            <a:ext cx="1219320" cy="476640"/>
          </a:xfrm>
          <a:custGeom>
            <a:avLst/>
            <a:gdLst/>
            <a:ahLst/>
            <a:rect l="0" t="0" r="r" b="b"/>
            <a:pathLst>
              <a:path w="3387" h="1324">
                <a:moveTo>
                  <a:pt x="0" y="1138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5" y="54"/>
                </a:cubicBezTo>
                <a:cubicBezTo>
                  <a:pt x="63" y="46"/>
                  <a:pt x="73" y="38"/>
                  <a:pt x="83" y="31"/>
                </a:cubicBezTo>
                <a:cubicBezTo>
                  <a:pt x="93" y="24"/>
                  <a:pt x="104" y="19"/>
                  <a:pt x="115" y="14"/>
                </a:cubicBezTo>
                <a:cubicBezTo>
                  <a:pt x="126" y="9"/>
                  <a:pt x="138" y="6"/>
                  <a:pt x="150" y="4"/>
                </a:cubicBezTo>
                <a:cubicBezTo>
                  <a:pt x="162" y="1"/>
                  <a:pt x="174" y="0"/>
                  <a:pt x="186" y="0"/>
                </a:cubicBezTo>
                <a:lnTo>
                  <a:pt x="3202" y="0"/>
                </a:lnTo>
                <a:cubicBezTo>
                  <a:pt x="3214" y="0"/>
                  <a:pt x="3226" y="1"/>
                  <a:pt x="3238" y="4"/>
                </a:cubicBezTo>
                <a:cubicBezTo>
                  <a:pt x="3250" y="6"/>
                  <a:pt x="3262" y="9"/>
                  <a:pt x="3273" y="14"/>
                </a:cubicBezTo>
                <a:cubicBezTo>
                  <a:pt x="3284" y="19"/>
                  <a:pt x="3295" y="24"/>
                  <a:pt x="3305" y="31"/>
                </a:cubicBezTo>
                <a:cubicBezTo>
                  <a:pt x="3315" y="38"/>
                  <a:pt x="3324" y="46"/>
                  <a:pt x="3333" y="54"/>
                </a:cubicBezTo>
                <a:cubicBezTo>
                  <a:pt x="3342" y="63"/>
                  <a:pt x="3349" y="72"/>
                  <a:pt x="3356" y="82"/>
                </a:cubicBezTo>
                <a:cubicBezTo>
                  <a:pt x="3363" y="92"/>
                  <a:pt x="3368" y="103"/>
                  <a:pt x="3373" y="114"/>
                </a:cubicBezTo>
                <a:cubicBezTo>
                  <a:pt x="3378" y="126"/>
                  <a:pt x="3381" y="137"/>
                  <a:pt x="3384" y="149"/>
                </a:cubicBezTo>
                <a:cubicBezTo>
                  <a:pt x="3386" y="161"/>
                  <a:pt x="3387" y="173"/>
                  <a:pt x="3387" y="185"/>
                </a:cubicBezTo>
                <a:lnTo>
                  <a:pt x="3387" y="1138"/>
                </a:lnTo>
                <a:cubicBezTo>
                  <a:pt x="3387" y="1150"/>
                  <a:pt x="3386" y="1162"/>
                  <a:pt x="3384" y="1174"/>
                </a:cubicBezTo>
                <a:cubicBezTo>
                  <a:pt x="3381" y="1186"/>
                  <a:pt x="3378" y="1197"/>
                  <a:pt x="3373" y="1209"/>
                </a:cubicBezTo>
                <a:cubicBezTo>
                  <a:pt x="3368" y="1220"/>
                  <a:pt x="3363" y="1230"/>
                  <a:pt x="3356" y="1241"/>
                </a:cubicBezTo>
                <a:cubicBezTo>
                  <a:pt x="3349" y="1251"/>
                  <a:pt x="3342" y="1260"/>
                  <a:pt x="3333" y="1269"/>
                </a:cubicBezTo>
                <a:cubicBezTo>
                  <a:pt x="3324" y="1277"/>
                  <a:pt x="3315" y="1285"/>
                  <a:pt x="3305" y="1293"/>
                </a:cubicBezTo>
                <a:cubicBezTo>
                  <a:pt x="3295" y="1299"/>
                  <a:pt x="3284" y="1305"/>
                  <a:pt x="3273" y="1310"/>
                </a:cubicBezTo>
                <a:cubicBezTo>
                  <a:pt x="3262" y="1314"/>
                  <a:pt x="3250" y="1318"/>
                  <a:pt x="3238" y="1320"/>
                </a:cubicBezTo>
                <a:cubicBezTo>
                  <a:pt x="3226" y="1323"/>
                  <a:pt x="3214" y="1324"/>
                  <a:pt x="3202" y="1324"/>
                </a:cubicBezTo>
                <a:lnTo>
                  <a:pt x="186" y="1324"/>
                </a:lnTo>
                <a:cubicBezTo>
                  <a:pt x="174" y="1324"/>
                  <a:pt x="162" y="1323"/>
                  <a:pt x="150" y="1320"/>
                </a:cubicBezTo>
                <a:cubicBezTo>
                  <a:pt x="138" y="1318"/>
                  <a:pt x="126" y="1314"/>
                  <a:pt x="115" y="1310"/>
                </a:cubicBezTo>
                <a:cubicBezTo>
                  <a:pt x="104" y="1305"/>
                  <a:pt x="93" y="1299"/>
                  <a:pt x="83" y="1293"/>
                </a:cubicBezTo>
                <a:cubicBezTo>
                  <a:pt x="73" y="1285"/>
                  <a:pt x="63" y="1277"/>
                  <a:pt x="55" y="1269"/>
                </a:cubicBezTo>
                <a:cubicBezTo>
                  <a:pt x="45" y="1260"/>
                  <a:pt x="38" y="1251"/>
                  <a:pt x="31" y="1241"/>
                </a:cubicBezTo>
                <a:cubicBezTo>
                  <a:pt x="24" y="1230"/>
                  <a:pt x="18" y="1220"/>
                  <a:pt x="14" y="1209"/>
                </a:cubicBezTo>
                <a:cubicBezTo>
                  <a:pt x="9" y="1197"/>
                  <a:pt x="6" y="1186"/>
                  <a:pt x="3" y="1174"/>
                </a:cubicBezTo>
                <a:cubicBezTo>
                  <a:pt x="1" y="1162"/>
                  <a:pt x="0" y="1150"/>
                  <a:pt x="0" y="1138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90" name=""/>
          <p:cNvSpPr/>
          <p:nvPr/>
        </p:nvSpPr>
        <p:spPr>
          <a:xfrm>
            <a:off x="2003400" y="2765160"/>
            <a:ext cx="228960" cy="203760"/>
          </a:xfrm>
          <a:custGeom>
            <a:avLst/>
            <a:gdLst/>
            <a:ahLst/>
            <a:rect l="0" t="0" r="r" b="b"/>
            <a:pathLst>
              <a:path w="636" h="566">
                <a:moveTo>
                  <a:pt x="0" y="344"/>
                </a:moveTo>
                <a:lnTo>
                  <a:pt x="0" y="291"/>
                </a:lnTo>
                <a:lnTo>
                  <a:pt x="264" y="291"/>
                </a:lnTo>
                <a:lnTo>
                  <a:pt x="264" y="344"/>
                </a:lnTo>
                <a:lnTo>
                  <a:pt x="0" y="344"/>
                </a:lnTo>
                <a:moveTo>
                  <a:pt x="0" y="199"/>
                </a:moveTo>
                <a:lnTo>
                  <a:pt x="0" y="146"/>
                </a:lnTo>
                <a:lnTo>
                  <a:pt x="414" y="146"/>
                </a:lnTo>
                <a:lnTo>
                  <a:pt x="414" y="199"/>
                </a:lnTo>
                <a:lnTo>
                  <a:pt x="0" y="199"/>
                </a:lnTo>
                <a:moveTo>
                  <a:pt x="0" y="53"/>
                </a:moveTo>
                <a:lnTo>
                  <a:pt x="0" y="0"/>
                </a:lnTo>
                <a:lnTo>
                  <a:pt x="414" y="0"/>
                </a:lnTo>
                <a:lnTo>
                  <a:pt x="414" y="53"/>
                </a:lnTo>
                <a:lnTo>
                  <a:pt x="0" y="53"/>
                </a:lnTo>
                <a:moveTo>
                  <a:pt x="317" y="566"/>
                </a:moveTo>
                <a:lnTo>
                  <a:pt x="317" y="456"/>
                </a:lnTo>
                <a:lnTo>
                  <a:pt x="513" y="262"/>
                </a:lnTo>
                <a:cubicBezTo>
                  <a:pt x="518" y="257"/>
                  <a:pt x="524" y="253"/>
                  <a:pt x="531" y="251"/>
                </a:cubicBezTo>
                <a:cubicBezTo>
                  <a:pt x="537" y="248"/>
                  <a:pt x="544" y="247"/>
                  <a:pt x="550" y="247"/>
                </a:cubicBezTo>
                <a:cubicBezTo>
                  <a:pt x="557" y="247"/>
                  <a:pt x="564" y="249"/>
                  <a:pt x="570" y="251"/>
                </a:cubicBezTo>
                <a:cubicBezTo>
                  <a:pt x="577" y="254"/>
                  <a:pt x="583" y="258"/>
                  <a:pt x="588" y="263"/>
                </a:cubicBezTo>
                <a:lnTo>
                  <a:pt x="621" y="296"/>
                </a:lnTo>
                <a:cubicBezTo>
                  <a:pt x="626" y="301"/>
                  <a:pt x="630" y="307"/>
                  <a:pt x="632" y="313"/>
                </a:cubicBezTo>
                <a:cubicBezTo>
                  <a:pt x="634" y="320"/>
                  <a:pt x="636" y="326"/>
                  <a:pt x="636" y="333"/>
                </a:cubicBezTo>
                <a:cubicBezTo>
                  <a:pt x="636" y="339"/>
                  <a:pt x="634" y="346"/>
                  <a:pt x="632" y="353"/>
                </a:cubicBezTo>
                <a:cubicBezTo>
                  <a:pt x="629" y="359"/>
                  <a:pt x="625" y="365"/>
                  <a:pt x="620" y="371"/>
                </a:cubicBezTo>
                <a:lnTo>
                  <a:pt x="426" y="566"/>
                </a:lnTo>
                <a:lnTo>
                  <a:pt x="317" y="566"/>
                </a:lnTo>
                <a:moveTo>
                  <a:pt x="583" y="333"/>
                </a:moveTo>
                <a:lnTo>
                  <a:pt x="550" y="300"/>
                </a:lnTo>
                <a:lnTo>
                  <a:pt x="583" y="333"/>
                </a:lnTo>
                <a:moveTo>
                  <a:pt x="370" y="513"/>
                </a:moveTo>
                <a:lnTo>
                  <a:pt x="403" y="513"/>
                </a:lnTo>
                <a:lnTo>
                  <a:pt x="511" y="404"/>
                </a:lnTo>
                <a:lnTo>
                  <a:pt x="495" y="387"/>
                </a:lnTo>
                <a:lnTo>
                  <a:pt x="479" y="372"/>
                </a:lnTo>
                <a:lnTo>
                  <a:pt x="370" y="478"/>
                </a:lnTo>
                <a:lnTo>
                  <a:pt x="370" y="513"/>
                </a:lnTo>
                <a:moveTo>
                  <a:pt x="495" y="387"/>
                </a:moveTo>
                <a:lnTo>
                  <a:pt x="479" y="372"/>
                </a:lnTo>
                <a:lnTo>
                  <a:pt x="511" y="404"/>
                </a:lnTo>
                <a:lnTo>
                  <a:pt x="495" y="387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391" name=""/>
          <p:cNvSpPr txBox="1"/>
          <p:nvPr/>
        </p:nvSpPr>
        <p:spPr>
          <a:xfrm>
            <a:off x="3399480" y="1954080"/>
            <a:ext cx="68302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4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つの段階は、計画、運用、評価、改善の順に回り、承認で始まる</a:t>
            </a:r>
            <a:endParaRPr b="0" lang="ja-JP" sz="18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92" name=""/>
          <p:cNvSpPr txBox="1"/>
          <p:nvPr/>
        </p:nvSpPr>
        <p:spPr>
          <a:xfrm>
            <a:off x="2332800" y="2722320"/>
            <a:ext cx="3816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計画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93" name=""/>
          <p:cNvSpPr/>
          <p:nvPr/>
        </p:nvSpPr>
        <p:spPr>
          <a:xfrm>
            <a:off x="1809720" y="3371760"/>
            <a:ext cx="1219320" cy="476640"/>
          </a:xfrm>
          <a:custGeom>
            <a:avLst/>
            <a:gdLst/>
            <a:ahLst/>
            <a:rect l="0" t="0" r="r" b="b"/>
            <a:pathLst>
              <a:path w="3387" h="1324">
                <a:moveTo>
                  <a:pt x="0" y="1138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5" y="54"/>
                </a:cubicBezTo>
                <a:cubicBezTo>
                  <a:pt x="63" y="45"/>
                  <a:pt x="73" y="38"/>
                  <a:pt x="83" y="31"/>
                </a:cubicBezTo>
                <a:cubicBezTo>
                  <a:pt x="93" y="24"/>
                  <a:pt x="104" y="19"/>
                  <a:pt x="115" y="14"/>
                </a:cubicBezTo>
                <a:cubicBezTo>
                  <a:pt x="126" y="9"/>
                  <a:pt x="138" y="6"/>
                  <a:pt x="150" y="3"/>
                </a:cubicBezTo>
                <a:cubicBezTo>
                  <a:pt x="162" y="1"/>
                  <a:pt x="174" y="0"/>
                  <a:pt x="186" y="0"/>
                </a:cubicBezTo>
                <a:lnTo>
                  <a:pt x="3202" y="0"/>
                </a:lnTo>
                <a:cubicBezTo>
                  <a:pt x="3214" y="0"/>
                  <a:pt x="3226" y="1"/>
                  <a:pt x="3238" y="3"/>
                </a:cubicBezTo>
                <a:cubicBezTo>
                  <a:pt x="3250" y="6"/>
                  <a:pt x="3262" y="9"/>
                  <a:pt x="3273" y="14"/>
                </a:cubicBezTo>
                <a:cubicBezTo>
                  <a:pt x="3284" y="19"/>
                  <a:pt x="3295" y="24"/>
                  <a:pt x="3305" y="31"/>
                </a:cubicBezTo>
                <a:cubicBezTo>
                  <a:pt x="3315" y="38"/>
                  <a:pt x="3324" y="45"/>
                  <a:pt x="3333" y="54"/>
                </a:cubicBezTo>
                <a:cubicBezTo>
                  <a:pt x="3342" y="63"/>
                  <a:pt x="3349" y="72"/>
                  <a:pt x="3356" y="82"/>
                </a:cubicBezTo>
                <a:cubicBezTo>
                  <a:pt x="3363" y="92"/>
                  <a:pt x="3368" y="103"/>
                  <a:pt x="3373" y="114"/>
                </a:cubicBezTo>
                <a:cubicBezTo>
                  <a:pt x="3378" y="125"/>
                  <a:pt x="3381" y="137"/>
                  <a:pt x="3384" y="149"/>
                </a:cubicBezTo>
                <a:cubicBezTo>
                  <a:pt x="3386" y="161"/>
                  <a:pt x="3387" y="173"/>
                  <a:pt x="3387" y="185"/>
                </a:cubicBezTo>
                <a:lnTo>
                  <a:pt x="3387" y="1138"/>
                </a:lnTo>
                <a:cubicBezTo>
                  <a:pt x="3387" y="1151"/>
                  <a:pt x="3386" y="1163"/>
                  <a:pt x="3384" y="1175"/>
                </a:cubicBezTo>
                <a:cubicBezTo>
                  <a:pt x="3381" y="1187"/>
                  <a:pt x="3378" y="1198"/>
                  <a:pt x="3373" y="1209"/>
                </a:cubicBezTo>
                <a:cubicBezTo>
                  <a:pt x="3368" y="1221"/>
                  <a:pt x="3363" y="1231"/>
                  <a:pt x="3356" y="1241"/>
                </a:cubicBezTo>
                <a:cubicBezTo>
                  <a:pt x="3349" y="1251"/>
                  <a:pt x="3342" y="1261"/>
                  <a:pt x="3333" y="1269"/>
                </a:cubicBezTo>
                <a:cubicBezTo>
                  <a:pt x="3324" y="1278"/>
                  <a:pt x="3315" y="1286"/>
                  <a:pt x="3305" y="1292"/>
                </a:cubicBezTo>
                <a:cubicBezTo>
                  <a:pt x="3295" y="1299"/>
                  <a:pt x="3284" y="1305"/>
                  <a:pt x="3273" y="1310"/>
                </a:cubicBezTo>
                <a:cubicBezTo>
                  <a:pt x="3262" y="1314"/>
                  <a:pt x="3250" y="1318"/>
                  <a:pt x="3238" y="1320"/>
                </a:cubicBezTo>
                <a:cubicBezTo>
                  <a:pt x="3226" y="1322"/>
                  <a:pt x="3214" y="1324"/>
                  <a:pt x="3202" y="1324"/>
                </a:cubicBezTo>
                <a:lnTo>
                  <a:pt x="186" y="1324"/>
                </a:lnTo>
                <a:cubicBezTo>
                  <a:pt x="174" y="1324"/>
                  <a:pt x="162" y="1322"/>
                  <a:pt x="150" y="1320"/>
                </a:cubicBezTo>
                <a:cubicBezTo>
                  <a:pt x="138" y="1318"/>
                  <a:pt x="126" y="1314"/>
                  <a:pt x="115" y="1310"/>
                </a:cubicBezTo>
                <a:cubicBezTo>
                  <a:pt x="104" y="1305"/>
                  <a:pt x="93" y="1299"/>
                  <a:pt x="83" y="1292"/>
                </a:cubicBezTo>
                <a:cubicBezTo>
                  <a:pt x="73" y="1286"/>
                  <a:pt x="63" y="1278"/>
                  <a:pt x="55" y="1269"/>
                </a:cubicBezTo>
                <a:cubicBezTo>
                  <a:pt x="45" y="1261"/>
                  <a:pt x="38" y="1251"/>
                  <a:pt x="31" y="1241"/>
                </a:cubicBezTo>
                <a:cubicBezTo>
                  <a:pt x="24" y="1231"/>
                  <a:pt x="18" y="1221"/>
                  <a:pt x="14" y="1209"/>
                </a:cubicBezTo>
                <a:cubicBezTo>
                  <a:pt x="9" y="1198"/>
                  <a:pt x="6" y="1187"/>
                  <a:pt x="3" y="1175"/>
                </a:cubicBezTo>
                <a:cubicBezTo>
                  <a:pt x="1" y="1163"/>
                  <a:pt x="0" y="1151"/>
                  <a:pt x="0" y="113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94" name=""/>
          <p:cNvSpPr/>
          <p:nvPr/>
        </p:nvSpPr>
        <p:spPr>
          <a:xfrm>
            <a:off x="1809720" y="3371760"/>
            <a:ext cx="1219320" cy="476640"/>
          </a:xfrm>
          <a:custGeom>
            <a:avLst/>
            <a:gdLst/>
            <a:ahLst/>
            <a:rect l="0" t="0" r="r" b="b"/>
            <a:pathLst>
              <a:path w="3387" h="1324">
                <a:moveTo>
                  <a:pt x="0" y="1138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5" y="54"/>
                </a:cubicBezTo>
                <a:cubicBezTo>
                  <a:pt x="63" y="45"/>
                  <a:pt x="73" y="38"/>
                  <a:pt x="83" y="31"/>
                </a:cubicBezTo>
                <a:cubicBezTo>
                  <a:pt x="93" y="24"/>
                  <a:pt x="104" y="19"/>
                  <a:pt x="115" y="14"/>
                </a:cubicBezTo>
                <a:cubicBezTo>
                  <a:pt x="126" y="9"/>
                  <a:pt x="138" y="6"/>
                  <a:pt x="150" y="3"/>
                </a:cubicBezTo>
                <a:cubicBezTo>
                  <a:pt x="162" y="1"/>
                  <a:pt x="174" y="0"/>
                  <a:pt x="186" y="0"/>
                </a:cubicBezTo>
                <a:lnTo>
                  <a:pt x="3202" y="0"/>
                </a:lnTo>
                <a:cubicBezTo>
                  <a:pt x="3214" y="0"/>
                  <a:pt x="3226" y="1"/>
                  <a:pt x="3238" y="3"/>
                </a:cubicBezTo>
                <a:cubicBezTo>
                  <a:pt x="3250" y="6"/>
                  <a:pt x="3262" y="9"/>
                  <a:pt x="3273" y="14"/>
                </a:cubicBezTo>
                <a:cubicBezTo>
                  <a:pt x="3284" y="19"/>
                  <a:pt x="3295" y="24"/>
                  <a:pt x="3305" y="31"/>
                </a:cubicBezTo>
                <a:cubicBezTo>
                  <a:pt x="3315" y="38"/>
                  <a:pt x="3324" y="45"/>
                  <a:pt x="3333" y="54"/>
                </a:cubicBezTo>
                <a:cubicBezTo>
                  <a:pt x="3342" y="63"/>
                  <a:pt x="3349" y="72"/>
                  <a:pt x="3356" y="82"/>
                </a:cubicBezTo>
                <a:cubicBezTo>
                  <a:pt x="3363" y="92"/>
                  <a:pt x="3368" y="103"/>
                  <a:pt x="3373" y="114"/>
                </a:cubicBezTo>
                <a:cubicBezTo>
                  <a:pt x="3378" y="125"/>
                  <a:pt x="3381" y="137"/>
                  <a:pt x="3384" y="149"/>
                </a:cubicBezTo>
                <a:cubicBezTo>
                  <a:pt x="3386" y="161"/>
                  <a:pt x="3387" y="173"/>
                  <a:pt x="3387" y="185"/>
                </a:cubicBezTo>
                <a:lnTo>
                  <a:pt x="3387" y="1138"/>
                </a:lnTo>
                <a:cubicBezTo>
                  <a:pt x="3387" y="1151"/>
                  <a:pt x="3386" y="1163"/>
                  <a:pt x="3384" y="1175"/>
                </a:cubicBezTo>
                <a:cubicBezTo>
                  <a:pt x="3381" y="1187"/>
                  <a:pt x="3378" y="1198"/>
                  <a:pt x="3373" y="1209"/>
                </a:cubicBezTo>
                <a:cubicBezTo>
                  <a:pt x="3368" y="1221"/>
                  <a:pt x="3363" y="1231"/>
                  <a:pt x="3356" y="1241"/>
                </a:cubicBezTo>
                <a:cubicBezTo>
                  <a:pt x="3349" y="1251"/>
                  <a:pt x="3342" y="1261"/>
                  <a:pt x="3333" y="1269"/>
                </a:cubicBezTo>
                <a:cubicBezTo>
                  <a:pt x="3324" y="1278"/>
                  <a:pt x="3315" y="1286"/>
                  <a:pt x="3305" y="1292"/>
                </a:cubicBezTo>
                <a:cubicBezTo>
                  <a:pt x="3295" y="1299"/>
                  <a:pt x="3284" y="1305"/>
                  <a:pt x="3273" y="1310"/>
                </a:cubicBezTo>
                <a:cubicBezTo>
                  <a:pt x="3262" y="1314"/>
                  <a:pt x="3250" y="1318"/>
                  <a:pt x="3238" y="1320"/>
                </a:cubicBezTo>
                <a:cubicBezTo>
                  <a:pt x="3226" y="1322"/>
                  <a:pt x="3214" y="1324"/>
                  <a:pt x="3202" y="1324"/>
                </a:cubicBezTo>
                <a:lnTo>
                  <a:pt x="186" y="1324"/>
                </a:lnTo>
                <a:cubicBezTo>
                  <a:pt x="174" y="1324"/>
                  <a:pt x="162" y="1322"/>
                  <a:pt x="150" y="1320"/>
                </a:cubicBezTo>
                <a:cubicBezTo>
                  <a:pt x="138" y="1318"/>
                  <a:pt x="126" y="1314"/>
                  <a:pt x="115" y="1310"/>
                </a:cubicBezTo>
                <a:cubicBezTo>
                  <a:pt x="104" y="1305"/>
                  <a:pt x="93" y="1299"/>
                  <a:pt x="83" y="1292"/>
                </a:cubicBezTo>
                <a:cubicBezTo>
                  <a:pt x="73" y="1286"/>
                  <a:pt x="63" y="1278"/>
                  <a:pt x="55" y="1269"/>
                </a:cubicBezTo>
                <a:cubicBezTo>
                  <a:pt x="45" y="1261"/>
                  <a:pt x="38" y="1251"/>
                  <a:pt x="31" y="1241"/>
                </a:cubicBezTo>
                <a:cubicBezTo>
                  <a:pt x="24" y="1231"/>
                  <a:pt x="18" y="1221"/>
                  <a:pt x="14" y="1209"/>
                </a:cubicBezTo>
                <a:cubicBezTo>
                  <a:pt x="9" y="1198"/>
                  <a:pt x="6" y="1187"/>
                  <a:pt x="3" y="1175"/>
                </a:cubicBezTo>
                <a:cubicBezTo>
                  <a:pt x="1" y="1163"/>
                  <a:pt x="0" y="1151"/>
                  <a:pt x="0" y="1138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95" name=""/>
          <p:cNvSpPr/>
          <p:nvPr/>
        </p:nvSpPr>
        <p:spPr>
          <a:xfrm>
            <a:off x="1977840" y="3482640"/>
            <a:ext cx="254520" cy="254520"/>
          </a:xfrm>
          <a:custGeom>
            <a:avLst/>
            <a:gdLst/>
            <a:ahLst/>
            <a:rect l="0" t="0" r="r" b="b"/>
            <a:pathLst>
              <a:path w="707" h="707">
                <a:moveTo>
                  <a:pt x="267" y="503"/>
                </a:moveTo>
                <a:lnTo>
                  <a:pt x="504" y="353"/>
                </a:lnTo>
                <a:lnTo>
                  <a:pt x="267" y="203"/>
                </a:lnTo>
                <a:lnTo>
                  <a:pt x="267" y="503"/>
                </a:lnTo>
                <a:moveTo>
                  <a:pt x="353" y="707"/>
                </a:moveTo>
                <a:cubicBezTo>
                  <a:pt x="305" y="707"/>
                  <a:pt x="259" y="698"/>
                  <a:pt x="216" y="679"/>
                </a:cubicBezTo>
                <a:cubicBezTo>
                  <a:pt x="173" y="661"/>
                  <a:pt x="136" y="635"/>
                  <a:pt x="104" y="603"/>
                </a:cubicBezTo>
                <a:cubicBezTo>
                  <a:pt x="72" y="571"/>
                  <a:pt x="46" y="533"/>
                  <a:pt x="28" y="490"/>
                </a:cubicBezTo>
                <a:cubicBezTo>
                  <a:pt x="9" y="447"/>
                  <a:pt x="0" y="401"/>
                  <a:pt x="0" y="353"/>
                </a:cubicBezTo>
                <a:cubicBezTo>
                  <a:pt x="0" y="304"/>
                  <a:pt x="9" y="259"/>
                  <a:pt x="28" y="216"/>
                </a:cubicBezTo>
                <a:cubicBezTo>
                  <a:pt x="46" y="173"/>
                  <a:pt x="72" y="135"/>
                  <a:pt x="104" y="104"/>
                </a:cubicBezTo>
                <a:cubicBezTo>
                  <a:pt x="136" y="72"/>
                  <a:pt x="173" y="47"/>
                  <a:pt x="216" y="28"/>
                </a:cubicBezTo>
                <a:cubicBezTo>
                  <a:pt x="259" y="10"/>
                  <a:pt x="305" y="0"/>
                  <a:pt x="353" y="0"/>
                </a:cubicBezTo>
                <a:cubicBezTo>
                  <a:pt x="402" y="0"/>
                  <a:pt x="447" y="10"/>
                  <a:pt x="490" y="28"/>
                </a:cubicBezTo>
                <a:cubicBezTo>
                  <a:pt x="534" y="47"/>
                  <a:pt x="572" y="72"/>
                  <a:pt x="603" y="104"/>
                </a:cubicBezTo>
                <a:cubicBezTo>
                  <a:pt x="635" y="135"/>
                  <a:pt x="660" y="173"/>
                  <a:pt x="679" y="216"/>
                </a:cubicBezTo>
                <a:cubicBezTo>
                  <a:pt x="697" y="259"/>
                  <a:pt x="707" y="304"/>
                  <a:pt x="707" y="353"/>
                </a:cubicBezTo>
                <a:cubicBezTo>
                  <a:pt x="707" y="401"/>
                  <a:pt x="697" y="447"/>
                  <a:pt x="679" y="490"/>
                </a:cubicBezTo>
                <a:cubicBezTo>
                  <a:pt x="660" y="533"/>
                  <a:pt x="635" y="571"/>
                  <a:pt x="603" y="603"/>
                </a:cubicBezTo>
                <a:cubicBezTo>
                  <a:pt x="572" y="635"/>
                  <a:pt x="534" y="661"/>
                  <a:pt x="490" y="679"/>
                </a:cubicBezTo>
                <a:cubicBezTo>
                  <a:pt x="447" y="698"/>
                  <a:pt x="402" y="707"/>
                  <a:pt x="353" y="707"/>
                </a:cubicBezTo>
                <a:moveTo>
                  <a:pt x="353" y="654"/>
                </a:moveTo>
                <a:cubicBezTo>
                  <a:pt x="436" y="654"/>
                  <a:pt x="508" y="625"/>
                  <a:pt x="566" y="566"/>
                </a:cubicBezTo>
                <a:cubicBezTo>
                  <a:pt x="625" y="507"/>
                  <a:pt x="654" y="436"/>
                  <a:pt x="654" y="353"/>
                </a:cubicBezTo>
                <a:cubicBezTo>
                  <a:pt x="654" y="270"/>
                  <a:pt x="625" y="199"/>
                  <a:pt x="566" y="141"/>
                </a:cubicBezTo>
                <a:cubicBezTo>
                  <a:pt x="508" y="82"/>
                  <a:pt x="436" y="53"/>
                  <a:pt x="353" y="53"/>
                </a:cubicBezTo>
                <a:cubicBezTo>
                  <a:pt x="270" y="53"/>
                  <a:pt x="199" y="82"/>
                  <a:pt x="141" y="141"/>
                </a:cubicBezTo>
                <a:cubicBezTo>
                  <a:pt x="82" y="199"/>
                  <a:pt x="53" y="270"/>
                  <a:pt x="53" y="353"/>
                </a:cubicBezTo>
                <a:cubicBezTo>
                  <a:pt x="53" y="436"/>
                  <a:pt x="82" y="507"/>
                  <a:pt x="141" y="566"/>
                </a:cubicBezTo>
                <a:cubicBezTo>
                  <a:pt x="199" y="625"/>
                  <a:pt x="270" y="654"/>
                  <a:pt x="353" y="654"/>
                </a:cubicBezTo>
                <a:moveTo>
                  <a:pt x="353" y="353"/>
                </a:moveTo>
                <a:lnTo>
                  <a:pt x="353" y="353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396" name=""/>
          <p:cNvSpPr txBox="1"/>
          <p:nvPr/>
        </p:nvSpPr>
        <p:spPr>
          <a:xfrm>
            <a:off x="3399480" y="2697120"/>
            <a:ext cx="58885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計画では、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10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のリスクごとにリスク対応と担当を決める</a:t>
            </a:r>
            <a:endParaRPr b="0" lang="ja-JP" sz="18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97" name=""/>
          <p:cNvSpPr txBox="1"/>
          <p:nvPr/>
        </p:nvSpPr>
        <p:spPr>
          <a:xfrm>
            <a:off x="2332800" y="3465360"/>
            <a:ext cx="3816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運用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98" name=""/>
          <p:cNvSpPr/>
          <p:nvPr/>
        </p:nvSpPr>
        <p:spPr>
          <a:xfrm>
            <a:off x="1809720" y="4114440"/>
            <a:ext cx="1219320" cy="476640"/>
          </a:xfrm>
          <a:custGeom>
            <a:avLst/>
            <a:gdLst/>
            <a:ahLst/>
            <a:rect l="0" t="0" r="r" b="b"/>
            <a:pathLst>
              <a:path w="3387" h="1324">
                <a:moveTo>
                  <a:pt x="0" y="1139"/>
                </a:moveTo>
                <a:lnTo>
                  <a:pt x="0" y="186"/>
                </a:lnTo>
                <a:cubicBezTo>
                  <a:pt x="0" y="174"/>
                  <a:pt x="1" y="162"/>
                  <a:pt x="3" y="150"/>
                </a:cubicBezTo>
                <a:cubicBezTo>
                  <a:pt x="6" y="138"/>
                  <a:pt x="9" y="126"/>
                  <a:pt x="14" y="115"/>
                </a:cubicBezTo>
                <a:cubicBezTo>
                  <a:pt x="18" y="104"/>
                  <a:pt x="24" y="93"/>
                  <a:pt x="31" y="83"/>
                </a:cubicBezTo>
                <a:cubicBezTo>
                  <a:pt x="38" y="73"/>
                  <a:pt x="45" y="63"/>
                  <a:pt x="55" y="55"/>
                </a:cubicBezTo>
                <a:cubicBezTo>
                  <a:pt x="63" y="46"/>
                  <a:pt x="73" y="38"/>
                  <a:pt x="83" y="32"/>
                </a:cubicBezTo>
                <a:cubicBezTo>
                  <a:pt x="93" y="25"/>
                  <a:pt x="104" y="19"/>
                  <a:pt x="115" y="15"/>
                </a:cubicBezTo>
                <a:cubicBezTo>
                  <a:pt x="126" y="10"/>
                  <a:pt x="138" y="6"/>
                  <a:pt x="150" y="4"/>
                </a:cubicBezTo>
                <a:cubicBezTo>
                  <a:pt x="162" y="2"/>
                  <a:pt x="174" y="0"/>
                  <a:pt x="186" y="0"/>
                </a:cubicBezTo>
                <a:lnTo>
                  <a:pt x="3202" y="0"/>
                </a:lnTo>
                <a:cubicBezTo>
                  <a:pt x="3214" y="0"/>
                  <a:pt x="3226" y="2"/>
                  <a:pt x="3238" y="4"/>
                </a:cubicBezTo>
                <a:cubicBezTo>
                  <a:pt x="3250" y="6"/>
                  <a:pt x="3262" y="10"/>
                  <a:pt x="3273" y="15"/>
                </a:cubicBezTo>
                <a:cubicBezTo>
                  <a:pt x="3284" y="19"/>
                  <a:pt x="3295" y="25"/>
                  <a:pt x="3305" y="32"/>
                </a:cubicBezTo>
                <a:cubicBezTo>
                  <a:pt x="3315" y="38"/>
                  <a:pt x="3324" y="46"/>
                  <a:pt x="3333" y="55"/>
                </a:cubicBezTo>
                <a:cubicBezTo>
                  <a:pt x="3342" y="63"/>
                  <a:pt x="3349" y="73"/>
                  <a:pt x="3356" y="83"/>
                </a:cubicBezTo>
                <a:cubicBezTo>
                  <a:pt x="3363" y="93"/>
                  <a:pt x="3368" y="104"/>
                  <a:pt x="3373" y="115"/>
                </a:cubicBezTo>
                <a:cubicBezTo>
                  <a:pt x="3378" y="126"/>
                  <a:pt x="3381" y="138"/>
                  <a:pt x="3384" y="150"/>
                </a:cubicBezTo>
                <a:cubicBezTo>
                  <a:pt x="3386" y="162"/>
                  <a:pt x="3387" y="174"/>
                  <a:pt x="3387" y="186"/>
                </a:cubicBezTo>
                <a:lnTo>
                  <a:pt x="3387" y="1139"/>
                </a:lnTo>
                <a:cubicBezTo>
                  <a:pt x="3387" y="1151"/>
                  <a:pt x="3386" y="1163"/>
                  <a:pt x="3384" y="1175"/>
                </a:cubicBezTo>
                <a:cubicBezTo>
                  <a:pt x="3381" y="1187"/>
                  <a:pt x="3378" y="1199"/>
                  <a:pt x="3373" y="1210"/>
                </a:cubicBezTo>
                <a:cubicBezTo>
                  <a:pt x="3368" y="1221"/>
                  <a:pt x="3363" y="1232"/>
                  <a:pt x="3356" y="1242"/>
                </a:cubicBezTo>
                <a:cubicBezTo>
                  <a:pt x="3349" y="1252"/>
                  <a:pt x="3342" y="1262"/>
                  <a:pt x="3333" y="1270"/>
                </a:cubicBezTo>
                <a:cubicBezTo>
                  <a:pt x="3324" y="1279"/>
                  <a:pt x="3315" y="1286"/>
                  <a:pt x="3305" y="1293"/>
                </a:cubicBezTo>
                <a:cubicBezTo>
                  <a:pt x="3295" y="1300"/>
                  <a:pt x="3284" y="1306"/>
                  <a:pt x="3273" y="1310"/>
                </a:cubicBezTo>
                <a:cubicBezTo>
                  <a:pt x="3262" y="1315"/>
                  <a:pt x="3250" y="1318"/>
                  <a:pt x="3238" y="1321"/>
                </a:cubicBezTo>
                <a:cubicBezTo>
                  <a:pt x="3226" y="1323"/>
                  <a:pt x="3214" y="1324"/>
                  <a:pt x="3202" y="1324"/>
                </a:cubicBezTo>
                <a:lnTo>
                  <a:pt x="186" y="1324"/>
                </a:lnTo>
                <a:cubicBezTo>
                  <a:pt x="174" y="1324"/>
                  <a:pt x="162" y="1323"/>
                  <a:pt x="150" y="1321"/>
                </a:cubicBezTo>
                <a:cubicBezTo>
                  <a:pt x="138" y="1318"/>
                  <a:pt x="126" y="1315"/>
                  <a:pt x="115" y="1310"/>
                </a:cubicBezTo>
                <a:cubicBezTo>
                  <a:pt x="104" y="1306"/>
                  <a:pt x="93" y="1300"/>
                  <a:pt x="83" y="1293"/>
                </a:cubicBezTo>
                <a:cubicBezTo>
                  <a:pt x="73" y="1286"/>
                  <a:pt x="63" y="1279"/>
                  <a:pt x="55" y="1270"/>
                </a:cubicBezTo>
                <a:cubicBezTo>
                  <a:pt x="45" y="1262"/>
                  <a:pt x="38" y="1252"/>
                  <a:pt x="31" y="1242"/>
                </a:cubicBezTo>
                <a:cubicBezTo>
                  <a:pt x="24" y="1232"/>
                  <a:pt x="18" y="1221"/>
                  <a:pt x="14" y="1210"/>
                </a:cubicBezTo>
                <a:cubicBezTo>
                  <a:pt x="9" y="1199"/>
                  <a:pt x="6" y="1187"/>
                  <a:pt x="3" y="1175"/>
                </a:cubicBezTo>
                <a:cubicBezTo>
                  <a:pt x="1" y="1163"/>
                  <a:pt x="0" y="1151"/>
                  <a:pt x="0" y="113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399" name=""/>
          <p:cNvSpPr/>
          <p:nvPr/>
        </p:nvSpPr>
        <p:spPr>
          <a:xfrm>
            <a:off x="1809720" y="4114440"/>
            <a:ext cx="1219320" cy="476640"/>
          </a:xfrm>
          <a:custGeom>
            <a:avLst/>
            <a:gdLst/>
            <a:ahLst/>
            <a:rect l="0" t="0" r="r" b="b"/>
            <a:pathLst>
              <a:path w="3387" h="1324">
                <a:moveTo>
                  <a:pt x="0" y="1139"/>
                </a:moveTo>
                <a:lnTo>
                  <a:pt x="0" y="186"/>
                </a:lnTo>
                <a:cubicBezTo>
                  <a:pt x="0" y="174"/>
                  <a:pt x="1" y="162"/>
                  <a:pt x="3" y="150"/>
                </a:cubicBezTo>
                <a:cubicBezTo>
                  <a:pt x="6" y="138"/>
                  <a:pt x="9" y="126"/>
                  <a:pt x="14" y="115"/>
                </a:cubicBezTo>
                <a:cubicBezTo>
                  <a:pt x="18" y="104"/>
                  <a:pt x="24" y="93"/>
                  <a:pt x="31" y="83"/>
                </a:cubicBezTo>
                <a:cubicBezTo>
                  <a:pt x="38" y="73"/>
                  <a:pt x="45" y="63"/>
                  <a:pt x="55" y="55"/>
                </a:cubicBezTo>
                <a:cubicBezTo>
                  <a:pt x="63" y="46"/>
                  <a:pt x="73" y="38"/>
                  <a:pt x="83" y="32"/>
                </a:cubicBezTo>
                <a:cubicBezTo>
                  <a:pt x="93" y="25"/>
                  <a:pt x="104" y="19"/>
                  <a:pt x="115" y="15"/>
                </a:cubicBezTo>
                <a:cubicBezTo>
                  <a:pt x="126" y="10"/>
                  <a:pt x="138" y="6"/>
                  <a:pt x="150" y="4"/>
                </a:cubicBezTo>
                <a:cubicBezTo>
                  <a:pt x="162" y="2"/>
                  <a:pt x="174" y="0"/>
                  <a:pt x="186" y="0"/>
                </a:cubicBezTo>
                <a:lnTo>
                  <a:pt x="3202" y="0"/>
                </a:lnTo>
                <a:cubicBezTo>
                  <a:pt x="3214" y="0"/>
                  <a:pt x="3226" y="2"/>
                  <a:pt x="3238" y="4"/>
                </a:cubicBezTo>
                <a:cubicBezTo>
                  <a:pt x="3250" y="6"/>
                  <a:pt x="3262" y="10"/>
                  <a:pt x="3273" y="15"/>
                </a:cubicBezTo>
                <a:cubicBezTo>
                  <a:pt x="3284" y="19"/>
                  <a:pt x="3295" y="25"/>
                  <a:pt x="3305" y="32"/>
                </a:cubicBezTo>
                <a:cubicBezTo>
                  <a:pt x="3315" y="38"/>
                  <a:pt x="3324" y="46"/>
                  <a:pt x="3333" y="55"/>
                </a:cubicBezTo>
                <a:cubicBezTo>
                  <a:pt x="3342" y="63"/>
                  <a:pt x="3349" y="73"/>
                  <a:pt x="3356" y="83"/>
                </a:cubicBezTo>
                <a:cubicBezTo>
                  <a:pt x="3363" y="93"/>
                  <a:pt x="3368" y="104"/>
                  <a:pt x="3373" y="115"/>
                </a:cubicBezTo>
                <a:cubicBezTo>
                  <a:pt x="3378" y="126"/>
                  <a:pt x="3381" y="138"/>
                  <a:pt x="3384" y="150"/>
                </a:cubicBezTo>
                <a:cubicBezTo>
                  <a:pt x="3386" y="162"/>
                  <a:pt x="3387" y="174"/>
                  <a:pt x="3387" y="186"/>
                </a:cubicBezTo>
                <a:lnTo>
                  <a:pt x="3387" y="1139"/>
                </a:lnTo>
                <a:cubicBezTo>
                  <a:pt x="3387" y="1151"/>
                  <a:pt x="3386" y="1163"/>
                  <a:pt x="3384" y="1175"/>
                </a:cubicBezTo>
                <a:cubicBezTo>
                  <a:pt x="3381" y="1187"/>
                  <a:pt x="3378" y="1199"/>
                  <a:pt x="3373" y="1210"/>
                </a:cubicBezTo>
                <a:cubicBezTo>
                  <a:pt x="3368" y="1221"/>
                  <a:pt x="3363" y="1232"/>
                  <a:pt x="3356" y="1242"/>
                </a:cubicBezTo>
                <a:cubicBezTo>
                  <a:pt x="3349" y="1252"/>
                  <a:pt x="3342" y="1262"/>
                  <a:pt x="3333" y="1270"/>
                </a:cubicBezTo>
                <a:cubicBezTo>
                  <a:pt x="3324" y="1279"/>
                  <a:pt x="3315" y="1286"/>
                  <a:pt x="3305" y="1293"/>
                </a:cubicBezTo>
                <a:cubicBezTo>
                  <a:pt x="3295" y="1300"/>
                  <a:pt x="3284" y="1306"/>
                  <a:pt x="3273" y="1310"/>
                </a:cubicBezTo>
                <a:cubicBezTo>
                  <a:pt x="3262" y="1315"/>
                  <a:pt x="3250" y="1318"/>
                  <a:pt x="3238" y="1321"/>
                </a:cubicBezTo>
                <a:cubicBezTo>
                  <a:pt x="3226" y="1323"/>
                  <a:pt x="3214" y="1324"/>
                  <a:pt x="3202" y="1324"/>
                </a:cubicBezTo>
                <a:lnTo>
                  <a:pt x="186" y="1324"/>
                </a:lnTo>
                <a:cubicBezTo>
                  <a:pt x="174" y="1324"/>
                  <a:pt x="162" y="1323"/>
                  <a:pt x="150" y="1321"/>
                </a:cubicBezTo>
                <a:cubicBezTo>
                  <a:pt x="138" y="1318"/>
                  <a:pt x="126" y="1315"/>
                  <a:pt x="115" y="1310"/>
                </a:cubicBezTo>
                <a:cubicBezTo>
                  <a:pt x="104" y="1306"/>
                  <a:pt x="93" y="1300"/>
                  <a:pt x="83" y="1293"/>
                </a:cubicBezTo>
                <a:cubicBezTo>
                  <a:pt x="73" y="1286"/>
                  <a:pt x="63" y="1279"/>
                  <a:pt x="55" y="1270"/>
                </a:cubicBezTo>
                <a:cubicBezTo>
                  <a:pt x="45" y="1262"/>
                  <a:pt x="38" y="1252"/>
                  <a:pt x="31" y="1242"/>
                </a:cubicBezTo>
                <a:cubicBezTo>
                  <a:pt x="24" y="1232"/>
                  <a:pt x="18" y="1221"/>
                  <a:pt x="14" y="1210"/>
                </a:cubicBezTo>
                <a:cubicBezTo>
                  <a:pt x="9" y="1199"/>
                  <a:pt x="6" y="1187"/>
                  <a:pt x="3" y="1175"/>
                </a:cubicBezTo>
                <a:cubicBezTo>
                  <a:pt x="1" y="1163"/>
                  <a:pt x="0" y="1151"/>
                  <a:pt x="0" y="1139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00" name=""/>
          <p:cNvSpPr/>
          <p:nvPr/>
        </p:nvSpPr>
        <p:spPr>
          <a:xfrm>
            <a:off x="1975320" y="4238280"/>
            <a:ext cx="259560" cy="229320"/>
          </a:xfrm>
          <a:custGeom>
            <a:avLst/>
            <a:gdLst/>
            <a:ahLst/>
            <a:rect l="0" t="0" r="r" b="b"/>
            <a:pathLst>
              <a:path w="721" h="637">
                <a:moveTo>
                  <a:pt x="53" y="637"/>
                </a:moveTo>
                <a:cubicBezTo>
                  <a:pt x="39" y="637"/>
                  <a:pt x="26" y="632"/>
                  <a:pt x="16" y="622"/>
                </a:cubicBezTo>
                <a:cubicBezTo>
                  <a:pt x="5" y="611"/>
                  <a:pt x="0" y="599"/>
                  <a:pt x="0" y="585"/>
                </a:cubicBezTo>
                <a:lnTo>
                  <a:pt x="0" y="53"/>
                </a:lnTo>
                <a:cubicBezTo>
                  <a:pt x="0" y="39"/>
                  <a:pt x="5" y="27"/>
                  <a:pt x="16" y="16"/>
                </a:cubicBezTo>
                <a:cubicBezTo>
                  <a:pt x="26" y="6"/>
                  <a:pt x="39" y="0"/>
                  <a:pt x="53" y="0"/>
                </a:cubicBezTo>
                <a:lnTo>
                  <a:pt x="668" y="0"/>
                </a:lnTo>
                <a:cubicBezTo>
                  <a:pt x="682" y="0"/>
                  <a:pt x="694" y="6"/>
                  <a:pt x="705" y="16"/>
                </a:cubicBezTo>
                <a:cubicBezTo>
                  <a:pt x="715" y="27"/>
                  <a:pt x="721" y="39"/>
                  <a:pt x="721" y="53"/>
                </a:cubicBezTo>
                <a:lnTo>
                  <a:pt x="721" y="585"/>
                </a:lnTo>
                <a:cubicBezTo>
                  <a:pt x="721" y="599"/>
                  <a:pt x="715" y="611"/>
                  <a:pt x="705" y="622"/>
                </a:cubicBezTo>
                <a:cubicBezTo>
                  <a:pt x="694" y="632"/>
                  <a:pt x="682" y="637"/>
                  <a:pt x="668" y="637"/>
                </a:cubicBezTo>
                <a:lnTo>
                  <a:pt x="53" y="637"/>
                </a:lnTo>
                <a:moveTo>
                  <a:pt x="53" y="585"/>
                </a:moveTo>
                <a:lnTo>
                  <a:pt x="668" y="585"/>
                </a:lnTo>
                <a:lnTo>
                  <a:pt x="668" y="53"/>
                </a:lnTo>
                <a:lnTo>
                  <a:pt x="53" y="53"/>
                </a:lnTo>
                <a:lnTo>
                  <a:pt x="53" y="585"/>
                </a:lnTo>
                <a:moveTo>
                  <a:pt x="113" y="496"/>
                </a:moveTo>
                <a:lnTo>
                  <a:pt x="289" y="496"/>
                </a:lnTo>
                <a:lnTo>
                  <a:pt x="289" y="425"/>
                </a:lnTo>
                <a:lnTo>
                  <a:pt x="113" y="425"/>
                </a:lnTo>
                <a:lnTo>
                  <a:pt x="113" y="496"/>
                </a:lnTo>
                <a:moveTo>
                  <a:pt x="450" y="425"/>
                </a:moveTo>
                <a:lnTo>
                  <a:pt x="624" y="250"/>
                </a:lnTo>
                <a:lnTo>
                  <a:pt x="574" y="200"/>
                </a:lnTo>
                <a:lnTo>
                  <a:pt x="450" y="325"/>
                </a:lnTo>
                <a:lnTo>
                  <a:pt x="399" y="275"/>
                </a:lnTo>
                <a:lnTo>
                  <a:pt x="350" y="325"/>
                </a:lnTo>
                <a:lnTo>
                  <a:pt x="450" y="425"/>
                </a:lnTo>
                <a:moveTo>
                  <a:pt x="113" y="354"/>
                </a:moveTo>
                <a:lnTo>
                  <a:pt x="289" y="354"/>
                </a:lnTo>
                <a:lnTo>
                  <a:pt x="289" y="284"/>
                </a:lnTo>
                <a:lnTo>
                  <a:pt x="113" y="284"/>
                </a:lnTo>
                <a:lnTo>
                  <a:pt x="113" y="354"/>
                </a:lnTo>
                <a:moveTo>
                  <a:pt x="113" y="213"/>
                </a:moveTo>
                <a:lnTo>
                  <a:pt x="289" y="213"/>
                </a:lnTo>
                <a:lnTo>
                  <a:pt x="289" y="143"/>
                </a:lnTo>
                <a:lnTo>
                  <a:pt x="113" y="143"/>
                </a:lnTo>
                <a:lnTo>
                  <a:pt x="113" y="213"/>
                </a:lnTo>
                <a:moveTo>
                  <a:pt x="53" y="585"/>
                </a:moveTo>
                <a:lnTo>
                  <a:pt x="53" y="53"/>
                </a:lnTo>
                <a:lnTo>
                  <a:pt x="53" y="585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401" name=""/>
          <p:cNvSpPr txBox="1"/>
          <p:nvPr/>
        </p:nvSpPr>
        <p:spPr>
          <a:xfrm>
            <a:off x="3399480" y="3440160"/>
            <a:ext cx="71247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承認を得たら、利用開始、日々の利用、事故の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3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つの場面で運用する</a:t>
            </a:r>
            <a:endParaRPr b="0" lang="ja-JP" sz="18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02" name=""/>
          <p:cNvSpPr txBox="1"/>
          <p:nvPr/>
        </p:nvSpPr>
        <p:spPr>
          <a:xfrm>
            <a:off x="2332800" y="4208040"/>
            <a:ext cx="3816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評価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03" name=""/>
          <p:cNvSpPr/>
          <p:nvPr/>
        </p:nvSpPr>
        <p:spPr>
          <a:xfrm>
            <a:off x="1809720" y="4857480"/>
            <a:ext cx="1219320" cy="476640"/>
          </a:xfrm>
          <a:custGeom>
            <a:avLst/>
            <a:gdLst/>
            <a:ahLst/>
            <a:rect l="0" t="0" r="r" b="b"/>
            <a:pathLst>
              <a:path w="3387" h="1324">
                <a:moveTo>
                  <a:pt x="0" y="1139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5"/>
                </a:cubicBezTo>
                <a:cubicBezTo>
                  <a:pt x="18" y="103"/>
                  <a:pt x="24" y="93"/>
                  <a:pt x="31" y="83"/>
                </a:cubicBezTo>
                <a:cubicBezTo>
                  <a:pt x="38" y="72"/>
                  <a:pt x="45" y="63"/>
                  <a:pt x="55" y="54"/>
                </a:cubicBezTo>
                <a:cubicBezTo>
                  <a:pt x="63" y="46"/>
                  <a:pt x="73" y="38"/>
                  <a:pt x="83" y="31"/>
                </a:cubicBezTo>
                <a:cubicBezTo>
                  <a:pt x="93" y="25"/>
                  <a:pt x="104" y="19"/>
                  <a:pt x="115" y="14"/>
                </a:cubicBezTo>
                <a:cubicBezTo>
                  <a:pt x="126" y="10"/>
                  <a:pt x="138" y="6"/>
                  <a:pt x="150" y="4"/>
                </a:cubicBezTo>
                <a:cubicBezTo>
                  <a:pt x="162" y="1"/>
                  <a:pt x="174" y="0"/>
                  <a:pt x="186" y="0"/>
                </a:cubicBezTo>
                <a:lnTo>
                  <a:pt x="3202" y="0"/>
                </a:lnTo>
                <a:cubicBezTo>
                  <a:pt x="3214" y="0"/>
                  <a:pt x="3226" y="1"/>
                  <a:pt x="3238" y="4"/>
                </a:cubicBezTo>
                <a:cubicBezTo>
                  <a:pt x="3250" y="6"/>
                  <a:pt x="3262" y="10"/>
                  <a:pt x="3273" y="14"/>
                </a:cubicBezTo>
                <a:cubicBezTo>
                  <a:pt x="3284" y="19"/>
                  <a:pt x="3295" y="25"/>
                  <a:pt x="3305" y="31"/>
                </a:cubicBezTo>
                <a:cubicBezTo>
                  <a:pt x="3315" y="38"/>
                  <a:pt x="3324" y="46"/>
                  <a:pt x="3333" y="54"/>
                </a:cubicBezTo>
                <a:cubicBezTo>
                  <a:pt x="3342" y="63"/>
                  <a:pt x="3349" y="72"/>
                  <a:pt x="3356" y="83"/>
                </a:cubicBezTo>
                <a:cubicBezTo>
                  <a:pt x="3363" y="93"/>
                  <a:pt x="3368" y="103"/>
                  <a:pt x="3373" y="115"/>
                </a:cubicBezTo>
                <a:cubicBezTo>
                  <a:pt x="3378" y="126"/>
                  <a:pt x="3381" y="137"/>
                  <a:pt x="3384" y="149"/>
                </a:cubicBezTo>
                <a:cubicBezTo>
                  <a:pt x="3386" y="161"/>
                  <a:pt x="3387" y="173"/>
                  <a:pt x="3387" y="185"/>
                </a:cubicBezTo>
                <a:lnTo>
                  <a:pt x="3387" y="1139"/>
                </a:lnTo>
                <a:cubicBezTo>
                  <a:pt x="3387" y="1151"/>
                  <a:pt x="3386" y="1163"/>
                  <a:pt x="3384" y="1175"/>
                </a:cubicBezTo>
                <a:cubicBezTo>
                  <a:pt x="3381" y="1187"/>
                  <a:pt x="3378" y="1199"/>
                  <a:pt x="3373" y="1210"/>
                </a:cubicBezTo>
                <a:cubicBezTo>
                  <a:pt x="3368" y="1221"/>
                  <a:pt x="3363" y="1232"/>
                  <a:pt x="3356" y="1242"/>
                </a:cubicBezTo>
                <a:cubicBezTo>
                  <a:pt x="3349" y="1252"/>
                  <a:pt x="3342" y="1261"/>
                  <a:pt x="3333" y="1270"/>
                </a:cubicBezTo>
                <a:cubicBezTo>
                  <a:pt x="3324" y="1279"/>
                  <a:pt x="3315" y="1286"/>
                  <a:pt x="3305" y="1293"/>
                </a:cubicBezTo>
                <a:cubicBezTo>
                  <a:pt x="3295" y="1300"/>
                  <a:pt x="3284" y="1305"/>
                  <a:pt x="3273" y="1310"/>
                </a:cubicBezTo>
                <a:cubicBezTo>
                  <a:pt x="3262" y="1315"/>
                  <a:pt x="3250" y="1318"/>
                  <a:pt x="3238" y="1321"/>
                </a:cubicBezTo>
                <a:cubicBezTo>
                  <a:pt x="3226" y="1323"/>
                  <a:pt x="3214" y="1324"/>
                  <a:pt x="3202" y="1324"/>
                </a:cubicBezTo>
                <a:lnTo>
                  <a:pt x="186" y="1324"/>
                </a:lnTo>
                <a:cubicBezTo>
                  <a:pt x="174" y="1324"/>
                  <a:pt x="162" y="1323"/>
                  <a:pt x="150" y="1321"/>
                </a:cubicBezTo>
                <a:cubicBezTo>
                  <a:pt x="138" y="1318"/>
                  <a:pt x="126" y="1315"/>
                  <a:pt x="115" y="1310"/>
                </a:cubicBezTo>
                <a:cubicBezTo>
                  <a:pt x="104" y="1305"/>
                  <a:pt x="93" y="1300"/>
                  <a:pt x="83" y="1293"/>
                </a:cubicBezTo>
                <a:cubicBezTo>
                  <a:pt x="73" y="1286"/>
                  <a:pt x="63" y="1279"/>
                  <a:pt x="55" y="1270"/>
                </a:cubicBezTo>
                <a:cubicBezTo>
                  <a:pt x="45" y="1261"/>
                  <a:pt x="38" y="1252"/>
                  <a:pt x="31" y="1242"/>
                </a:cubicBezTo>
                <a:cubicBezTo>
                  <a:pt x="24" y="1232"/>
                  <a:pt x="18" y="1221"/>
                  <a:pt x="14" y="1210"/>
                </a:cubicBezTo>
                <a:cubicBezTo>
                  <a:pt x="9" y="1199"/>
                  <a:pt x="6" y="1187"/>
                  <a:pt x="3" y="1175"/>
                </a:cubicBezTo>
                <a:cubicBezTo>
                  <a:pt x="1" y="1163"/>
                  <a:pt x="0" y="1151"/>
                  <a:pt x="0" y="113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04" name=""/>
          <p:cNvSpPr/>
          <p:nvPr/>
        </p:nvSpPr>
        <p:spPr>
          <a:xfrm>
            <a:off x="1809720" y="4857480"/>
            <a:ext cx="1219320" cy="476640"/>
          </a:xfrm>
          <a:custGeom>
            <a:avLst/>
            <a:gdLst/>
            <a:ahLst/>
            <a:rect l="0" t="0" r="r" b="b"/>
            <a:pathLst>
              <a:path w="3387" h="1324">
                <a:moveTo>
                  <a:pt x="0" y="1139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5"/>
                </a:cubicBezTo>
                <a:cubicBezTo>
                  <a:pt x="18" y="103"/>
                  <a:pt x="24" y="93"/>
                  <a:pt x="31" y="83"/>
                </a:cubicBezTo>
                <a:cubicBezTo>
                  <a:pt x="38" y="72"/>
                  <a:pt x="45" y="63"/>
                  <a:pt x="55" y="54"/>
                </a:cubicBezTo>
                <a:cubicBezTo>
                  <a:pt x="63" y="46"/>
                  <a:pt x="73" y="38"/>
                  <a:pt x="83" y="31"/>
                </a:cubicBezTo>
                <a:cubicBezTo>
                  <a:pt x="93" y="25"/>
                  <a:pt x="104" y="19"/>
                  <a:pt x="115" y="14"/>
                </a:cubicBezTo>
                <a:cubicBezTo>
                  <a:pt x="126" y="10"/>
                  <a:pt x="138" y="6"/>
                  <a:pt x="150" y="4"/>
                </a:cubicBezTo>
                <a:cubicBezTo>
                  <a:pt x="162" y="1"/>
                  <a:pt x="174" y="0"/>
                  <a:pt x="186" y="0"/>
                </a:cubicBezTo>
                <a:lnTo>
                  <a:pt x="3202" y="0"/>
                </a:lnTo>
                <a:cubicBezTo>
                  <a:pt x="3214" y="0"/>
                  <a:pt x="3226" y="1"/>
                  <a:pt x="3238" y="4"/>
                </a:cubicBezTo>
                <a:cubicBezTo>
                  <a:pt x="3250" y="6"/>
                  <a:pt x="3262" y="10"/>
                  <a:pt x="3273" y="14"/>
                </a:cubicBezTo>
                <a:cubicBezTo>
                  <a:pt x="3284" y="19"/>
                  <a:pt x="3295" y="25"/>
                  <a:pt x="3305" y="31"/>
                </a:cubicBezTo>
                <a:cubicBezTo>
                  <a:pt x="3315" y="38"/>
                  <a:pt x="3324" y="46"/>
                  <a:pt x="3333" y="54"/>
                </a:cubicBezTo>
                <a:cubicBezTo>
                  <a:pt x="3342" y="63"/>
                  <a:pt x="3349" y="72"/>
                  <a:pt x="3356" y="83"/>
                </a:cubicBezTo>
                <a:cubicBezTo>
                  <a:pt x="3363" y="93"/>
                  <a:pt x="3368" y="103"/>
                  <a:pt x="3373" y="115"/>
                </a:cubicBezTo>
                <a:cubicBezTo>
                  <a:pt x="3378" y="126"/>
                  <a:pt x="3381" y="137"/>
                  <a:pt x="3384" y="149"/>
                </a:cubicBezTo>
                <a:cubicBezTo>
                  <a:pt x="3386" y="161"/>
                  <a:pt x="3387" y="173"/>
                  <a:pt x="3387" y="185"/>
                </a:cubicBezTo>
                <a:lnTo>
                  <a:pt x="3387" y="1139"/>
                </a:lnTo>
                <a:cubicBezTo>
                  <a:pt x="3387" y="1151"/>
                  <a:pt x="3386" y="1163"/>
                  <a:pt x="3384" y="1175"/>
                </a:cubicBezTo>
                <a:cubicBezTo>
                  <a:pt x="3381" y="1187"/>
                  <a:pt x="3378" y="1199"/>
                  <a:pt x="3373" y="1210"/>
                </a:cubicBezTo>
                <a:cubicBezTo>
                  <a:pt x="3368" y="1221"/>
                  <a:pt x="3363" y="1232"/>
                  <a:pt x="3356" y="1242"/>
                </a:cubicBezTo>
                <a:cubicBezTo>
                  <a:pt x="3349" y="1252"/>
                  <a:pt x="3342" y="1261"/>
                  <a:pt x="3333" y="1270"/>
                </a:cubicBezTo>
                <a:cubicBezTo>
                  <a:pt x="3324" y="1279"/>
                  <a:pt x="3315" y="1286"/>
                  <a:pt x="3305" y="1293"/>
                </a:cubicBezTo>
                <a:cubicBezTo>
                  <a:pt x="3295" y="1300"/>
                  <a:pt x="3284" y="1305"/>
                  <a:pt x="3273" y="1310"/>
                </a:cubicBezTo>
                <a:cubicBezTo>
                  <a:pt x="3262" y="1315"/>
                  <a:pt x="3250" y="1318"/>
                  <a:pt x="3238" y="1321"/>
                </a:cubicBezTo>
                <a:cubicBezTo>
                  <a:pt x="3226" y="1323"/>
                  <a:pt x="3214" y="1324"/>
                  <a:pt x="3202" y="1324"/>
                </a:cubicBezTo>
                <a:lnTo>
                  <a:pt x="186" y="1324"/>
                </a:lnTo>
                <a:cubicBezTo>
                  <a:pt x="174" y="1324"/>
                  <a:pt x="162" y="1323"/>
                  <a:pt x="150" y="1321"/>
                </a:cubicBezTo>
                <a:cubicBezTo>
                  <a:pt x="138" y="1318"/>
                  <a:pt x="126" y="1315"/>
                  <a:pt x="115" y="1310"/>
                </a:cubicBezTo>
                <a:cubicBezTo>
                  <a:pt x="104" y="1305"/>
                  <a:pt x="93" y="1300"/>
                  <a:pt x="83" y="1293"/>
                </a:cubicBezTo>
                <a:cubicBezTo>
                  <a:pt x="73" y="1286"/>
                  <a:pt x="63" y="1279"/>
                  <a:pt x="55" y="1270"/>
                </a:cubicBezTo>
                <a:cubicBezTo>
                  <a:pt x="45" y="1261"/>
                  <a:pt x="38" y="1252"/>
                  <a:pt x="31" y="1242"/>
                </a:cubicBezTo>
                <a:cubicBezTo>
                  <a:pt x="24" y="1232"/>
                  <a:pt x="18" y="1221"/>
                  <a:pt x="14" y="1210"/>
                </a:cubicBezTo>
                <a:cubicBezTo>
                  <a:pt x="9" y="1199"/>
                  <a:pt x="6" y="1187"/>
                  <a:pt x="3" y="1175"/>
                </a:cubicBezTo>
                <a:cubicBezTo>
                  <a:pt x="1" y="1163"/>
                  <a:pt x="0" y="1151"/>
                  <a:pt x="0" y="1139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05" name=""/>
          <p:cNvSpPr/>
          <p:nvPr/>
        </p:nvSpPr>
        <p:spPr>
          <a:xfrm>
            <a:off x="2003400" y="4956840"/>
            <a:ext cx="203400" cy="279000"/>
          </a:xfrm>
          <a:custGeom>
            <a:avLst/>
            <a:gdLst/>
            <a:ahLst/>
            <a:rect l="0" t="0" r="r" b="b"/>
            <a:pathLst>
              <a:path w="565" h="775">
                <a:moveTo>
                  <a:pt x="31" y="517"/>
                </a:moveTo>
                <a:cubicBezTo>
                  <a:pt x="20" y="496"/>
                  <a:pt x="11" y="475"/>
                  <a:pt x="7" y="453"/>
                </a:cubicBezTo>
                <a:cubicBezTo>
                  <a:pt x="2" y="432"/>
                  <a:pt x="0" y="410"/>
                  <a:pt x="0" y="387"/>
                </a:cubicBezTo>
                <a:cubicBezTo>
                  <a:pt x="0" y="310"/>
                  <a:pt x="27" y="244"/>
                  <a:pt x="83" y="189"/>
                </a:cubicBezTo>
                <a:cubicBezTo>
                  <a:pt x="138" y="133"/>
                  <a:pt x="205" y="105"/>
                  <a:pt x="282" y="105"/>
                </a:cubicBezTo>
                <a:lnTo>
                  <a:pt x="320" y="105"/>
                </a:lnTo>
                <a:lnTo>
                  <a:pt x="249" y="35"/>
                </a:lnTo>
                <a:lnTo>
                  <a:pt x="284" y="0"/>
                </a:lnTo>
                <a:lnTo>
                  <a:pt x="416" y="132"/>
                </a:lnTo>
                <a:lnTo>
                  <a:pt x="284" y="263"/>
                </a:lnTo>
                <a:lnTo>
                  <a:pt x="248" y="228"/>
                </a:lnTo>
                <a:lnTo>
                  <a:pt x="318" y="158"/>
                </a:lnTo>
                <a:lnTo>
                  <a:pt x="282" y="158"/>
                </a:lnTo>
                <a:cubicBezTo>
                  <a:pt x="219" y="158"/>
                  <a:pt x="165" y="181"/>
                  <a:pt x="120" y="226"/>
                </a:cubicBezTo>
                <a:cubicBezTo>
                  <a:pt x="75" y="271"/>
                  <a:pt x="52" y="325"/>
                  <a:pt x="52" y="387"/>
                </a:cubicBezTo>
                <a:cubicBezTo>
                  <a:pt x="52" y="405"/>
                  <a:pt x="54" y="421"/>
                  <a:pt x="57" y="436"/>
                </a:cubicBezTo>
                <a:cubicBezTo>
                  <a:pt x="61" y="451"/>
                  <a:pt x="65" y="466"/>
                  <a:pt x="69" y="479"/>
                </a:cubicBezTo>
                <a:lnTo>
                  <a:pt x="31" y="517"/>
                </a:lnTo>
                <a:moveTo>
                  <a:pt x="278" y="775"/>
                </a:moveTo>
                <a:lnTo>
                  <a:pt x="147" y="643"/>
                </a:lnTo>
                <a:lnTo>
                  <a:pt x="278" y="511"/>
                </a:lnTo>
                <a:lnTo>
                  <a:pt x="313" y="546"/>
                </a:lnTo>
                <a:lnTo>
                  <a:pt x="242" y="617"/>
                </a:lnTo>
                <a:lnTo>
                  <a:pt x="282" y="617"/>
                </a:lnTo>
                <a:cubicBezTo>
                  <a:pt x="345" y="617"/>
                  <a:pt x="400" y="594"/>
                  <a:pt x="445" y="549"/>
                </a:cubicBezTo>
                <a:cubicBezTo>
                  <a:pt x="490" y="503"/>
                  <a:pt x="512" y="450"/>
                  <a:pt x="512" y="387"/>
                </a:cubicBezTo>
                <a:cubicBezTo>
                  <a:pt x="512" y="370"/>
                  <a:pt x="511" y="353"/>
                  <a:pt x="508" y="338"/>
                </a:cubicBezTo>
                <a:cubicBezTo>
                  <a:pt x="505" y="323"/>
                  <a:pt x="500" y="308"/>
                  <a:pt x="494" y="295"/>
                </a:cubicBezTo>
                <a:lnTo>
                  <a:pt x="532" y="257"/>
                </a:lnTo>
                <a:cubicBezTo>
                  <a:pt x="544" y="278"/>
                  <a:pt x="553" y="299"/>
                  <a:pt x="558" y="321"/>
                </a:cubicBezTo>
                <a:cubicBezTo>
                  <a:pt x="563" y="342"/>
                  <a:pt x="565" y="364"/>
                  <a:pt x="565" y="387"/>
                </a:cubicBezTo>
                <a:cubicBezTo>
                  <a:pt x="565" y="464"/>
                  <a:pt x="537" y="530"/>
                  <a:pt x="482" y="586"/>
                </a:cubicBezTo>
                <a:cubicBezTo>
                  <a:pt x="426" y="642"/>
                  <a:pt x="360" y="670"/>
                  <a:pt x="282" y="670"/>
                </a:cubicBezTo>
                <a:lnTo>
                  <a:pt x="242" y="670"/>
                </a:lnTo>
                <a:lnTo>
                  <a:pt x="313" y="740"/>
                </a:lnTo>
                <a:lnTo>
                  <a:pt x="278" y="775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406" name=""/>
          <p:cNvSpPr txBox="1"/>
          <p:nvPr/>
        </p:nvSpPr>
        <p:spPr>
          <a:xfrm>
            <a:off x="3399480" y="4182840"/>
            <a:ext cx="61729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報告と日々の記録は、内部監査で決まりどおりかを評価する</a:t>
            </a:r>
            <a:endParaRPr b="0" lang="ja-JP" sz="18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07" name=""/>
          <p:cNvSpPr txBox="1"/>
          <p:nvPr/>
        </p:nvSpPr>
        <p:spPr>
          <a:xfrm>
            <a:off x="2332800" y="4951080"/>
            <a:ext cx="3816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改善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08" name=""/>
          <p:cNvSpPr/>
          <p:nvPr/>
        </p:nvSpPr>
        <p:spPr>
          <a:xfrm>
            <a:off x="1809720" y="5600520"/>
            <a:ext cx="1219320" cy="476640"/>
          </a:xfrm>
          <a:custGeom>
            <a:avLst/>
            <a:gdLst/>
            <a:ahLst/>
            <a:rect l="0" t="0" r="r" b="b"/>
            <a:pathLst>
              <a:path w="3387" h="1324">
                <a:moveTo>
                  <a:pt x="0" y="1139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5" y="54"/>
                </a:cubicBezTo>
                <a:cubicBezTo>
                  <a:pt x="63" y="46"/>
                  <a:pt x="73" y="38"/>
                  <a:pt x="83" y="31"/>
                </a:cubicBezTo>
                <a:cubicBezTo>
                  <a:pt x="93" y="24"/>
                  <a:pt x="104" y="19"/>
                  <a:pt x="115" y="14"/>
                </a:cubicBezTo>
                <a:cubicBezTo>
                  <a:pt x="126" y="9"/>
                  <a:pt x="138" y="6"/>
                  <a:pt x="150" y="4"/>
                </a:cubicBezTo>
                <a:cubicBezTo>
                  <a:pt x="162" y="1"/>
                  <a:pt x="174" y="0"/>
                  <a:pt x="186" y="0"/>
                </a:cubicBezTo>
                <a:lnTo>
                  <a:pt x="3202" y="0"/>
                </a:lnTo>
                <a:cubicBezTo>
                  <a:pt x="3214" y="0"/>
                  <a:pt x="3226" y="1"/>
                  <a:pt x="3238" y="4"/>
                </a:cubicBezTo>
                <a:cubicBezTo>
                  <a:pt x="3250" y="6"/>
                  <a:pt x="3262" y="9"/>
                  <a:pt x="3273" y="14"/>
                </a:cubicBezTo>
                <a:cubicBezTo>
                  <a:pt x="3284" y="19"/>
                  <a:pt x="3295" y="24"/>
                  <a:pt x="3305" y="31"/>
                </a:cubicBezTo>
                <a:cubicBezTo>
                  <a:pt x="3315" y="38"/>
                  <a:pt x="3324" y="46"/>
                  <a:pt x="3333" y="54"/>
                </a:cubicBezTo>
                <a:cubicBezTo>
                  <a:pt x="3342" y="63"/>
                  <a:pt x="3349" y="72"/>
                  <a:pt x="3356" y="82"/>
                </a:cubicBezTo>
                <a:cubicBezTo>
                  <a:pt x="3363" y="92"/>
                  <a:pt x="3368" y="103"/>
                  <a:pt x="3373" y="114"/>
                </a:cubicBezTo>
                <a:cubicBezTo>
                  <a:pt x="3378" y="126"/>
                  <a:pt x="3381" y="137"/>
                  <a:pt x="3384" y="149"/>
                </a:cubicBezTo>
                <a:cubicBezTo>
                  <a:pt x="3386" y="161"/>
                  <a:pt x="3387" y="173"/>
                  <a:pt x="3387" y="185"/>
                </a:cubicBezTo>
                <a:lnTo>
                  <a:pt x="3387" y="1139"/>
                </a:lnTo>
                <a:cubicBezTo>
                  <a:pt x="3387" y="1151"/>
                  <a:pt x="3386" y="1163"/>
                  <a:pt x="3384" y="1175"/>
                </a:cubicBezTo>
                <a:cubicBezTo>
                  <a:pt x="3381" y="1187"/>
                  <a:pt x="3378" y="1198"/>
                  <a:pt x="3373" y="1210"/>
                </a:cubicBezTo>
                <a:cubicBezTo>
                  <a:pt x="3368" y="1221"/>
                  <a:pt x="3363" y="1231"/>
                  <a:pt x="3356" y="1242"/>
                </a:cubicBezTo>
                <a:cubicBezTo>
                  <a:pt x="3349" y="1252"/>
                  <a:pt x="3342" y="1261"/>
                  <a:pt x="3333" y="1270"/>
                </a:cubicBezTo>
                <a:cubicBezTo>
                  <a:pt x="3324" y="1278"/>
                  <a:pt x="3315" y="1286"/>
                  <a:pt x="3305" y="1293"/>
                </a:cubicBezTo>
                <a:cubicBezTo>
                  <a:pt x="3295" y="1299"/>
                  <a:pt x="3284" y="1305"/>
                  <a:pt x="3273" y="1310"/>
                </a:cubicBezTo>
                <a:cubicBezTo>
                  <a:pt x="3262" y="1314"/>
                  <a:pt x="3250" y="1318"/>
                  <a:pt x="3238" y="1320"/>
                </a:cubicBezTo>
                <a:cubicBezTo>
                  <a:pt x="3226" y="1323"/>
                  <a:pt x="3214" y="1324"/>
                  <a:pt x="3202" y="1324"/>
                </a:cubicBezTo>
                <a:lnTo>
                  <a:pt x="186" y="1324"/>
                </a:lnTo>
                <a:cubicBezTo>
                  <a:pt x="174" y="1324"/>
                  <a:pt x="162" y="1323"/>
                  <a:pt x="150" y="1320"/>
                </a:cubicBezTo>
                <a:cubicBezTo>
                  <a:pt x="138" y="1318"/>
                  <a:pt x="126" y="1314"/>
                  <a:pt x="115" y="1310"/>
                </a:cubicBezTo>
                <a:cubicBezTo>
                  <a:pt x="104" y="1305"/>
                  <a:pt x="93" y="1299"/>
                  <a:pt x="83" y="1293"/>
                </a:cubicBezTo>
                <a:cubicBezTo>
                  <a:pt x="73" y="1286"/>
                  <a:pt x="63" y="1278"/>
                  <a:pt x="55" y="1270"/>
                </a:cubicBezTo>
                <a:cubicBezTo>
                  <a:pt x="45" y="1261"/>
                  <a:pt x="38" y="1252"/>
                  <a:pt x="31" y="1242"/>
                </a:cubicBezTo>
                <a:cubicBezTo>
                  <a:pt x="24" y="1231"/>
                  <a:pt x="18" y="1221"/>
                  <a:pt x="14" y="1210"/>
                </a:cubicBezTo>
                <a:cubicBezTo>
                  <a:pt x="9" y="1198"/>
                  <a:pt x="6" y="1187"/>
                  <a:pt x="3" y="1175"/>
                </a:cubicBezTo>
                <a:cubicBezTo>
                  <a:pt x="1" y="1163"/>
                  <a:pt x="0" y="1151"/>
                  <a:pt x="0" y="113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09" name=""/>
          <p:cNvSpPr/>
          <p:nvPr/>
        </p:nvSpPr>
        <p:spPr>
          <a:xfrm>
            <a:off x="1809720" y="5600520"/>
            <a:ext cx="1219320" cy="476640"/>
          </a:xfrm>
          <a:custGeom>
            <a:avLst/>
            <a:gdLst/>
            <a:ahLst/>
            <a:rect l="0" t="0" r="r" b="b"/>
            <a:pathLst>
              <a:path w="3387" h="1324">
                <a:moveTo>
                  <a:pt x="0" y="1139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5" y="54"/>
                </a:cubicBezTo>
                <a:cubicBezTo>
                  <a:pt x="63" y="46"/>
                  <a:pt x="73" y="38"/>
                  <a:pt x="83" y="31"/>
                </a:cubicBezTo>
                <a:cubicBezTo>
                  <a:pt x="93" y="24"/>
                  <a:pt x="104" y="19"/>
                  <a:pt x="115" y="14"/>
                </a:cubicBezTo>
                <a:cubicBezTo>
                  <a:pt x="126" y="9"/>
                  <a:pt x="138" y="6"/>
                  <a:pt x="150" y="4"/>
                </a:cubicBezTo>
                <a:cubicBezTo>
                  <a:pt x="162" y="1"/>
                  <a:pt x="174" y="0"/>
                  <a:pt x="186" y="0"/>
                </a:cubicBezTo>
                <a:lnTo>
                  <a:pt x="3202" y="0"/>
                </a:lnTo>
                <a:cubicBezTo>
                  <a:pt x="3214" y="0"/>
                  <a:pt x="3226" y="1"/>
                  <a:pt x="3238" y="4"/>
                </a:cubicBezTo>
                <a:cubicBezTo>
                  <a:pt x="3250" y="6"/>
                  <a:pt x="3262" y="9"/>
                  <a:pt x="3273" y="14"/>
                </a:cubicBezTo>
                <a:cubicBezTo>
                  <a:pt x="3284" y="19"/>
                  <a:pt x="3295" y="24"/>
                  <a:pt x="3305" y="31"/>
                </a:cubicBezTo>
                <a:cubicBezTo>
                  <a:pt x="3315" y="38"/>
                  <a:pt x="3324" y="46"/>
                  <a:pt x="3333" y="54"/>
                </a:cubicBezTo>
                <a:cubicBezTo>
                  <a:pt x="3342" y="63"/>
                  <a:pt x="3349" y="72"/>
                  <a:pt x="3356" y="82"/>
                </a:cubicBezTo>
                <a:cubicBezTo>
                  <a:pt x="3363" y="92"/>
                  <a:pt x="3368" y="103"/>
                  <a:pt x="3373" y="114"/>
                </a:cubicBezTo>
                <a:cubicBezTo>
                  <a:pt x="3378" y="126"/>
                  <a:pt x="3381" y="137"/>
                  <a:pt x="3384" y="149"/>
                </a:cubicBezTo>
                <a:cubicBezTo>
                  <a:pt x="3386" y="161"/>
                  <a:pt x="3387" y="173"/>
                  <a:pt x="3387" y="185"/>
                </a:cubicBezTo>
                <a:lnTo>
                  <a:pt x="3387" y="1139"/>
                </a:lnTo>
                <a:cubicBezTo>
                  <a:pt x="3387" y="1151"/>
                  <a:pt x="3386" y="1163"/>
                  <a:pt x="3384" y="1175"/>
                </a:cubicBezTo>
                <a:cubicBezTo>
                  <a:pt x="3381" y="1187"/>
                  <a:pt x="3378" y="1198"/>
                  <a:pt x="3373" y="1210"/>
                </a:cubicBezTo>
                <a:cubicBezTo>
                  <a:pt x="3368" y="1221"/>
                  <a:pt x="3363" y="1231"/>
                  <a:pt x="3356" y="1242"/>
                </a:cubicBezTo>
                <a:cubicBezTo>
                  <a:pt x="3349" y="1252"/>
                  <a:pt x="3342" y="1261"/>
                  <a:pt x="3333" y="1270"/>
                </a:cubicBezTo>
                <a:cubicBezTo>
                  <a:pt x="3324" y="1278"/>
                  <a:pt x="3315" y="1286"/>
                  <a:pt x="3305" y="1293"/>
                </a:cubicBezTo>
                <a:cubicBezTo>
                  <a:pt x="3295" y="1299"/>
                  <a:pt x="3284" y="1305"/>
                  <a:pt x="3273" y="1310"/>
                </a:cubicBezTo>
                <a:cubicBezTo>
                  <a:pt x="3262" y="1314"/>
                  <a:pt x="3250" y="1318"/>
                  <a:pt x="3238" y="1320"/>
                </a:cubicBezTo>
                <a:cubicBezTo>
                  <a:pt x="3226" y="1323"/>
                  <a:pt x="3214" y="1324"/>
                  <a:pt x="3202" y="1324"/>
                </a:cubicBezTo>
                <a:lnTo>
                  <a:pt x="186" y="1324"/>
                </a:lnTo>
                <a:cubicBezTo>
                  <a:pt x="174" y="1324"/>
                  <a:pt x="162" y="1323"/>
                  <a:pt x="150" y="1320"/>
                </a:cubicBezTo>
                <a:cubicBezTo>
                  <a:pt x="138" y="1318"/>
                  <a:pt x="126" y="1314"/>
                  <a:pt x="115" y="1310"/>
                </a:cubicBezTo>
                <a:cubicBezTo>
                  <a:pt x="104" y="1305"/>
                  <a:pt x="93" y="1299"/>
                  <a:pt x="83" y="1293"/>
                </a:cubicBezTo>
                <a:cubicBezTo>
                  <a:pt x="73" y="1286"/>
                  <a:pt x="63" y="1278"/>
                  <a:pt x="55" y="1270"/>
                </a:cubicBezTo>
                <a:cubicBezTo>
                  <a:pt x="45" y="1261"/>
                  <a:pt x="38" y="1252"/>
                  <a:pt x="31" y="1242"/>
                </a:cubicBezTo>
                <a:cubicBezTo>
                  <a:pt x="24" y="1231"/>
                  <a:pt x="18" y="1221"/>
                  <a:pt x="14" y="1210"/>
                </a:cubicBezTo>
                <a:cubicBezTo>
                  <a:pt x="9" y="1198"/>
                  <a:pt x="6" y="1187"/>
                  <a:pt x="3" y="1175"/>
                </a:cubicBezTo>
                <a:cubicBezTo>
                  <a:pt x="1" y="1163"/>
                  <a:pt x="0" y="1151"/>
                  <a:pt x="0" y="1139"/>
                </a:cubicBezTo>
                <a:close/>
              </a:path>
            </a:pathLst>
          </a:custGeom>
          <a:noFill/>
          <a:ln w="18720">
            <a:solidFill>
              <a:srgbClr val="0017c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10" name=""/>
          <p:cNvSpPr/>
          <p:nvPr/>
        </p:nvSpPr>
        <p:spPr>
          <a:xfrm>
            <a:off x="2003400" y="5711760"/>
            <a:ext cx="203400" cy="254160"/>
          </a:xfrm>
          <a:custGeom>
            <a:avLst/>
            <a:gdLst/>
            <a:ahLst/>
            <a:rect l="0" t="0" r="r" b="b"/>
            <a:pathLst>
              <a:path w="565" h="706">
                <a:moveTo>
                  <a:pt x="0" y="706"/>
                </a:moveTo>
                <a:lnTo>
                  <a:pt x="0" y="476"/>
                </a:lnTo>
                <a:cubicBezTo>
                  <a:pt x="0" y="462"/>
                  <a:pt x="5" y="449"/>
                  <a:pt x="15" y="439"/>
                </a:cubicBezTo>
                <a:cubicBezTo>
                  <a:pt x="26" y="428"/>
                  <a:pt x="38" y="423"/>
                  <a:pt x="52" y="423"/>
                </a:cubicBezTo>
                <a:lnTo>
                  <a:pt x="512" y="423"/>
                </a:lnTo>
                <a:cubicBezTo>
                  <a:pt x="526" y="423"/>
                  <a:pt x="539" y="428"/>
                  <a:pt x="549" y="439"/>
                </a:cubicBezTo>
                <a:cubicBezTo>
                  <a:pt x="560" y="449"/>
                  <a:pt x="565" y="462"/>
                  <a:pt x="565" y="476"/>
                </a:cubicBezTo>
                <a:lnTo>
                  <a:pt x="565" y="706"/>
                </a:lnTo>
                <a:lnTo>
                  <a:pt x="0" y="706"/>
                </a:lnTo>
                <a:moveTo>
                  <a:pt x="52" y="564"/>
                </a:moveTo>
                <a:lnTo>
                  <a:pt x="512" y="564"/>
                </a:lnTo>
                <a:lnTo>
                  <a:pt x="512" y="476"/>
                </a:lnTo>
                <a:lnTo>
                  <a:pt x="52" y="476"/>
                </a:lnTo>
                <a:lnTo>
                  <a:pt x="52" y="564"/>
                </a:lnTo>
                <a:moveTo>
                  <a:pt x="282" y="423"/>
                </a:moveTo>
                <a:lnTo>
                  <a:pt x="106" y="176"/>
                </a:lnTo>
                <a:cubicBezTo>
                  <a:pt x="106" y="127"/>
                  <a:pt x="123" y="86"/>
                  <a:pt x="158" y="51"/>
                </a:cubicBezTo>
                <a:cubicBezTo>
                  <a:pt x="192" y="17"/>
                  <a:pt x="233" y="0"/>
                  <a:pt x="282" y="0"/>
                </a:cubicBezTo>
                <a:cubicBezTo>
                  <a:pt x="330" y="0"/>
                  <a:pt x="373" y="17"/>
                  <a:pt x="407" y="51"/>
                </a:cubicBezTo>
                <a:cubicBezTo>
                  <a:pt x="441" y="86"/>
                  <a:pt x="458" y="127"/>
                  <a:pt x="458" y="176"/>
                </a:cubicBezTo>
                <a:lnTo>
                  <a:pt x="282" y="423"/>
                </a:lnTo>
                <a:moveTo>
                  <a:pt x="282" y="354"/>
                </a:moveTo>
                <a:lnTo>
                  <a:pt x="405" y="176"/>
                </a:lnTo>
                <a:cubicBezTo>
                  <a:pt x="405" y="142"/>
                  <a:pt x="393" y="113"/>
                  <a:pt x="370" y="89"/>
                </a:cubicBezTo>
                <a:cubicBezTo>
                  <a:pt x="345" y="65"/>
                  <a:pt x="316" y="53"/>
                  <a:pt x="282" y="53"/>
                </a:cubicBezTo>
                <a:cubicBezTo>
                  <a:pt x="248" y="53"/>
                  <a:pt x="219" y="65"/>
                  <a:pt x="195" y="89"/>
                </a:cubicBezTo>
                <a:cubicBezTo>
                  <a:pt x="171" y="113"/>
                  <a:pt x="159" y="142"/>
                  <a:pt x="159" y="176"/>
                </a:cubicBezTo>
                <a:lnTo>
                  <a:pt x="282" y="354"/>
                </a:lnTo>
                <a:moveTo>
                  <a:pt x="282" y="203"/>
                </a:moveTo>
                <a:lnTo>
                  <a:pt x="282" y="203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411" name=""/>
          <p:cNvSpPr txBox="1"/>
          <p:nvPr/>
        </p:nvSpPr>
        <p:spPr>
          <a:xfrm>
            <a:off x="3399480" y="4925880"/>
            <a:ext cx="68587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課題と評価の結果は、マネジメントレビューで見直して計画に戻す</a:t>
            </a:r>
            <a:endParaRPr b="0" lang="ja-JP" sz="18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12" name=""/>
          <p:cNvSpPr txBox="1"/>
          <p:nvPr/>
        </p:nvSpPr>
        <p:spPr>
          <a:xfrm>
            <a:off x="2332800" y="5694120"/>
            <a:ext cx="3816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500" spc="-1" strike="noStrike">
                <a:solidFill>
                  <a:srgbClr val="1a1a1a"/>
                </a:solidFill>
                <a:latin typeface="Noto Sans JP"/>
                <a:ea typeface="Noto Sans JP"/>
              </a:rPr>
              <a:t>承認</a:t>
            </a:r>
            <a:endParaRPr b="0" lang="ja-JP" sz="15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13" name=""/>
          <p:cNvSpPr txBox="1"/>
          <p:nvPr/>
        </p:nvSpPr>
        <p:spPr>
          <a:xfrm>
            <a:off x="3399480" y="5668920"/>
            <a:ext cx="43815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計画を運用に移すには、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3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つの承認が要る</a:t>
            </a:r>
            <a:endParaRPr b="0" lang="ja-JP" sz="18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14" name=""/>
          <p:cNvSpPr/>
          <p:nvPr/>
        </p:nvSpPr>
        <p:spPr>
          <a:xfrm>
            <a:off x="3038400" y="2114280"/>
            <a:ext cx="267120" cy="19440"/>
          </a:xfrm>
          <a:custGeom>
            <a:avLst/>
            <a:gdLst/>
            <a:ahLst/>
            <a:rect l="0" t="0" r="r" b="b"/>
            <a:pathLst>
              <a:path w="742" h="54">
                <a:moveTo>
                  <a:pt x="0" y="0"/>
                </a:moveTo>
                <a:lnTo>
                  <a:pt x="742" y="0"/>
                </a:lnTo>
                <a:lnTo>
                  <a:pt x="742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415" name=""/>
          <p:cNvSpPr/>
          <p:nvPr/>
        </p:nvSpPr>
        <p:spPr>
          <a:xfrm>
            <a:off x="2409480" y="2371680"/>
            <a:ext cx="19440" cy="248040"/>
          </a:xfrm>
          <a:custGeom>
            <a:avLst/>
            <a:gdLst/>
            <a:ahLst/>
            <a:rect l="0" t="0" r="r" b="b"/>
            <a:pathLst>
              <a:path w="54" h="689">
                <a:moveTo>
                  <a:pt x="0" y="0"/>
                </a:moveTo>
                <a:lnTo>
                  <a:pt x="54" y="0"/>
                </a:lnTo>
                <a:lnTo>
                  <a:pt x="54" y="689"/>
                </a:lnTo>
                <a:lnTo>
                  <a:pt x="0" y="689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416" name=""/>
          <p:cNvSpPr/>
          <p:nvPr/>
        </p:nvSpPr>
        <p:spPr>
          <a:xfrm>
            <a:off x="2361960" y="2523960"/>
            <a:ext cx="114840" cy="95760"/>
          </a:xfrm>
          <a:custGeom>
            <a:avLst/>
            <a:gdLst/>
            <a:ahLst/>
            <a:rect l="0" t="0" r="r" b="b"/>
            <a:pathLst>
              <a:path w="319" h="266">
                <a:moveTo>
                  <a:pt x="0" y="0"/>
                </a:moveTo>
                <a:lnTo>
                  <a:pt x="159" y="266"/>
                </a:lnTo>
                <a:lnTo>
                  <a:pt x="319" y="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417" name=""/>
          <p:cNvSpPr/>
          <p:nvPr/>
        </p:nvSpPr>
        <p:spPr>
          <a:xfrm>
            <a:off x="3038400" y="2857320"/>
            <a:ext cx="267120" cy="19440"/>
          </a:xfrm>
          <a:custGeom>
            <a:avLst/>
            <a:gdLst/>
            <a:ahLst/>
            <a:rect l="0" t="0" r="r" b="b"/>
            <a:pathLst>
              <a:path w="742" h="54">
                <a:moveTo>
                  <a:pt x="0" y="0"/>
                </a:moveTo>
                <a:lnTo>
                  <a:pt x="742" y="0"/>
                </a:lnTo>
                <a:lnTo>
                  <a:pt x="742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418" name=""/>
          <p:cNvSpPr/>
          <p:nvPr/>
        </p:nvSpPr>
        <p:spPr>
          <a:xfrm>
            <a:off x="2409480" y="3114360"/>
            <a:ext cx="19440" cy="248040"/>
          </a:xfrm>
          <a:custGeom>
            <a:avLst/>
            <a:gdLst/>
            <a:ahLst/>
            <a:rect l="0" t="0" r="r" b="b"/>
            <a:pathLst>
              <a:path w="54" h="689">
                <a:moveTo>
                  <a:pt x="0" y="0"/>
                </a:moveTo>
                <a:lnTo>
                  <a:pt x="54" y="0"/>
                </a:lnTo>
                <a:lnTo>
                  <a:pt x="54" y="689"/>
                </a:lnTo>
                <a:lnTo>
                  <a:pt x="0" y="689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419" name=""/>
          <p:cNvSpPr/>
          <p:nvPr/>
        </p:nvSpPr>
        <p:spPr>
          <a:xfrm>
            <a:off x="2361960" y="3267000"/>
            <a:ext cx="114840" cy="95400"/>
          </a:xfrm>
          <a:custGeom>
            <a:avLst/>
            <a:gdLst/>
            <a:ahLst/>
            <a:rect l="0" t="0" r="r" b="b"/>
            <a:pathLst>
              <a:path w="319" h="265">
                <a:moveTo>
                  <a:pt x="0" y="0"/>
                </a:moveTo>
                <a:lnTo>
                  <a:pt x="159" y="265"/>
                </a:lnTo>
                <a:lnTo>
                  <a:pt x="319" y="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420" name=""/>
          <p:cNvSpPr/>
          <p:nvPr/>
        </p:nvSpPr>
        <p:spPr>
          <a:xfrm>
            <a:off x="3038400" y="3600360"/>
            <a:ext cx="267120" cy="19440"/>
          </a:xfrm>
          <a:custGeom>
            <a:avLst/>
            <a:gdLst/>
            <a:ahLst/>
            <a:rect l="0" t="0" r="r" b="b"/>
            <a:pathLst>
              <a:path w="742" h="54">
                <a:moveTo>
                  <a:pt x="0" y="0"/>
                </a:moveTo>
                <a:lnTo>
                  <a:pt x="742" y="0"/>
                </a:lnTo>
                <a:lnTo>
                  <a:pt x="742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421" name=""/>
          <p:cNvSpPr/>
          <p:nvPr/>
        </p:nvSpPr>
        <p:spPr>
          <a:xfrm>
            <a:off x="2409480" y="3857400"/>
            <a:ext cx="19440" cy="248040"/>
          </a:xfrm>
          <a:custGeom>
            <a:avLst/>
            <a:gdLst/>
            <a:ahLst/>
            <a:rect l="0" t="0" r="r" b="b"/>
            <a:pathLst>
              <a:path w="54" h="689">
                <a:moveTo>
                  <a:pt x="0" y="0"/>
                </a:moveTo>
                <a:lnTo>
                  <a:pt x="54" y="0"/>
                </a:lnTo>
                <a:lnTo>
                  <a:pt x="54" y="689"/>
                </a:lnTo>
                <a:lnTo>
                  <a:pt x="0" y="689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422" name=""/>
          <p:cNvSpPr/>
          <p:nvPr/>
        </p:nvSpPr>
        <p:spPr>
          <a:xfrm>
            <a:off x="2361960" y="4009680"/>
            <a:ext cx="114840" cy="95760"/>
          </a:xfrm>
          <a:custGeom>
            <a:avLst/>
            <a:gdLst/>
            <a:ahLst/>
            <a:rect l="0" t="0" r="r" b="b"/>
            <a:pathLst>
              <a:path w="319" h="266">
                <a:moveTo>
                  <a:pt x="0" y="0"/>
                </a:moveTo>
                <a:lnTo>
                  <a:pt x="159" y="266"/>
                </a:lnTo>
                <a:lnTo>
                  <a:pt x="319" y="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423" name=""/>
          <p:cNvSpPr/>
          <p:nvPr/>
        </p:nvSpPr>
        <p:spPr>
          <a:xfrm>
            <a:off x="3038400" y="4343040"/>
            <a:ext cx="267120" cy="19440"/>
          </a:xfrm>
          <a:custGeom>
            <a:avLst/>
            <a:gdLst/>
            <a:ahLst/>
            <a:rect l="0" t="0" r="r" b="b"/>
            <a:pathLst>
              <a:path w="742" h="54">
                <a:moveTo>
                  <a:pt x="0" y="0"/>
                </a:moveTo>
                <a:lnTo>
                  <a:pt x="742" y="0"/>
                </a:lnTo>
                <a:lnTo>
                  <a:pt x="742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424" name=""/>
          <p:cNvSpPr/>
          <p:nvPr/>
        </p:nvSpPr>
        <p:spPr>
          <a:xfrm>
            <a:off x="2409480" y="4600440"/>
            <a:ext cx="19440" cy="248040"/>
          </a:xfrm>
          <a:custGeom>
            <a:avLst/>
            <a:gdLst/>
            <a:ahLst/>
            <a:rect l="0" t="0" r="r" b="b"/>
            <a:pathLst>
              <a:path w="54" h="689">
                <a:moveTo>
                  <a:pt x="0" y="0"/>
                </a:moveTo>
                <a:lnTo>
                  <a:pt x="54" y="0"/>
                </a:lnTo>
                <a:lnTo>
                  <a:pt x="54" y="689"/>
                </a:lnTo>
                <a:lnTo>
                  <a:pt x="0" y="689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425" name=""/>
          <p:cNvSpPr/>
          <p:nvPr/>
        </p:nvSpPr>
        <p:spPr>
          <a:xfrm>
            <a:off x="2361960" y="4752720"/>
            <a:ext cx="114840" cy="95760"/>
          </a:xfrm>
          <a:custGeom>
            <a:avLst/>
            <a:gdLst/>
            <a:ahLst/>
            <a:rect l="0" t="0" r="r" b="b"/>
            <a:pathLst>
              <a:path w="319" h="266">
                <a:moveTo>
                  <a:pt x="0" y="0"/>
                </a:moveTo>
                <a:lnTo>
                  <a:pt x="159" y="266"/>
                </a:lnTo>
                <a:lnTo>
                  <a:pt x="319" y="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426" name=""/>
          <p:cNvSpPr/>
          <p:nvPr/>
        </p:nvSpPr>
        <p:spPr>
          <a:xfrm>
            <a:off x="3038400" y="5086080"/>
            <a:ext cx="267120" cy="19440"/>
          </a:xfrm>
          <a:custGeom>
            <a:avLst/>
            <a:gdLst/>
            <a:ahLst/>
            <a:rect l="0" t="0" r="r" b="b"/>
            <a:pathLst>
              <a:path w="742" h="54">
                <a:moveTo>
                  <a:pt x="0" y="0"/>
                </a:moveTo>
                <a:lnTo>
                  <a:pt x="742" y="0"/>
                </a:lnTo>
                <a:lnTo>
                  <a:pt x="742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427" name=""/>
          <p:cNvSpPr/>
          <p:nvPr/>
        </p:nvSpPr>
        <p:spPr>
          <a:xfrm>
            <a:off x="2409480" y="5343480"/>
            <a:ext cx="19440" cy="248040"/>
          </a:xfrm>
          <a:custGeom>
            <a:avLst/>
            <a:gdLst/>
            <a:ahLst/>
            <a:rect l="0" t="0" r="r" b="b"/>
            <a:pathLst>
              <a:path w="54" h="689">
                <a:moveTo>
                  <a:pt x="0" y="0"/>
                </a:moveTo>
                <a:lnTo>
                  <a:pt x="54" y="0"/>
                </a:lnTo>
                <a:lnTo>
                  <a:pt x="54" y="689"/>
                </a:lnTo>
                <a:lnTo>
                  <a:pt x="0" y="689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428" name=""/>
          <p:cNvSpPr/>
          <p:nvPr/>
        </p:nvSpPr>
        <p:spPr>
          <a:xfrm>
            <a:off x="2361960" y="5495760"/>
            <a:ext cx="114840" cy="95760"/>
          </a:xfrm>
          <a:custGeom>
            <a:avLst/>
            <a:gdLst/>
            <a:ahLst/>
            <a:rect l="0" t="0" r="r" b="b"/>
            <a:pathLst>
              <a:path w="319" h="266">
                <a:moveTo>
                  <a:pt x="0" y="0"/>
                </a:moveTo>
                <a:lnTo>
                  <a:pt x="159" y="266"/>
                </a:lnTo>
                <a:lnTo>
                  <a:pt x="319" y="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429" name=""/>
          <p:cNvSpPr/>
          <p:nvPr/>
        </p:nvSpPr>
        <p:spPr>
          <a:xfrm>
            <a:off x="3038400" y="5829120"/>
            <a:ext cx="267120" cy="19440"/>
          </a:xfrm>
          <a:custGeom>
            <a:avLst/>
            <a:gdLst/>
            <a:ahLst/>
            <a:rect l="0" t="0" r="r" b="b"/>
            <a:pathLst>
              <a:path w="742" h="54">
                <a:moveTo>
                  <a:pt x="0" y="0"/>
                </a:moveTo>
                <a:lnTo>
                  <a:pt x="742" y="0"/>
                </a:lnTo>
                <a:lnTo>
                  <a:pt x="742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430" name=""/>
          <p:cNvSpPr txBox="1"/>
          <p:nvPr/>
        </p:nvSpPr>
        <p:spPr>
          <a:xfrm>
            <a:off x="8497800" y="556560"/>
            <a:ext cx="29329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全体 ∕ 計画 ∕ 運用 ∕ 評価 ∕ 改善 ∕ 承認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31" name=""/>
          <p:cNvSpPr txBox="1"/>
          <p:nvPr/>
        </p:nvSpPr>
        <p:spPr>
          <a:xfrm>
            <a:off x="11413080" y="6442920"/>
            <a:ext cx="1699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18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3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3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35" name=""/>
          <p:cNvSpPr/>
          <p:nvPr/>
        </p:nvSpPr>
        <p:spPr>
          <a:xfrm>
            <a:off x="609480" y="971280"/>
            <a:ext cx="10973160" cy="38520"/>
          </a:xfrm>
          <a:custGeom>
            <a:avLst/>
            <a:gdLst/>
            <a:ahLst/>
            <a:rect l="0" t="0" r="r" b="b"/>
            <a:pathLst>
              <a:path w="30481" h="107">
                <a:moveTo>
                  <a:pt x="0" y="0"/>
                </a:moveTo>
                <a:lnTo>
                  <a:pt x="30481" y="0"/>
                </a:lnTo>
                <a:lnTo>
                  <a:pt x="3048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436" name=""/>
          <p:cNvSpPr txBox="1"/>
          <p:nvPr/>
        </p:nvSpPr>
        <p:spPr>
          <a:xfrm>
            <a:off x="609480" y="392760"/>
            <a:ext cx="4991040" cy="497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2700" spc="-1" strike="noStrike">
                <a:solidFill>
                  <a:srgbClr val="1a1a1a"/>
                </a:solidFill>
                <a:latin typeface="Noto Sans JP"/>
                <a:ea typeface="Noto Sans JP"/>
              </a:rPr>
              <a:t>付録</a:t>
            </a:r>
            <a:r>
              <a:rPr b="1" lang="ja-JP" sz="2700" spc="-1" strike="noStrike">
                <a:solidFill>
                  <a:srgbClr val="1a1a1a"/>
                </a:solidFill>
                <a:latin typeface="Noto Sans JP"/>
                <a:ea typeface="Noto Sans JP"/>
              </a:rPr>
              <a:t>1 Claude Code</a:t>
            </a:r>
            <a:r>
              <a:rPr b="1" lang="ja-JP" sz="27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の管理設定</a:t>
            </a:r>
            <a:endParaRPr b="0" lang="ja-JP" sz="27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37" name=""/>
          <p:cNvSpPr/>
          <p:nvPr/>
        </p:nvSpPr>
        <p:spPr>
          <a:xfrm>
            <a:off x="609480" y="1599840"/>
            <a:ext cx="10973160" cy="4800960"/>
          </a:xfrm>
          <a:custGeom>
            <a:avLst/>
            <a:gdLst/>
            <a:ahLst/>
            <a:rect l="0" t="0" r="r" b="b"/>
            <a:pathLst>
              <a:path w="30481" h="13336">
                <a:moveTo>
                  <a:pt x="0" y="13125"/>
                </a:moveTo>
                <a:lnTo>
                  <a:pt x="0" y="212"/>
                </a:lnTo>
                <a:cubicBezTo>
                  <a:pt x="0" y="198"/>
                  <a:pt x="1" y="185"/>
                  <a:pt x="4" y="171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1" y="118"/>
                  <a:pt x="28" y="106"/>
                  <a:pt x="36" y="95"/>
                </a:cubicBezTo>
                <a:cubicBezTo>
                  <a:pt x="43" y="83"/>
                  <a:pt x="52" y="72"/>
                  <a:pt x="62" y="62"/>
                </a:cubicBezTo>
                <a:cubicBezTo>
                  <a:pt x="72" y="53"/>
                  <a:pt x="82" y="44"/>
                  <a:pt x="94" y="36"/>
                </a:cubicBezTo>
                <a:cubicBezTo>
                  <a:pt x="105" y="28"/>
                  <a:pt x="118" y="22"/>
                  <a:pt x="130" y="17"/>
                </a:cubicBezTo>
                <a:cubicBezTo>
                  <a:pt x="143" y="11"/>
                  <a:pt x="157" y="7"/>
                  <a:pt x="170" y="5"/>
                </a:cubicBezTo>
                <a:cubicBezTo>
                  <a:pt x="184" y="2"/>
                  <a:pt x="198" y="0"/>
                  <a:pt x="211" y="0"/>
                </a:cubicBezTo>
                <a:lnTo>
                  <a:pt x="30269" y="0"/>
                </a:lnTo>
                <a:cubicBezTo>
                  <a:pt x="30283" y="0"/>
                  <a:pt x="30297" y="2"/>
                  <a:pt x="30310" y="5"/>
                </a:cubicBezTo>
                <a:cubicBezTo>
                  <a:pt x="30324" y="7"/>
                  <a:pt x="30337" y="11"/>
                  <a:pt x="30350" y="17"/>
                </a:cubicBezTo>
                <a:cubicBezTo>
                  <a:pt x="30363" y="22"/>
                  <a:pt x="30375" y="28"/>
                  <a:pt x="30387" y="36"/>
                </a:cubicBezTo>
                <a:cubicBezTo>
                  <a:pt x="30398" y="44"/>
                  <a:pt x="30409" y="53"/>
                  <a:pt x="30419" y="62"/>
                </a:cubicBezTo>
                <a:cubicBezTo>
                  <a:pt x="30429" y="72"/>
                  <a:pt x="30437" y="83"/>
                  <a:pt x="30445" y="95"/>
                </a:cubicBezTo>
                <a:cubicBezTo>
                  <a:pt x="30453" y="106"/>
                  <a:pt x="30459" y="118"/>
                  <a:pt x="30465" y="131"/>
                </a:cubicBezTo>
                <a:cubicBezTo>
                  <a:pt x="30470" y="144"/>
                  <a:pt x="30474" y="157"/>
                  <a:pt x="30477" y="171"/>
                </a:cubicBezTo>
                <a:cubicBezTo>
                  <a:pt x="30479" y="185"/>
                  <a:pt x="30481" y="198"/>
                  <a:pt x="30481" y="212"/>
                </a:cubicBezTo>
                <a:lnTo>
                  <a:pt x="30481" y="13125"/>
                </a:lnTo>
                <a:cubicBezTo>
                  <a:pt x="30481" y="13139"/>
                  <a:pt x="30479" y="13152"/>
                  <a:pt x="30477" y="13166"/>
                </a:cubicBezTo>
                <a:cubicBezTo>
                  <a:pt x="30474" y="13180"/>
                  <a:pt x="30470" y="13193"/>
                  <a:pt x="30465" y="13206"/>
                </a:cubicBezTo>
                <a:cubicBezTo>
                  <a:pt x="30459" y="13219"/>
                  <a:pt x="30453" y="13231"/>
                  <a:pt x="30445" y="13242"/>
                </a:cubicBezTo>
                <a:cubicBezTo>
                  <a:pt x="30437" y="13254"/>
                  <a:pt x="30429" y="13265"/>
                  <a:pt x="30419" y="13275"/>
                </a:cubicBezTo>
                <a:cubicBezTo>
                  <a:pt x="30409" y="13284"/>
                  <a:pt x="30398" y="13293"/>
                  <a:pt x="30387" y="13301"/>
                </a:cubicBezTo>
                <a:cubicBezTo>
                  <a:pt x="30375" y="13309"/>
                  <a:pt x="30363" y="13315"/>
                  <a:pt x="30350" y="13320"/>
                </a:cubicBezTo>
                <a:cubicBezTo>
                  <a:pt x="30337" y="13326"/>
                  <a:pt x="30324" y="13330"/>
                  <a:pt x="30310" y="13332"/>
                </a:cubicBezTo>
                <a:cubicBezTo>
                  <a:pt x="30297" y="13335"/>
                  <a:pt x="30283" y="13336"/>
                  <a:pt x="30269" y="13336"/>
                </a:cubicBezTo>
                <a:lnTo>
                  <a:pt x="211" y="13336"/>
                </a:lnTo>
                <a:cubicBezTo>
                  <a:pt x="198" y="13336"/>
                  <a:pt x="184" y="13335"/>
                  <a:pt x="170" y="13332"/>
                </a:cubicBezTo>
                <a:cubicBezTo>
                  <a:pt x="157" y="13330"/>
                  <a:pt x="143" y="13326"/>
                  <a:pt x="130" y="13320"/>
                </a:cubicBezTo>
                <a:cubicBezTo>
                  <a:pt x="118" y="13315"/>
                  <a:pt x="105" y="13309"/>
                  <a:pt x="94" y="13301"/>
                </a:cubicBezTo>
                <a:cubicBezTo>
                  <a:pt x="82" y="13293"/>
                  <a:pt x="72" y="13284"/>
                  <a:pt x="62" y="13275"/>
                </a:cubicBezTo>
                <a:cubicBezTo>
                  <a:pt x="52" y="13265"/>
                  <a:pt x="43" y="13254"/>
                  <a:pt x="36" y="13242"/>
                </a:cubicBezTo>
                <a:cubicBezTo>
                  <a:pt x="28" y="13231"/>
                  <a:pt x="21" y="13219"/>
                  <a:pt x="16" y="13206"/>
                </a:cubicBezTo>
                <a:cubicBezTo>
                  <a:pt x="11" y="13193"/>
                  <a:pt x="7" y="13180"/>
                  <a:pt x="4" y="13166"/>
                </a:cubicBezTo>
                <a:cubicBezTo>
                  <a:pt x="1" y="13152"/>
                  <a:pt x="0" y="13139"/>
                  <a:pt x="0" y="13125"/>
                </a:cubicBezTo>
                <a:close/>
              </a:path>
            </a:pathLst>
          </a:custGeom>
          <a:solidFill>
            <a:srgbClr val="e8f1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38" name=""/>
          <p:cNvSpPr txBox="1"/>
          <p:nvPr/>
        </p:nvSpPr>
        <p:spPr>
          <a:xfrm>
            <a:off x="609480" y="1090800"/>
            <a:ext cx="869760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Claude Code</a:t>
            </a:r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の管理設定は、</a:t>
            </a:r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1</a:t>
            </a:r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つのファイルに書いてイメージに入れる</a:t>
            </a:r>
            <a:endParaRPr b="0" lang="ja-JP" sz="21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39" name=""/>
          <p:cNvSpPr txBox="1"/>
          <p:nvPr/>
        </p:nvSpPr>
        <p:spPr>
          <a:xfrm>
            <a:off x="799920" y="1716120"/>
            <a:ext cx="715080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3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つの設定は 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/etc/claude-code/managed-settings.json 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に書く</a:t>
            </a:r>
            <a:r>
              <a:rPr b="0" lang="ja-JP" sz="2100" baseline="30000" spc="-1" strike="noStrike">
                <a:solidFill>
                  <a:srgbClr val="0017c1"/>
                </a:solidFill>
                <a:latin typeface="Noto Sans JP"/>
                <a:ea typeface="Noto Sans JP"/>
              </a:rPr>
              <a:t>7</a:t>
            </a:r>
            <a:endParaRPr b="0" lang="ja-JP" sz="18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40" name=""/>
          <p:cNvSpPr/>
          <p:nvPr/>
        </p:nvSpPr>
        <p:spPr>
          <a:xfrm>
            <a:off x="1047600" y="2952720"/>
            <a:ext cx="3143520" cy="495360"/>
          </a:xfrm>
          <a:custGeom>
            <a:avLst/>
            <a:gdLst/>
            <a:ahLst/>
            <a:rect l="0" t="0" r="r" b="b"/>
            <a:pathLst>
              <a:path w="8732" h="1376">
                <a:moveTo>
                  <a:pt x="0" y="0"/>
                </a:moveTo>
                <a:lnTo>
                  <a:pt x="8732" y="0"/>
                </a:lnTo>
                <a:lnTo>
                  <a:pt x="8732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41" name=""/>
          <p:cNvSpPr/>
          <p:nvPr/>
        </p:nvSpPr>
        <p:spPr>
          <a:xfrm>
            <a:off x="4190760" y="2952720"/>
            <a:ext cx="4286520" cy="495360"/>
          </a:xfrm>
          <a:custGeom>
            <a:avLst/>
            <a:gdLst/>
            <a:ahLst/>
            <a:rect l="0" t="0" r="r" b="b"/>
            <a:pathLst>
              <a:path w="11907" h="1376">
                <a:moveTo>
                  <a:pt x="0" y="0"/>
                </a:moveTo>
                <a:lnTo>
                  <a:pt x="11907" y="0"/>
                </a:lnTo>
                <a:lnTo>
                  <a:pt x="11907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42" name=""/>
          <p:cNvSpPr/>
          <p:nvPr/>
        </p:nvSpPr>
        <p:spPr>
          <a:xfrm>
            <a:off x="8476920" y="2952720"/>
            <a:ext cx="2667600" cy="495360"/>
          </a:xfrm>
          <a:custGeom>
            <a:avLst/>
            <a:gdLst/>
            <a:ahLst/>
            <a:rect l="0" t="0" r="r" b="b"/>
            <a:pathLst>
              <a:path w="7410" h="1376">
                <a:moveTo>
                  <a:pt x="0" y="0"/>
                </a:moveTo>
                <a:lnTo>
                  <a:pt x="7410" y="0"/>
                </a:lnTo>
                <a:lnTo>
                  <a:pt x="7410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43" name=""/>
          <p:cNvSpPr/>
          <p:nvPr/>
        </p:nvSpPr>
        <p:spPr>
          <a:xfrm>
            <a:off x="1047600" y="3447720"/>
            <a:ext cx="3143520" cy="495720"/>
          </a:xfrm>
          <a:custGeom>
            <a:avLst/>
            <a:gdLst/>
            <a:ahLst/>
            <a:rect l="0" t="0" r="r" b="b"/>
            <a:pathLst>
              <a:path w="8732" h="1377">
                <a:moveTo>
                  <a:pt x="0" y="0"/>
                </a:moveTo>
                <a:lnTo>
                  <a:pt x="8732" y="0"/>
                </a:lnTo>
                <a:lnTo>
                  <a:pt x="8732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44" name=""/>
          <p:cNvSpPr/>
          <p:nvPr/>
        </p:nvSpPr>
        <p:spPr>
          <a:xfrm>
            <a:off x="4190760" y="3447720"/>
            <a:ext cx="4286520" cy="495720"/>
          </a:xfrm>
          <a:custGeom>
            <a:avLst/>
            <a:gdLst/>
            <a:ahLst/>
            <a:rect l="0" t="0" r="r" b="b"/>
            <a:pathLst>
              <a:path w="11907" h="1377">
                <a:moveTo>
                  <a:pt x="0" y="0"/>
                </a:moveTo>
                <a:lnTo>
                  <a:pt x="11907" y="0"/>
                </a:lnTo>
                <a:lnTo>
                  <a:pt x="11907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45" name=""/>
          <p:cNvSpPr/>
          <p:nvPr/>
        </p:nvSpPr>
        <p:spPr>
          <a:xfrm>
            <a:off x="8476920" y="3447720"/>
            <a:ext cx="2667600" cy="495720"/>
          </a:xfrm>
          <a:custGeom>
            <a:avLst/>
            <a:gdLst/>
            <a:ahLst/>
            <a:rect l="0" t="0" r="r" b="b"/>
            <a:pathLst>
              <a:path w="7410" h="1377">
                <a:moveTo>
                  <a:pt x="0" y="0"/>
                </a:moveTo>
                <a:lnTo>
                  <a:pt x="7410" y="0"/>
                </a:lnTo>
                <a:lnTo>
                  <a:pt x="7410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46" name=""/>
          <p:cNvSpPr/>
          <p:nvPr/>
        </p:nvSpPr>
        <p:spPr>
          <a:xfrm>
            <a:off x="1047600" y="3943080"/>
            <a:ext cx="3143520" cy="495720"/>
          </a:xfrm>
          <a:custGeom>
            <a:avLst/>
            <a:gdLst/>
            <a:ahLst/>
            <a:rect l="0" t="0" r="r" b="b"/>
            <a:pathLst>
              <a:path w="8732" h="1377">
                <a:moveTo>
                  <a:pt x="0" y="0"/>
                </a:moveTo>
                <a:lnTo>
                  <a:pt x="8732" y="0"/>
                </a:lnTo>
                <a:lnTo>
                  <a:pt x="8732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47" name=""/>
          <p:cNvSpPr/>
          <p:nvPr/>
        </p:nvSpPr>
        <p:spPr>
          <a:xfrm>
            <a:off x="4190760" y="3943080"/>
            <a:ext cx="4286520" cy="495720"/>
          </a:xfrm>
          <a:custGeom>
            <a:avLst/>
            <a:gdLst/>
            <a:ahLst/>
            <a:rect l="0" t="0" r="r" b="b"/>
            <a:pathLst>
              <a:path w="11907" h="1377">
                <a:moveTo>
                  <a:pt x="0" y="0"/>
                </a:moveTo>
                <a:lnTo>
                  <a:pt x="11907" y="0"/>
                </a:lnTo>
                <a:lnTo>
                  <a:pt x="11907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48" name=""/>
          <p:cNvSpPr/>
          <p:nvPr/>
        </p:nvSpPr>
        <p:spPr>
          <a:xfrm>
            <a:off x="8476920" y="3943080"/>
            <a:ext cx="2667600" cy="495720"/>
          </a:xfrm>
          <a:custGeom>
            <a:avLst/>
            <a:gdLst/>
            <a:ahLst/>
            <a:rect l="0" t="0" r="r" b="b"/>
            <a:pathLst>
              <a:path w="7410" h="1377">
                <a:moveTo>
                  <a:pt x="0" y="0"/>
                </a:moveTo>
                <a:lnTo>
                  <a:pt x="7410" y="0"/>
                </a:lnTo>
                <a:lnTo>
                  <a:pt x="7410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49" name=""/>
          <p:cNvSpPr/>
          <p:nvPr/>
        </p:nvSpPr>
        <p:spPr>
          <a:xfrm>
            <a:off x="1047600" y="4438440"/>
            <a:ext cx="3143520" cy="495720"/>
          </a:xfrm>
          <a:custGeom>
            <a:avLst/>
            <a:gdLst/>
            <a:ahLst/>
            <a:rect l="0" t="0" r="r" b="b"/>
            <a:pathLst>
              <a:path w="8732" h="1377">
                <a:moveTo>
                  <a:pt x="0" y="0"/>
                </a:moveTo>
                <a:lnTo>
                  <a:pt x="8732" y="0"/>
                </a:lnTo>
                <a:lnTo>
                  <a:pt x="8732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50" name=""/>
          <p:cNvSpPr/>
          <p:nvPr/>
        </p:nvSpPr>
        <p:spPr>
          <a:xfrm>
            <a:off x="4190760" y="4438440"/>
            <a:ext cx="4286520" cy="495720"/>
          </a:xfrm>
          <a:custGeom>
            <a:avLst/>
            <a:gdLst/>
            <a:ahLst/>
            <a:rect l="0" t="0" r="r" b="b"/>
            <a:pathLst>
              <a:path w="11907" h="1377">
                <a:moveTo>
                  <a:pt x="0" y="0"/>
                </a:moveTo>
                <a:lnTo>
                  <a:pt x="11907" y="0"/>
                </a:lnTo>
                <a:lnTo>
                  <a:pt x="11907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51" name=""/>
          <p:cNvSpPr/>
          <p:nvPr/>
        </p:nvSpPr>
        <p:spPr>
          <a:xfrm>
            <a:off x="8476920" y="4438440"/>
            <a:ext cx="2667600" cy="495720"/>
          </a:xfrm>
          <a:custGeom>
            <a:avLst/>
            <a:gdLst/>
            <a:ahLst/>
            <a:rect l="0" t="0" r="r" b="b"/>
            <a:pathLst>
              <a:path w="7410" h="1377">
                <a:moveTo>
                  <a:pt x="0" y="0"/>
                </a:moveTo>
                <a:lnTo>
                  <a:pt x="7410" y="0"/>
                </a:lnTo>
                <a:lnTo>
                  <a:pt x="7410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52" name=""/>
          <p:cNvSpPr/>
          <p:nvPr/>
        </p:nvSpPr>
        <p:spPr>
          <a:xfrm>
            <a:off x="1047600" y="4933800"/>
            <a:ext cx="3143520" cy="495720"/>
          </a:xfrm>
          <a:custGeom>
            <a:avLst/>
            <a:gdLst/>
            <a:ahLst/>
            <a:rect l="0" t="0" r="r" b="b"/>
            <a:pathLst>
              <a:path w="8732" h="1377">
                <a:moveTo>
                  <a:pt x="0" y="0"/>
                </a:moveTo>
                <a:lnTo>
                  <a:pt x="8732" y="0"/>
                </a:lnTo>
                <a:lnTo>
                  <a:pt x="8732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53" name=""/>
          <p:cNvSpPr/>
          <p:nvPr/>
        </p:nvSpPr>
        <p:spPr>
          <a:xfrm>
            <a:off x="4190760" y="4933800"/>
            <a:ext cx="4286520" cy="495720"/>
          </a:xfrm>
          <a:custGeom>
            <a:avLst/>
            <a:gdLst/>
            <a:ahLst/>
            <a:rect l="0" t="0" r="r" b="b"/>
            <a:pathLst>
              <a:path w="11907" h="1377">
                <a:moveTo>
                  <a:pt x="0" y="0"/>
                </a:moveTo>
                <a:lnTo>
                  <a:pt x="11907" y="0"/>
                </a:lnTo>
                <a:lnTo>
                  <a:pt x="11907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54" name=""/>
          <p:cNvSpPr/>
          <p:nvPr/>
        </p:nvSpPr>
        <p:spPr>
          <a:xfrm>
            <a:off x="8476920" y="4933800"/>
            <a:ext cx="2667600" cy="495720"/>
          </a:xfrm>
          <a:custGeom>
            <a:avLst/>
            <a:gdLst/>
            <a:ahLst/>
            <a:rect l="0" t="0" r="r" b="b"/>
            <a:pathLst>
              <a:path w="7410" h="1377">
                <a:moveTo>
                  <a:pt x="0" y="0"/>
                </a:moveTo>
                <a:lnTo>
                  <a:pt x="7410" y="0"/>
                </a:lnTo>
                <a:lnTo>
                  <a:pt x="7410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55" name=""/>
          <p:cNvSpPr/>
          <p:nvPr/>
        </p:nvSpPr>
        <p:spPr>
          <a:xfrm>
            <a:off x="1047600" y="3438360"/>
            <a:ext cx="3143520" cy="19440"/>
          </a:xfrm>
          <a:custGeom>
            <a:avLst/>
            <a:gdLst/>
            <a:ahLst/>
            <a:rect l="0" t="0" r="r" b="b"/>
            <a:pathLst>
              <a:path w="8732" h="54">
                <a:moveTo>
                  <a:pt x="0" y="0"/>
                </a:moveTo>
                <a:lnTo>
                  <a:pt x="8732" y="0"/>
                </a:lnTo>
                <a:lnTo>
                  <a:pt x="8732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456" name=""/>
          <p:cNvSpPr/>
          <p:nvPr/>
        </p:nvSpPr>
        <p:spPr>
          <a:xfrm>
            <a:off x="4190760" y="3438360"/>
            <a:ext cx="4286520" cy="19440"/>
          </a:xfrm>
          <a:custGeom>
            <a:avLst/>
            <a:gdLst/>
            <a:ahLst/>
            <a:rect l="0" t="0" r="r" b="b"/>
            <a:pathLst>
              <a:path w="11907" h="54">
                <a:moveTo>
                  <a:pt x="0" y="0"/>
                </a:moveTo>
                <a:lnTo>
                  <a:pt x="11907" y="0"/>
                </a:lnTo>
                <a:lnTo>
                  <a:pt x="11907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457" name=""/>
          <p:cNvSpPr/>
          <p:nvPr/>
        </p:nvSpPr>
        <p:spPr>
          <a:xfrm>
            <a:off x="8476920" y="3438360"/>
            <a:ext cx="2667600" cy="19440"/>
          </a:xfrm>
          <a:custGeom>
            <a:avLst/>
            <a:gdLst/>
            <a:ahLst/>
            <a:rect l="0" t="0" r="r" b="b"/>
            <a:pathLst>
              <a:path w="7410" h="54">
                <a:moveTo>
                  <a:pt x="0" y="0"/>
                </a:moveTo>
                <a:lnTo>
                  <a:pt x="7410" y="0"/>
                </a:lnTo>
                <a:lnTo>
                  <a:pt x="7410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458" name=""/>
          <p:cNvSpPr/>
          <p:nvPr/>
        </p:nvSpPr>
        <p:spPr>
          <a:xfrm>
            <a:off x="1047600" y="3943080"/>
            <a:ext cx="3143520" cy="10080"/>
          </a:xfrm>
          <a:custGeom>
            <a:avLst/>
            <a:gdLst/>
            <a:ahLst/>
            <a:rect l="0" t="0" r="r" b="b"/>
            <a:pathLst>
              <a:path w="8732" h="28">
                <a:moveTo>
                  <a:pt x="0" y="0"/>
                </a:moveTo>
                <a:lnTo>
                  <a:pt x="8732" y="0"/>
                </a:lnTo>
                <a:lnTo>
                  <a:pt x="873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59" name=""/>
          <p:cNvSpPr/>
          <p:nvPr/>
        </p:nvSpPr>
        <p:spPr>
          <a:xfrm>
            <a:off x="4190760" y="3943080"/>
            <a:ext cx="4286520" cy="10080"/>
          </a:xfrm>
          <a:custGeom>
            <a:avLst/>
            <a:gdLst/>
            <a:ahLst/>
            <a:rect l="0" t="0" r="r" b="b"/>
            <a:pathLst>
              <a:path w="11907" h="28">
                <a:moveTo>
                  <a:pt x="0" y="0"/>
                </a:moveTo>
                <a:lnTo>
                  <a:pt x="11907" y="0"/>
                </a:lnTo>
                <a:lnTo>
                  <a:pt x="1190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60" name=""/>
          <p:cNvSpPr/>
          <p:nvPr/>
        </p:nvSpPr>
        <p:spPr>
          <a:xfrm>
            <a:off x="8476920" y="3943080"/>
            <a:ext cx="2667600" cy="10080"/>
          </a:xfrm>
          <a:custGeom>
            <a:avLst/>
            <a:gdLst/>
            <a:ahLst/>
            <a:rect l="0" t="0" r="r" b="b"/>
            <a:pathLst>
              <a:path w="7410" h="28">
                <a:moveTo>
                  <a:pt x="0" y="0"/>
                </a:moveTo>
                <a:lnTo>
                  <a:pt x="7410" y="0"/>
                </a:lnTo>
                <a:lnTo>
                  <a:pt x="741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61" name=""/>
          <p:cNvSpPr/>
          <p:nvPr/>
        </p:nvSpPr>
        <p:spPr>
          <a:xfrm>
            <a:off x="1047600" y="4438440"/>
            <a:ext cx="3143520" cy="10080"/>
          </a:xfrm>
          <a:custGeom>
            <a:avLst/>
            <a:gdLst/>
            <a:ahLst/>
            <a:rect l="0" t="0" r="r" b="b"/>
            <a:pathLst>
              <a:path w="8732" h="28">
                <a:moveTo>
                  <a:pt x="0" y="0"/>
                </a:moveTo>
                <a:lnTo>
                  <a:pt x="8732" y="0"/>
                </a:lnTo>
                <a:lnTo>
                  <a:pt x="873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62" name=""/>
          <p:cNvSpPr/>
          <p:nvPr/>
        </p:nvSpPr>
        <p:spPr>
          <a:xfrm>
            <a:off x="4190760" y="4438440"/>
            <a:ext cx="4286520" cy="10080"/>
          </a:xfrm>
          <a:custGeom>
            <a:avLst/>
            <a:gdLst/>
            <a:ahLst/>
            <a:rect l="0" t="0" r="r" b="b"/>
            <a:pathLst>
              <a:path w="11907" h="28">
                <a:moveTo>
                  <a:pt x="0" y="0"/>
                </a:moveTo>
                <a:lnTo>
                  <a:pt x="11907" y="0"/>
                </a:lnTo>
                <a:lnTo>
                  <a:pt x="1190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63" name=""/>
          <p:cNvSpPr/>
          <p:nvPr/>
        </p:nvSpPr>
        <p:spPr>
          <a:xfrm>
            <a:off x="8476920" y="4438440"/>
            <a:ext cx="2667600" cy="10080"/>
          </a:xfrm>
          <a:custGeom>
            <a:avLst/>
            <a:gdLst/>
            <a:ahLst/>
            <a:rect l="0" t="0" r="r" b="b"/>
            <a:pathLst>
              <a:path w="7410" h="28">
                <a:moveTo>
                  <a:pt x="0" y="0"/>
                </a:moveTo>
                <a:lnTo>
                  <a:pt x="7410" y="0"/>
                </a:lnTo>
                <a:lnTo>
                  <a:pt x="741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64" name=""/>
          <p:cNvSpPr/>
          <p:nvPr/>
        </p:nvSpPr>
        <p:spPr>
          <a:xfrm>
            <a:off x="1047600" y="4933800"/>
            <a:ext cx="3143520" cy="9720"/>
          </a:xfrm>
          <a:custGeom>
            <a:avLst/>
            <a:gdLst/>
            <a:ahLst/>
            <a:rect l="0" t="0" r="r" b="b"/>
            <a:pathLst>
              <a:path w="8732" h="27">
                <a:moveTo>
                  <a:pt x="0" y="0"/>
                </a:moveTo>
                <a:lnTo>
                  <a:pt x="8732" y="0"/>
                </a:lnTo>
                <a:lnTo>
                  <a:pt x="873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65" name=""/>
          <p:cNvSpPr/>
          <p:nvPr/>
        </p:nvSpPr>
        <p:spPr>
          <a:xfrm>
            <a:off x="4190760" y="4933800"/>
            <a:ext cx="4286520" cy="9720"/>
          </a:xfrm>
          <a:custGeom>
            <a:avLst/>
            <a:gdLst/>
            <a:ahLst/>
            <a:rect l="0" t="0" r="r" b="b"/>
            <a:pathLst>
              <a:path w="11907" h="27">
                <a:moveTo>
                  <a:pt x="0" y="0"/>
                </a:moveTo>
                <a:lnTo>
                  <a:pt x="11907" y="0"/>
                </a:lnTo>
                <a:lnTo>
                  <a:pt x="1190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66" name=""/>
          <p:cNvSpPr/>
          <p:nvPr/>
        </p:nvSpPr>
        <p:spPr>
          <a:xfrm>
            <a:off x="8476920" y="4933800"/>
            <a:ext cx="2667600" cy="9720"/>
          </a:xfrm>
          <a:custGeom>
            <a:avLst/>
            <a:gdLst/>
            <a:ahLst/>
            <a:rect l="0" t="0" r="r" b="b"/>
            <a:pathLst>
              <a:path w="7410" h="27">
                <a:moveTo>
                  <a:pt x="0" y="0"/>
                </a:moveTo>
                <a:lnTo>
                  <a:pt x="7410" y="0"/>
                </a:lnTo>
                <a:lnTo>
                  <a:pt x="741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67" name=""/>
          <p:cNvSpPr/>
          <p:nvPr/>
        </p:nvSpPr>
        <p:spPr>
          <a:xfrm>
            <a:off x="1047600" y="5429160"/>
            <a:ext cx="3143520" cy="9720"/>
          </a:xfrm>
          <a:custGeom>
            <a:avLst/>
            <a:gdLst/>
            <a:ahLst/>
            <a:rect l="0" t="0" r="r" b="b"/>
            <a:pathLst>
              <a:path w="8732" h="27">
                <a:moveTo>
                  <a:pt x="0" y="0"/>
                </a:moveTo>
                <a:lnTo>
                  <a:pt x="8732" y="0"/>
                </a:lnTo>
                <a:lnTo>
                  <a:pt x="873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68" name=""/>
          <p:cNvSpPr/>
          <p:nvPr/>
        </p:nvSpPr>
        <p:spPr>
          <a:xfrm>
            <a:off x="4190760" y="5429160"/>
            <a:ext cx="4286520" cy="9720"/>
          </a:xfrm>
          <a:custGeom>
            <a:avLst/>
            <a:gdLst/>
            <a:ahLst/>
            <a:rect l="0" t="0" r="r" b="b"/>
            <a:pathLst>
              <a:path w="11907" h="27">
                <a:moveTo>
                  <a:pt x="0" y="0"/>
                </a:moveTo>
                <a:lnTo>
                  <a:pt x="11907" y="0"/>
                </a:lnTo>
                <a:lnTo>
                  <a:pt x="1190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69" name=""/>
          <p:cNvSpPr/>
          <p:nvPr/>
        </p:nvSpPr>
        <p:spPr>
          <a:xfrm>
            <a:off x="8476920" y="5429160"/>
            <a:ext cx="2667600" cy="9720"/>
          </a:xfrm>
          <a:custGeom>
            <a:avLst/>
            <a:gdLst/>
            <a:ahLst/>
            <a:rect l="0" t="0" r="r" b="b"/>
            <a:pathLst>
              <a:path w="7410" h="27">
                <a:moveTo>
                  <a:pt x="0" y="0"/>
                </a:moveTo>
                <a:lnTo>
                  <a:pt x="7410" y="0"/>
                </a:lnTo>
                <a:lnTo>
                  <a:pt x="741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71" name=""/>
          <p:cNvSpPr txBox="1"/>
          <p:nvPr/>
        </p:nvSpPr>
        <p:spPr>
          <a:xfrm>
            <a:off x="1162080" y="3068280"/>
            <a:ext cx="102492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強制する設定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72" name=""/>
          <p:cNvSpPr txBox="1"/>
          <p:nvPr/>
        </p:nvSpPr>
        <p:spPr>
          <a:xfrm>
            <a:off x="4305240" y="3068280"/>
            <a:ext cx="85428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設定の名前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73" name=""/>
          <p:cNvSpPr txBox="1"/>
          <p:nvPr/>
        </p:nvSpPr>
        <p:spPr>
          <a:xfrm>
            <a:off x="8591400" y="3068280"/>
            <a:ext cx="1713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値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74" name=""/>
          <p:cNvSpPr txBox="1"/>
          <p:nvPr/>
        </p:nvSpPr>
        <p:spPr>
          <a:xfrm>
            <a:off x="1162080" y="3573000"/>
            <a:ext cx="25610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許可確認を省く動かし方を禁じる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75" name=""/>
          <p:cNvSpPr txBox="1"/>
          <p:nvPr/>
        </p:nvSpPr>
        <p:spPr>
          <a:xfrm>
            <a:off x="4305240" y="3573000"/>
            <a:ext cx="35640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permissions.disableBypassPermissionsMode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76" name=""/>
          <p:cNvSpPr txBox="1"/>
          <p:nvPr/>
        </p:nvSpPr>
        <p:spPr>
          <a:xfrm>
            <a:off x="8591400" y="3573000"/>
            <a:ext cx="7383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"disable"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77" name=""/>
          <p:cNvSpPr txBox="1"/>
          <p:nvPr/>
        </p:nvSpPr>
        <p:spPr>
          <a:xfrm>
            <a:off x="1162080" y="4068360"/>
            <a:ext cx="22197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連携先を許可したものに限る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78" name=""/>
          <p:cNvSpPr txBox="1"/>
          <p:nvPr/>
        </p:nvSpPr>
        <p:spPr>
          <a:xfrm>
            <a:off x="4305240" y="4068360"/>
            <a:ext cx="15566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allowedMcpServers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79" name=""/>
          <p:cNvSpPr txBox="1"/>
          <p:nvPr/>
        </p:nvSpPr>
        <p:spPr>
          <a:xfrm>
            <a:off x="8591400" y="4068360"/>
            <a:ext cx="170748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許可する連携先の一覧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80" name=""/>
          <p:cNvSpPr txBox="1"/>
          <p:nvPr/>
        </p:nvSpPr>
        <p:spPr>
          <a:xfrm>
            <a:off x="1162080" y="4563720"/>
            <a:ext cx="22197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連携先を許可したものに限る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81" name=""/>
          <p:cNvSpPr txBox="1"/>
          <p:nvPr/>
        </p:nvSpPr>
        <p:spPr>
          <a:xfrm>
            <a:off x="4305240" y="4563720"/>
            <a:ext cx="24573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allowManagedMcpServersOnly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82" name=""/>
          <p:cNvSpPr txBox="1"/>
          <p:nvPr/>
        </p:nvSpPr>
        <p:spPr>
          <a:xfrm>
            <a:off x="8591400" y="4563720"/>
            <a:ext cx="32832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true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83" name=""/>
          <p:cNvSpPr txBox="1"/>
          <p:nvPr/>
        </p:nvSpPr>
        <p:spPr>
          <a:xfrm>
            <a:off x="1162080" y="5059080"/>
            <a:ext cx="187812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履歴の保存日数を決める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84" name=""/>
          <p:cNvSpPr txBox="1"/>
          <p:nvPr/>
        </p:nvSpPr>
        <p:spPr>
          <a:xfrm>
            <a:off x="4305240" y="5059080"/>
            <a:ext cx="15476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cleanupPeriodDays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85" name=""/>
          <p:cNvSpPr txBox="1"/>
          <p:nvPr/>
        </p:nvSpPr>
        <p:spPr>
          <a:xfrm>
            <a:off x="8591400" y="5059080"/>
            <a:ext cx="235908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日数（既定は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30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、最小は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1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）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86" name=""/>
          <p:cNvSpPr txBox="1"/>
          <p:nvPr/>
        </p:nvSpPr>
        <p:spPr>
          <a:xfrm>
            <a:off x="11125080" y="556560"/>
            <a:ext cx="3056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付録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87" name=""/>
          <p:cNvSpPr txBox="1"/>
          <p:nvPr/>
        </p:nvSpPr>
        <p:spPr>
          <a:xfrm>
            <a:off x="11413080" y="6442920"/>
            <a:ext cx="1699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19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8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9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91" name=""/>
          <p:cNvSpPr/>
          <p:nvPr/>
        </p:nvSpPr>
        <p:spPr>
          <a:xfrm>
            <a:off x="609480" y="971280"/>
            <a:ext cx="10973160" cy="38520"/>
          </a:xfrm>
          <a:custGeom>
            <a:avLst/>
            <a:gdLst/>
            <a:ahLst/>
            <a:rect l="0" t="0" r="r" b="b"/>
            <a:pathLst>
              <a:path w="30481" h="107">
                <a:moveTo>
                  <a:pt x="0" y="0"/>
                </a:moveTo>
                <a:lnTo>
                  <a:pt x="30481" y="0"/>
                </a:lnTo>
                <a:lnTo>
                  <a:pt x="3048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492" name=""/>
          <p:cNvSpPr txBox="1"/>
          <p:nvPr/>
        </p:nvSpPr>
        <p:spPr>
          <a:xfrm>
            <a:off x="609480" y="392760"/>
            <a:ext cx="3564720" cy="497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2700" spc="-1" strike="noStrike">
                <a:solidFill>
                  <a:srgbClr val="1a1a1a"/>
                </a:solidFill>
                <a:latin typeface="Noto Sans JP"/>
                <a:ea typeface="Noto Sans JP"/>
              </a:rPr>
              <a:t>付録</a:t>
            </a:r>
            <a:r>
              <a:rPr b="1" lang="ja-JP" sz="2700" spc="-1" strike="noStrike">
                <a:solidFill>
                  <a:srgbClr val="1a1a1a"/>
                </a:solidFill>
                <a:latin typeface="Noto Sans JP"/>
                <a:ea typeface="Noto Sans JP"/>
              </a:rPr>
              <a:t>2 </a:t>
            </a:r>
            <a:r>
              <a:rPr b="1" lang="ja-JP" sz="2700" spc="-1" strike="noStrike">
                <a:solidFill>
                  <a:srgbClr val="1a1a1a"/>
                </a:solidFill>
                <a:latin typeface="Noto Sans JP"/>
                <a:ea typeface="Noto Sans JP"/>
              </a:rPr>
              <a:t>コンテナの設定</a:t>
            </a:r>
            <a:endParaRPr b="0" lang="ja-JP" sz="27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93" name=""/>
          <p:cNvSpPr/>
          <p:nvPr/>
        </p:nvSpPr>
        <p:spPr>
          <a:xfrm>
            <a:off x="609480" y="1599840"/>
            <a:ext cx="10973160" cy="4800960"/>
          </a:xfrm>
          <a:custGeom>
            <a:avLst/>
            <a:gdLst/>
            <a:ahLst/>
            <a:rect l="0" t="0" r="r" b="b"/>
            <a:pathLst>
              <a:path w="30481" h="13336">
                <a:moveTo>
                  <a:pt x="0" y="13125"/>
                </a:moveTo>
                <a:lnTo>
                  <a:pt x="0" y="212"/>
                </a:lnTo>
                <a:cubicBezTo>
                  <a:pt x="0" y="198"/>
                  <a:pt x="1" y="185"/>
                  <a:pt x="4" y="171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1" y="118"/>
                  <a:pt x="28" y="106"/>
                  <a:pt x="36" y="95"/>
                </a:cubicBezTo>
                <a:cubicBezTo>
                  <a:pt x="43" y="83"/>
                  <a:pt x="52" y="72"/>
                  <a:pt x="62" y="62"/>
                </a:cubicBezTo>
                <a:cubicBezTo>
                  <a:pt x="72" y="53"/>
                  <a:pt x="82" y="44"/>
                  <a:pt x="94" y="36"/>
                </a:cubicBezTo>
                <a:cubicBezTo>
                  <a:pt x="105" y="28"/>
                  <a:pt x="118" y="22"/>
                  <a:pt x="130" y="17"/>
                </a:cubicBezTo>
                <a:cubicBezTo>
                  <a:pt x="143" y="11"/>
                  <a:pt x="157" y="7"/>
                  <a:pt x="170" y="5"/>
                </a:cubicBezTo>
                <a:cubicBezTo>
                  <a:pt x="184" y="2"/>
                  <a:pt x="198" y="0"/>
                  <a:pt x="211" y="0"/>
                </a:cubicBezTo>
                <a:lnTo>
                  <a:pt x="30269" y="0"/>
                </a:lnTo>
                <a:cubicBezTo>
                  <a:pt x="30283" y="0"/>
                  <a:pt x="30297" y="2"/>
                  <a:pt x="30310" y="5"/>
                </a:cubicBezTo>
                <a:cubicBezTo>
                  <a:pt x="30324" y="7"/>
                  <a:pt x="30337" y="11"/>
                  <a:pt x="30350" y="17"/>
                </a:cubicBezTo>
                <a:cubicBezTo>
                  <a:pt x="30363" y="22"/>
                  <a:pt x="30375" y="28"/>
                  <a:pt x="30387" y="36"/>
                </a:cubicBezTo>
                <a:cubicBezTo>
                  <a:pt x="30398" y="44"/>
                  <a:pt x="30409" y="53"/>
                  <a:pt x="30419" y="62"/>
                </a:cubicBezTo>
                <a:cubicBezTo>
                  <a:pt x="30429" y="72"/>
                  <a:pt x="30437" y="83"/>
                  <a:pt x="30445" y="95"/>
                </a:cubicBezTo>
                <a:cubicBezTo>
                  <a:pt x="30453" y="106"/>
                  <a:pt x="30459" y="118"/>
                  <a:pt x="30465" y="131"/>
                </a:cubicBezTo>
                <a:cubicBezTo>
                  <a:pt x="30470" y="144"/>
                  <a:pt x="30474" y="157"/>
                  <a:pt x="30477" y="171"/>
                </a:cubicBezTo>
                <a:cubicBezTo>
                  <a:pt x="30479" y="185"/>
                  <a:pt x="30481" y="198"/>
                  <a:pt x="30481" y="212"/>
                </a:cubicBezTo>
                <a:lnTo>
                  <a:pt x="30481" y="13125"/>
                </a:lnTo>
                <a:cubicBezTo>
                  <a:pt x="30481" y="13139"/>
                  <a:pt x="30479" y="13152"/>
                  <a:pt x="30477" y="13166"/>
                </a:cubicBezTo>
                <a:cubicBezTo>
                  <a:pt x="30474" y="13180"/>
                  <a:pt x="30470" y="13193"/>
                  <a:pt x="30465" y="13206"/>
                </a:cubicBezTo>
                <a:cubicBezTo>
                  <a:pt x="30459" y="13219"/>
                  <a:pt x="30453" y="13231"/>
                  <a:pt x="30445" y="13242"/>
                </a:cubicBezTo>
                <a:cubicBezTo>
                  <a:pt x="30437" y="13254"/>
                  <a:pt x="30429" y="13265"/>
                  <a:pt x="30419" y="13275"/>
                </a:cubicBezTo>
                <a:cubicBezTo>
                  <a:pt x="30409" y="13284"/>
                  <a:pt x="30398" y="13293"/>
                  <a:pt x="30387" y="13301"/>
                </a:cubicBezTo>
                <a:cubicBezTo>
                  <a:pt x="30375" y="13309"/>
                  <a:pt x="30363" y="13315"/>
                  <a:pt x="30350" y="13320"/>
                </a:cubicBezTo>
                <a:cubicBezTo>
                  <a:pt x="30337" y="13326"/>
                  <a:pt x="30324" y="13330"/>
                  <a:pt x="30310" y="13332"/>
                </a:cubicBezTo>
                <a:cubicBezTo>
                  <a:pt x="30297" y="13335"/>
                  <a:pt x="30283" y="13336"/>
                  <a:pt x="30269" y="13336"/>
                </a:cubicBezTo>
                <a:lnTo>
                  <a:pt x="211" y="13336"/>
                </a:lnTo>
                <a:cubicBezTo>
                  <a:pt x="198" y="13336"/>
                  <a:pt x="184" y="13335"/>
                  <a:pt x="170" y="13332"/>
                </a:cubicBezTo>
                <a:cubicBezTo>
                  <a:pt x="157" y="13330"/>
                  <a:pt x="143" y="13326"/>
                  <a:pt x="130" y="13320"/>
                </a:cubicBezTo>
                <a:cubicBezTo>
                  <a:pt x="118" y="13315"/>
                  <a:pt x="105" y="13309"/>
                  <a:pt x="94" y="13301"/>
                </a:cubicBezTo>
                <a:cubicBezTo>
                  <a:pt x="82" y="13293"/>
                  <a:pt x="72" y="13284"/>
                  <a:pt x="62" y="13275"/>
                </a:cubicBezTo>
                <a:cubicBezTo>
                  <a:pt x="52" y="13265"/>
                  <a:pt x="43" y="13254"/>
                  <a:pt x="36" y="13242"/>
                </a:cubicBezTo>
                <a:cubicBezTo>
                  <a:pt x="28" y="13231"/>
                  <a:pt x="21" y="13219"/>
                  <a:pt x="16" y="13206"/>
                </a:cubicBezTo>
                <a:cubicBezTo>
                  <a:pt x="11" y="13193"/>
                  <a:pt x="7" y="13180"/>
                  <a:pt x="4" y="13166"/>
                </a:cubicBezTo>
                <a:cubicBezTo>
                  <a:pt x="1" y="13152"/>
                  <a:pt x="0" y="13139"/>
                  <a:pt x="0" y="13125"/>
                </a:cubicBezTo>
                <a:close/>
              </a:path>
            </a:pathLst>
          </a:custGeom>
          <a:solidFill>
            <a:srgbClr val="e8f1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94" name=""/>
          <p:cNvSpPr txBox="1"/>
          <p:nvPr/>
        </p:nvSpPr>
        <p:spPr>
          <a:xfrm>
            <a:off x="609480" y="1090800"/>
            <a:ext cx="697932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コンテナの設定は、設定例の</a:t>
            </a:r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2</a:t>
            </a:r>
            <a:r>
              <a:rPr b="1" lang="ja-JP" sz="2100" spc="-1" strike="noStrike">
                <a:solidFill>
                  <a:srgbClr val="1a1a1a"/>
                </a:solidFill>
                <a:latin typeface="Noto Sans JP"/>
                <a:ea typeface="Noto Sans JP"/>
              </a:rPr>
              <a:t>つのファイルを書き換える</a:t>
            </a:r>
            <a:endParaRPr b="0" lang="ja-JP" sz="21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95" name=""/>
          <p:cNvSpPr txBox="1"/>
          <p:nvPr/>
        </p:nvSpPr>
        <p:spPr>
          <a:xfrm>
            <a:off x="799920" y="1716120"/>
            <a:ext cx="44245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5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つの設定を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2</a:t>
            </a:r>
            <a:r>
              <a:rPr b="1" lang="ja-JP" sz="1800" spc="-1" strike="noStrike">
                <a:solidFill>
                  <a:srgbClr val="0017c1"/>
                </a:solidFill>
                <a:latin typeface="Noto Sans JP"/>
                <a:ea typeface="Noto Sans JP"/>
              </a:rPr>
              <a:t>つのファイルで強制する</a:t>
            </a:r>
            <a:r>
              <a:rPr b="0" lang="ja-JP" sz="2100" baseline="30000" spc="-1" strike="noStrike">
                <a:solidFill>
                  <a:srgbClr val="0017c1"/>
                </a:solidFill>
                <a:latin typeface="Noto Sans JP"/>
                <a:ea typeface="Noto Sans JP"/>
              </a:rPr>
              <a:t>8</a:t>
            </a:r>
            <a:endParaRPr b="0" lang="ja-JP" sz="18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96" name=""/>
          <p:cNvSpPr/>
          <p:nvPr/>
        </p:nvSpPr>
        <p:spPr>
          <a:xfrm>
            <a:off x="1047600" y="2457360"/>
            <a:ext cx="3476880" cy="495720"/>
          </a:xfrm>
          <a:custGeom>
            <a:avLst/>
            <a:gdLst/>
            <a:ahLst/>
            <a:rect l="0" t="0" r="r" b="b"/>
            <a:pathLst>
              <a:path w="9658" h="1377">
                <a:moveTo>
                  <a:pt x="0" y="0"/>
                </a:moveTo>
                <a:lnTo>
                  <a:pt x="9658" y="0"/>
                </a:lnTo>
                <a:lnTo>
                  <a:pt x="9658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97" name=""/>
          <p:cNvSpPr/>
          <p:nvPr/>
        </p:nvSpPr>
        <p:spPr>
          <a:xfrm>
            <a:off x="4524120" y="2457360"/>
            <a:ext cx="1762560" cy="495720"/>
          </a:xfrm>
          <a:custGeom>
            <a:avLst/>
            <a:gdLst/>
            <a:ahLst/>
            <a:rect l="0" t="0" r="r" b="b"/>
            <a:pathLst>
              <a:path w="4896" h="1377">
                <a:moveTo>
                  <a:pt x="0" y="0"/>
                </a:moveTo>
                <a:lnTo>
                  <a:pt x="4896" y="0"/>
                </a:lnTo>
                <a:lnTo>
                  <a:pt x="4896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98" name=""/>
          <p:cNvSpPr/>
          <p:nvPr/>
        </p:nvSpPr>
        <p:spPr>
          <a:xfrm>
            <a:off x="6286320" y="2457360"/>
            <a:ext cx="4858200" cy="495720"/>
          </a:xfrm>
          <a:custGeom>
            <a:avLst/>
            <a:gdLst/>
            <a:ahLst/>
            <a:rect l="0" t="0" r="r" b="b"/>
            <a:pathLst>
              <a:path w="13495" h="1377">
                <a:moveTo>
                  <a:pt x="0" y="0"/>
                </a:moveTo>
                <a:lnTo>
                  <a:pt x="13495" y="0"/>
                </a:lnTo>
                <a:lnTo>
                  <a:pt x="13495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499" name=""/>
          <p:cNvSpPr/>
          <p:nvPr/>
        </p:nvSpPr>
        <p:spPr>
          <a:xfrm>
            <a:off x="1047600" y="2952720"/>
            <a:ext cx="3476880" cy="495360"/>
          </a:xfrm>
          <a:custGeom>
            <a:avLst/>
            <a:gdLst/>
            <a:ahLst/>
            <a:rect l="0" t="0" r="r" b="b"/>
            <a:pathLst>
              <a:path w="9658" h="1376">
                <a:moveTo>
                  <a:pt x="0" y="0"/>
                </a:moveTo>
                <a:lnTo>
                  <a:pt x="9658" y="0"/>
                </a:lnTo>
                <a:lnTo>
                  <a:pt x="9658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00" name=""/>
          <p:cNvSpPr/>
          <p:nvPr/>
        </p:nvSpPr>
        <p:spPr>
          <a:xfrm>
            <a:off x="4524120" y="2952720"/>
            <a:ext cx="1762560" cy="495360"/>
          </a:xfrm>
          <a:custGeom>
            <a:avLst/>
            <a:gdLst/>
            <a:ahLst/>
            <a:rect l="0" t="0" r="r" b="b"/>
            <a:pathLst>
              <a:path w="4896" h="1376">
                <a:moveTo>
                  <a:pt x="0" y="0"/>
                </a:moveTo>
                <a:lnTo>
                  <a:pt x="4896" y="0"/>
                </a:lnTo>
                <a:lnTo>
                  <a:pt x="4896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01" name=""/>
          <p:cNvSpPr/>
          <p:nvPr/>
        </p:nvSpPr>
        <p:spPr>
          <a:xfrm>
            <a:off x="6286320" y="2952720"/>
            <a:ext cx="4858200" cy="495360"/>
          </a:xfrm>
          <a:custGeom>
            <a:avLst/>
            <a:gdLst/>
            <a:ahLst/>
            <a:rect l="0" t="0" r="r" b="b"/>
            <a:pathLst>
              <a:path w="13495" h="1376">
                <a:moveTo>
                  <a:pt x="0" y="0"/>
                </a:moveTo>
                <a:lnTo>
                  <a:pt x="13495" y="0"/>
                </a:lnTo>
                <a:lnTo>
                  <a:pt x="13495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02" name=""/>
          <p:cNvSpPr/>
          <p:nvPr/>
        </p:nvSpPr>
        <p:spPr>
          <a:xfrm>
            <a:off x="1047600" y="3447720"/>
            <a:ext cx="3476880" cy="495720"/>
          </a:xfrm>
          <a:custGeom>
            <a:avLst/>
            <a:gdLst/>
            <a:ahLst/>
            <a:rect l="0" t="0" r="r" b="b"/>
            <a:pathLst>
              <a:path w="9658" h="1377">
                <a:moveTo>
                  <a:pt x="0" y="0"/>
                </a:moveTo>
                <a:lnTo>
                  <a:pt x="9658" y="0"/>
                </a:lnTo>
                <a:lnTo>
                  <a:pt x="9658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03" name=""/>
          <p:cNvSpPr/>
          <p:nvPr/>
        </p:nvSpPr>
        <p:spPr>
          <a:xfrm>
            <a:off x="4524120" y="3447720"/>
            <a:ext cx="1762560" cy="495720"/>
          </a:xfrm>
          <a:custGeom>
            <a:avLst/>
            <a:gdLst/>
            <a:ahLst/>
            <a:rect l="0" t="0" r="r" b="b"/>
            <a:pathLst>
              <a:path w="4896" h="1377">
                <a:moveTo>
                  <a:pt x="0" y="0"/>
                </a:moveTo>
                <a:lnTo>
                  <a:pt x="4896" y="0"/>
                </a:lnTo>
                <a:lnTo>
                  <a:pt x="4896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04" name=""/>
          <p:cNvSpPr/>
          <p:nvPr/>
        </p:nvSpPr>
        <p:spPr>
          <a:xfrm>
            <a:off x="6286320" y="3447720"/>
            <a:ext cx="4858200" cy="495720"/>
          </a:xfrm>
          <a:custGeom>
            <a:avLst/>
            <a:gdLst/>
            <a:ahLst/>
            <a:rect l="0" t="0" r="r" b="b"/>
            <a:pathLst>
              <a:path w="13495" h="1377">
                <a:moveTo>
                  <a:pt x="0" y="0"/>
                </a:moveTo>
                <a:lnTo>
                  <a:pt x="13495" y="0"/>
                </a:lnTo>
                <a:lnTo>
                  <a:pt x="13495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05" name=""/>
          <p:cNvSpPr/>
          <p:nvPr/>
        </p:nvSpPr>
        <p:spPr>
          <a:xfrm>
            <a:off x="1047600" y="3943080"/>
            <a:ext cx="3476880" cy="495720"/>
          </a:xfrm>
          <a:custGeom>
            <a:avLst/>
            <a:gdLst/>
            <a:ahLst/>
            <a:rect l="0" t="0" r="r" b="b"/>
            <a:pathLst>
              <a:path w="9658" h="1377">
                <a:moveTo>
                  <a:pt x="0" y="0"/>
                </a:moveTo>
                <a:lnTo>
                  <a:pt x="9658" y="0"/>
                </a:lnTo>
                <a:lnTo>
                  <a:pt x="9658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06" name=""/>
          <p:cNvSpPr/>
          <p:nvPr/>
        </p:nvSpPr>
        <p:spPr>
          <a:xfrm>
            <a:off x="4524120" y="3943080"/>
            <a:ext cx="1762560" cy="495720"/>
          </a:xfrm>
          <a:custGeom>
            <a:avLst/>
            <a:gdLst/>
            <a:ahLst/>
            <a:rect l="0" t="0" r="r" b="b"/>
            <a:pathLst>
              <a:path w="4896" h="1377">
                <a:moveTo>
                  <a:pt x="0" y="0"/>
                </a:moveTo>
                <a:lnTo>
                  <a:pt x="4896" y="0"/>
                </a:lnTo>
                <a:lnTo>
                  <a:pt x="4896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07" name=""/>
          <p:cNvSpPr/>
          <p:nvPr/>
        </p:nvSpPr>
        <p:spPr>
          <a:xfrm>
            <a:off x="6286320" y="3943080"/>
            <a:ext cx="4858200" cy="495720"/>
          </a:xfrm>
          <a:custGeom>
            <a:avLst/>
            <a:gdLst/>
            <a:ahLst/>
            <a:rect l="0" t="0" r="r" b="b"/>
            <a:pathLst>
              <a:path w="13495" h="1377">
                <a:moveTo>
                  <a:pt x="0" y="0"/>
                </a:moveTo>
                <a:lnTo>
                  <a:pt x="13495" y="0"/>
                </a:lnTo>
                <a:lnTo>
                  <a:pt x="13495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08" name=""/>
          <p:cNvSpPr/>
          <p:nvPr/>
        </p:nvSpPr>
        <p:spPr>
          <a:xfrm>
            <a:off x="1047600" y="4438440"/>
            <a:ext cx="3476880" cy="495720"/>
          </a:xfrm>
          <a:custGeom>
            <a:avLst/>
            <a:gdLst/>
            <a:ahLst/>
            <a:rect l="0" t="0" r="r" b="b"/>
            <a:pathLst>
              <a:path w="9658" h="1377">
                <a:moveTo>
                  <a:pt x="0" y="0"/>
                </a:moveTo>
                <a:lnTo>
                  <a:pt x="9658" y="0"/>
                </a:lnTo>
                <a:lnTo>
                  <a:pt x="9658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09" name=""/>
          <p:cNvSpPr/>
          <p:nvPr/>
        </p:nvSpPr>
        <p:spPr>
          <a:xfrm>
            <a:off x="4524120" y="4438440"/>
            <a:ext cx="1762560" cy="495720"/>
          </a:xfrm>
          <a:custGeom>
            <a:avLst/>
            <a:gdLst/>
            <a:ahLst/>
            <a:rect l="0" t="0" r="r" b="b"/>
            <a:pathLst>
              <a:path w="4896" h="1377">
                <a:moveTo>
                  <a:pt x="0" y="0"/>
                </a:moveTo>
                <a:lnTo>
                  <a:pt x="4896" y="0"/>
                </a:lnTo>
                <a:lnTo>
                  <a:pt x="4896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10" name=""/>
          <p:cNvSpPr/>
          <p:nvPr/>
        </p:nvSpPr>
        <p:spPr>
          <a:xfrm>
            <a:off x="6286320" y="4438440"/>
            <a:ext cx="4858200" cy="495720"/>
          </a:xfrm>
          <a:custGeom>
            <a:avLst/>
            <a:gdLst/>
            <a:ahLst/>
            <a:rect l="0" t="0" r="r" b="b"/>
            <a:pathLst>
              <a:path w="13495" h="1377">
                <a:moveTo>
                  <a:pt x="0" y="0"/>
                </a:moveTo>
                <a:lnTo>
                  <a:pt x="13495" y="0"/>
                </a:lnTo>
                <a:lnTo>
                  <a:pt x="13495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11" name=""/>
          <p:cNvSpPr/>
          <p:nvPr/>
        </p:nvSpPr>
        <p:spPr>
          <a:xfrm>
            <a:off x="1047600" y="4933800"/>
            <a:ext cx="3476880" cy="495720"/>
          </a:xfrm>
          <a:custGeom>
            <a:avLst/>
            <a:gdLst/>
            <a:ahLst/>
            <a:rect l="0" t="0" r="r" b="b"/>
            <a:pathLst>
              <a:path w="9658" h="1377">
                <a:moveTo>
                  <a:pt x="0" y="0"/>
                </a:moveTo>
                <a:lnTo>
                  <a:pt x="9658" y="0"/>
                </a:lnTo>
                <a:lnTo>
                  <a:pt x="9658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12" name=""/>
          <p:cNvSpPr/>
          <p:nvPr/>
        </p:nvSpPr>
        <p:spPr>
          <a:xfrm>
            <a:off x="4524120" y="4933800"/>
            <a:ext cx="1762560" cy="495720"/>
          </a:xfrm>
          <a:custGeom>
            <a:avLst/>
            <a:gdLst/>
            <a:ahLst/>
            <a:rect l="0" t="0" r="r" b="b"/>
            <a:pathLst>
              <a:path w="4896" h="1377">
                <a:moveTo>
                  <a:pt x="0" y="0"/>
                </a:moveTo>
                <a:lnTo>
                  <a:pt x="4896" y="0"/>
                </a:lnTo>
                <a:lnTo>
                  <a:pt x="4896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13" name=""/>
          <p:cNvSpPr/>
          <p:nvPr/>
        </p:nvSpPr>
        <p:spPr>
          <a:xfrm>
            <a:off x="6286320" y="4933800"/>
            <a:ext cx="4858200" cy="495720"/>
          </a:xfrm>
          <a:custGeom>
            <a:avLst/>
            <a:gdLst/>
            <a:ahLst/>
            <a:rect l="0" t="0" r="r" b="b"/>
            <a:pathLst>
              <a:path w="13495" h="1377">
                <a:moveTo>
                  <a:pt x="0" y="0"/>
                </a:moveTo>
                <a:lnTo>
                  <a:pt x="13495" y="0"/>
                </a:lnTo>
                <a:lnTo>
                  <a:pt x="13495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14" name=""/>
          <p:cNvSpPr/>
          <p:nvPr/>
        </p:nvSpPr>
        <p:spPr>
          <a:xfrm>
            <a:off x="1047600" y="5429160"/>
            <a:ext cx="3476880" cy="495720"/>
          </a:xfrm>
          <a:custGeom>
            <a:avLst/>
            <a:gdLst/>
            <a:ahLst/>
            <a:rect l="0" t="0" r="r" b="b"/>
            <a:pathLst>
              <a:path w="9658" h="1377">
                <a:moveTo>
                  <a:pt x="0" y="0"/>
                </a:moveTo>
                <a:lnTo>
                  <a:pt x="9658" y="0"/>
                </a:lnTo>
                <a:lnTo>
                  <a:pt x="9658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15" name=""/>
          <p:cNvSpPr/>
          <p:nvPr/>
        </p:nvSpPr>
        <p:spPr>
          <a:xfrm>
            <a:off x="4524120" y="5429160"/>
            <a:ext cx="1762560" cy="495720"/>
          </a:xfrm>
          <a:custGeom>
            <a:avLst/>
            <a:gdLst/>
            <a:ahLst/>
            <a:rect l="0" t="0" r="r" b="b"/>
            <a:pathLst>
              <a:path w="4896" h="1377">
                <a:moveTo>
                  <a:pt x="0" y="0"/>
                </a:moveTo>
                <a:lnTo>
                  <a:pt x="4896" y="0"/>
                </a:lnTo>
                <a:lnTo>
                  <a:pt x="4896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16" name=""/>
          <p:cNvSpPr/>
          <p:nvPr/>
        </p:nvSpPr>
        <p:spPr>
          <a:xfrm>
            <a:off x="6286320" y="5429160"/>
            <a:ext cx="4858200" cy="495720"/>
          </a:xfrm>
          <a:custGeom>
            <a:avLst/>
            <a:gdLst/>
            <a:ahLst/>
            <a:rect l="0" t="0" r="r" b="b"/>
            <a:pathLst>
              <a:path w="13495" h="1377">
                <a:moveTo>
                  <a:pt x="0" y="0"/>
                </a:moveTo>
                <a:lnTo>
                  <a:pt x="13495" y="0"/>
                </a:lnTo>
                <a:lnTo>
                  <a:pt x="13495" y="1377"/>
                </a:lnTo>
                <a:lnTo>
                  <a:pt x="0" y="13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17" name=""/>
          <p:cNvSpPr/>
          <p:nvPr/>
        </p:nvSpPr>
        <p:spPr>
          <a:xfrm>
            <a:off x="1047600" y="2943000"/>
            <a:ext cx="3476880" cy="19440"/>
          </a:xfrm>
          <a:custGeom>
            <a:avLst/>
            <a:gdLst/>
            <a:ahLst/>
            <a:rect l="0" t="0" r="r" b="b"/>
            <a:pathLst>
              <a:path w="9658" h="54">
                <a:moveTo>
                  <a:pt x="0" y="0"/>
                </a:moveTo>
                <a:lnTo>
                  <a:pt x="9658" y="0"/>
                </a:lnTo>
                <a:lnTo>
                  <a:pt x="9658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518" name=""/>
          <p:cNvSpPr/>
          <p:nvPr/>
        </p:nvSpPr>
        <p:spPr>
          <a:xfrm>
            <a:off x="4524120" y="2943000"/>
            <a:ext cx="1762560" cy="19440"/>
          </a:xfrm>
          <a:custGeom>
            <a:avLst/>
            <a:gdLst/>
            <a:ahLst/>
            <a:rect l="0" t="0" r="r" b="b"/>
            <a:pathLst>
              <a:path w="4896" h="54">
                <a:moveTo>
                  <a:pt x="0" y="0"/>
                </a:moveTo>
                <a:lnTo>
                  <a:pt x="4896" y="0"/>
                </a:lnTo>
                <a:lnTo>
                  <a:pt x="4896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519" name=""/>
          <p:cNvSpPr/>
          <p:nvPr/>
        </p:nvSpPr>
        <p:spPr>
          <a:xfrm>
            <a:off x="6286320" y="2943000"/>
            <a:ext cx="4858200" cy="19440"/>
          </a:xfrm>
          <a:custGeom>
            <a:avLst/>
            <a:gdLst/>
            <a:ahLst/>
            <a:rect l="0" t="0" r="r" b="b"/>
            <a:pathLst>
              <a:path w="13495" h="54">
                <a:moveTo>
                  <a:pt x="0" y="0"/>
                </a:moveTo>
                <a:lnTo>
                  <a:pt x="13495" y="0"/>
                </a:lnTo>
                <a:lnTo>
                  <a:pt x="13495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520" name=""/>
          <p:cNvSpPr/>
          <p:nvPr/>
        </p:nvSpPr>
        <p:spPr>
          <a:xfrm>
            <a:off x="1047600" y="3447720"/>
            <a:ext cx="3476880" cy="10080"/>
          </a:xfrm>
          <a:custGeom>
            <a:avLst/>
            <a:gdLst/>
            <a:ahLst/>
            <a:rect l="0" t="0" r="r" b="b"/>
            <a:pathLst>
              <a:path w="9658" h="28">
                <a:moveTo>
                  <a:pt x="0" y="0"/>
                </a:moveTo>
                <a:lnTo>
                  <a:pt x="9658" y="0"/>
                </a:lnTo>
                <a:lnTo>
                  <a:pt x="96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21" name=""/>
          <p:cNvSpPr/>
          <p:nvPr/>
        </p:nvSpPr>
        <p:spPr>
          <a:xfrm>
            <a:off x="4524120" y="3447720"/>
            <a:ext cx="1762560" cy="10080"/>
          </a:xfrm>
          <a:custGeom>
            <a:avLst/>
            <a:gdLst/>
            <a:ahLst/>
            <a:rect l="0" t="0" r="r" b="b"/>
            <a:pathLst>
              <a:path w="4896" h="28">
                <a:moveTo>
                  <a:pt x="0" y="0"/>
                </a:moveTo>
                <a:lnTo>
                  <a:pt x="4896" y="0"/>
                </a:lnTo>
                <a:lnTo>
                  <a:pt x="489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22" name=""/>
          <p:cNvSpPr/>
          <p:nvPr/>
        </p:nvSpPr>
        <p:spPr>
          <a:xfrm>
            <a:off x="6286320" y="3447720"/>
            <a:ext cx="4858200" cy="10080"/>
          </a:xfrm>
          <a:custGeom>
            <a:avLst/>
            <a:gdLst/>
            <a:ahLst/>
            <a:rect l="0" t="0" r="r" b="b"/>
            <a:pathLst>
              <a:path w="13495" h="28">
                <a:moveTo>
                  <a:pt x="0" y="0"/>
                </a:moveTo>
                <a:lnTo>
                  <a:pt x="13495" y="0"/>
                </a:lnTo>
                <a:lnTo>
                  <a:pt x="1349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23" name=""/>
          <p:cNvSpPr/>
          <p:nvPr/>
        </p:nvSpPr>
        <p:spPr>
          <a:xfrm>
            <a:off x="1047600" y="3943080"/>
            <a:ext cx="3476880" cy="10080"/>
          </a:xfrm>
          <a:custGeom>
            <a:avLst/>
            <a:gdLst/>
            <a:ahLst/>
            <a:rect l="0" t="0" r="r" b="b"/>
            <a:pathLst>
              <a:path w="9658" h="28">
                <a:moveTo>
                  <a:pt x="0" y="0"/>
                </a:moveTo>
                <a:lnTo>
                  <a:pt x="9658" y="0"/>
                </a:lnTo>
                <a:lnTo>
                  <a:pt x="96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24" name=""/>
          <p:cNvSpPr/>
          <p:nvPr/>
        </p:nvSpPr>
        <p:spPr>
          <a:xfrm>
            <a:off x="4524120" y="3943080"/>
            <a:ext cx="1762560" cy="10080"/>
          </a:xfrm>
          <a:custGeom>
            <a:avLst/>
            <a:gdLst/>
            <a:ahLst/>
            <a:rect l="0" t="0" r="r" b="b"/>
            <a:pathLst>
              <a:path w="4896" h="28">
                <a:moveTo>
                  <a:pt x="0" y="0"/>
                </a:moveTo>
                <a:lnTo>
                  <a:pt x="4896" y="0"/>
                </a:lnTo>
                <a:lnTo>
                  <a:pt x="489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25" name=""/>
          <p:cNvSpPr/>
          <p:nvPr/>
        </p:nvSpPr>
        <p:spPr>
          <a:xfrm>
            <a:off x="6286320" y="3943080"/>
            <a:ext cx="4858200" cy="10080"/>
          </a:xfrm>
          <a:custGeom>
            <a:avLst/>
            <a:gdLst/>
            <a:ahLst/>
            <a:rect l="0" t="0" r="r" b="b"/>
            <a:pathLst>
              <a:path w="13495" h="28">
                <a:moveTo>
                  <a:pt x="0" y="0"/>
                </a:moveTo>
                <a:lnTo>
                  <a:pt x="13495" y="0"/>
                </a:lnTo>
                <a:lnTo>
                  <a:pt x="1349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26" name=""/>
          <p:cNvSpPr/>
          <p:nvPr/>
        </p:nvSpPr>
        <p:spPr>
          <a:xfrm>
            <a:off x="1047600" y="4438440"/>
            <a:ext cx="3476880" cy="10080"/>
          </a:xfrm>
          <a:custGeom>
            <a:avLst/>
            <a:gdLst/>
            <a:ahLst/>
            <a:rect l="0" t="0" r="r" b="b"/>
            <a:pathLst>
              <a:path w="9658" h="28">
                <a:moveTo>
                  <a:pt x="0" y="0"/>
                </a:moveTo>
                <a:lnTo>
                  <a:pt x="9658" y="0"/>
                </a:lnTo>
                <a:lnTo>
                  <a:pt x="96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27" name=""/>
          <p:cNvSpPr/>
          <p:nvPr/>
        </p:nvSpPr>
        <p:spPr>
          <a:xfrm>
            <a:off x="4524120" y="4438440"/>
            <a:ext cx="1762560" cy="10080"/>
          </a:xfrm>
          <a:custGeom>
            <a:avLst/>
            <a:gdLst/>
            <a:ahLst/>
            <a:rect l="0" t="0" r="r" b="b"/>
            <a:pathLst>
              <a:path w="4896" h="28">
                <a:moveTo>
                  <a:pt x="0" y="0"/>
                </a:moveTo>
                <a:lnTo>
                  <a:pt x="4896" y="0"/>
                </a:lnTo>
                <a:lnTo>
                  <a:pt x="489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28" name=""/>
          <p:cNvSpPr/>
          <p:nvPr/>
        </p:nvSpPr>
        <p:spPr>
          <a:xfrm>
            <a:off x="6286320" y="4438440"/>
            <a:ext cx="4858200" cy="10080"/>
          </a:xfrm>
          <a:custGeom>
            <a:avLst/>
            <a:gdLst/>
            <a:ahLst/>
            <a:rect l="0" t="0" r="r" b="b"/>
            <a:pathLst>
              <a:path w="13495" h="28">
                <a:moveTo>
                  <a:pt x="0" y="0"/>
                </a:moveTo>
                <a:lnTo>
                  <a:pt x="13495" y="0"/>
                </a:lnTo>
                <a:lnTo>
                  <a:pt x="1349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29" name=""/>
          <p:cNvSpPr/>
          <p:nvPr/>
        </p:nvSpPr>
        <p:spPr>
          <a:xfrm>
            <a:off x="1047600" y="4933800"/>
            <a:ext cx="3476880" cy="9720"/>
          </a:xfrm>
          <a:custGeom>
            <a:avLst/>
            <a:gdLst/>
            <a:ahLst/>
            <a:rect l="0" t="0" r="r" b="b"/>
            <a:pathLst>
              <a:path w="9658" h="27">
                <a:moveTo>
                  <a:pt x="0" y="0"/>
                </a:moveTo>
                <a:lnTo>
                  <a:pt x="9658" y="0"/>
                </a:lnTo>
                <a:lnTo>
                  <a:pt x="96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30" name=""/>
          <p:cNvSpPr/>
          <p:nvPr/>
        </p:nvSpPr>
        <p:spPr>
          <a:xfrm>
            <a:off x="4524120" y="4933800"/>
            <a:ext cx="1762560" cy="9720"/>
          </a:xfrm>
          <a:custGeom>
            <a:avLst/>
            <a:gdLst/>
            <a:ahLst/>
            <a:rect l="0" t="0" r="r" b="b"/>
            <a:pathLst>
              <a:path w="4896" h="27">
                <a:moveTo>
                  <a:pt x="0" y="0"/>
                </a:moveTo>
                <a:lnTo>
                  <a:pt x="4896" y="0"/>
                </a:lnTo>
                <a:lnTo>
                  <a:pt x="489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31" name=""/>
          <p:cNvSpPr/>
          <p:nvPr/>
        </p:nvSpPr>
        <p:spPr>
          <a:xfrm>
            <a:off x="6286320" y="4933800"/>
            <a:ext cx="4858200" cy="9720"/>
          </a:xfrm>
          <a:custGeom>
            <a:avLst/>
            <a:gdLst/>
            <a:ahLst/>
            <a:rect l="0" t="0" r="r" b="b"/>
            <a:pathLst>
              <a:path w="13495" h="27">
                <a:moveTo>
                  <a:pt x="0" y="0"/>
                </a:moveTo>
                <a:lnTo>
                  <a:pt x="13495" y="0"/>
                </a:lnTo>
                <a:lnTo>
                  <a:pt x="1349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32" name=""/>
          <p:cNvSpPr/>
          <p:nvPr/>
        </p:nvSpPr>
        <p:spPr>
          <a:xfrm>
            <a:off x="1047600" y="5429160"/>
            <a:ext cx="3476880" cy="9720"/>
          </a:xfrm>
          <a:custGeom>
            <a:avLst/>
            <a:gdLst/>
            <a:ahLst/>
            <a:rect l="0" t="0" r="r" b="b"/>
            <a:pathLst>
              <a:path w="9658" h="27">
                <a:moveTo>
                  <a:pt x="0" y="0"/>
                </a:moveTo>
                <a:lnTo>
                  <a:pt x="9658" y="0"/>
                </a:lnTo>
                <a:lnTo>
                  <a:pt x="96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33" name=""/>
          <p:cNvSpPr/>
          <p:nvPr/>
        </p:nvSpPr>
        <p:spPr>
          <a:xfrm>
            <a:off x="4524120" y="5429160"/>
            <a:ext cx="1762560" cy="9720"/>
          </a:xfrm>
          <a:custGeom>
            <a:avLst/>
            <a:gdLst/>
            <a:ahLst/>
            <a:rect l="0" t="0" r="r" b="b"/>
            <a:pathLst>
              <a:path w="4896" h="27">
                <a:moveTo>
                  <a:pt x="0" y="0"/>
                </a:moveTo>
                <a:lnTo>
                  <a:pt x="4896" y="0"/>
                </a:lnTo>
                <a:lnTo>
                  <a:pt x="489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34" name=""/>
          <p:cNvSpPr/>
          <p:nvPr/>
        </p:nvSpPr>
        <p:spPr>
          <a:xfrm>
            <a:off x="6286320" y="5429160"/>
            <a:ext cx="4858200" cy="9720"/>
          </a:xfrm>
          <a:custGeom>
            <a:avLst/>
            <a:gdLst/>
            <a:ahLst/>
            <a:rect l="0" t="0" r="r" b="b"/>
            <a:pathLst>
              <a:path w="13495" h="27">
                <a:moveTo>
                  <a:pt x="0" y="0"/>
                </a:moveTo>
                <a:lnTo>
                  <a:pt x="13495" y="0"/>
                </a:lnTo>
                <a:lnTo>
                  <a:pt x="1349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35" name=""/>
          <p:cNvSpPr/>
          <p:nvPr/>
        </p:nvSpPr>
        <p:spPr>
          <a:xfrm>
            <a:off x="1047600" y="5924520"/>
            <a:ext cx="3476880" cy="9720"/>
          </a:xfrm>
          <a:custGeom>
            <a:avLst/>
            <a:gdLst/>
            <a:ahLst/>
            <a:rect l="0" t="0" r="r" b="b"/>
            <a:pathLst>
              <a:path w="9658" h="27">
                <a:moveTo>
                  <a:pt x="0" y="0"/>
                </a:moveTo>
                <a:lnTo>
                  <a:pt x="9658" y="0"/>
                </a:lnTo>
                <a:lnTo>
                  <a:pt x="96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36" name=""/>
          <p:cNvSpPr/>
          <p:nvPr/>
        </p:nvSpPr>
        <p:spPr>
          <a:xfrm>
            <a:off x="4524120" y="5924520"/>
            <a:ext cx="1762560" cy="9720"/>
          </a:xfrm>
          <a:custGeom>
            <a:avLst/>
            <a:gdLst/>
            <a:ahLst/>
            <a:rect l="0" t="0" r="r" b="b"/>
            <a:pathLst>
              <a:path w="4896" h="27">
                <a:moveTo>
                  <a:pt x="0" y="0"/>
                </a:moveTo>
                <a:lnTo>
                  <a:pt x="4896" y="0"/>
                </a:lnTo>
                <a:lnTo>
                  <a:pt x="489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37" name=""/>
          <p:cNvSpPr/>
          <p:nvPr/>
        </p:nvSpPr>
        <p:spPr>
          <a:xfrm>
            <a:off x="6286320" y="5924520"/>
            <a:ext cx="4858200" cy="9720"/>
          </a:xfrm>
          <a:custGeom>
            <a:avLst/>
            <a:gdLst/>
            <a:ahLst/>
            <a:rect l="0" t="0" r="r" b="b"/>
            <a:pathLst>
              <a:path w="13495" h="27">
                <a:moveTo>
                  <a:pt x="0" y="0"/>
                </a:moveTo>
                <a:lnTo>
                  <a:pt x="13495" y="0"/>
                </a:lnTo>
                <a:lnTo>
                  <a:pt x="1349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39" name=""/>
          <p:cNvSpPr txBox="1"/>
          <p:nvPr/>
        </p:nvSpPr>
        <p:spPr>
          <a:xfrm>
            <a:off x="1162080" y="2572920"/>
            <a:ext cx="102492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強制する設定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40" name=""/>
          <p:cNvSpPr txBox="1"/>
          <p:nvPr/>
        </p:nvSpPr>
        <p:spPr>
          <a:xfrm>
            <a:off x="4638600" y="2572920"/>
            <a:ext cx="6836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ファイル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41" name=""/>
          <p:cNvSpPr txBox="1"/>
          <p:nvPr/>
        </p:nvSpPr>
        <p:spPr>
          <a:xfrm>
            <a:off x="6400800" y="2572920"/>
            <a:ext cx="11955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書き換える内容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42" name=""/>
          <p:cNvSpPr txBox="1"/>
          <p:nvPr/>
        </p:nvSpPr>
        <p:spPr>
          <a:xfrm>
            <a:off x="1162080" y="3077640"/>
            <a:ext cx="23904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版を固定し、自動更新を止める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43" name=""/>
          <p:cNvSpPr txBox="1"/>
          <p:nvPr/>
        </p:nvSpPr>
        <p:spPr>
          <a:xfrm>
            <a:off x="4638600" y="3077640"/>
            <a:ext cx="14378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devcontainer.json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44" name=""/>
          <p:cNvSpPr txBox="1"/>
          <p:nvPr/>
        </p:nvSpPr>
        <p:spPr>
          <a:xfrm>
            <a:off x="6400800" y="3077640"/>
            <a:ext cx="44157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CLAUDE_CODE_VERSION 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を 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latest 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から決めた版にする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45" name=""/>
          <p:cNvSpPr txBox="1"/>
          <p:nvPr/>
        </p:nvSpPr>
        <p:spPr>
          <a:xfrm>
            <a:off x="1162080" y="3573000"/>
            <a:ext cx="23904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版を固定し、自動更新を止める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46" name=""/>
          <p:cNvSpPr txBox="1"/>
          <p:nvPr/>
        </p:nvSpPr>
        <p:spPr>
          <a:xfrm>
            <a:off x="4638600" y="3573000"/>
            <a:ext cx="14378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devcontainer.json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47" name=""/>
          <p:cNvSpPr txBox="1"/>
          <p:nvPr/>
        </p:nvSpPr>
        <p:spPr>
          <a:xfrm>
            <a:off x="6400800" y="3573000"/>
            <a:ext cx="44366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containerEnv 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に 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DISABLE_AUTOUPDATER 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を 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1 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で足す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48" name=""/>
          <p:cNvSpPr txBox="1"/>
          <p:nvPr/>
        </p:nvSpPr>
        <p:spPr>
          <a:xfrm>
            <a:off x="1162080" y="4068360"/>
            <a:ext cx="30729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通信の許可先を社内の部品置き場にする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49" name=""/>
          <p:cNvSpPr txBox="1"/>
          <p:nvPr/>
        </p:nvSpPr>
        <p:spPr>
          <a:xfrm>
            <a:off x="4638600" y="4068360"/>
            <a:ext cx="11451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init-firewall.sh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50" name=""/>
          <p:cNvSpPr txBox="1"/>
          <p:nvPr/>
        </p:nvSpPr>
        <p:spPr>
          <a:xfrm>
            <a:off x="6400800" y="4068360"/>
            <a:ext cx="45356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許可先の 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registry.npmjs.org 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を社内の部品置き場に替える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51" name=""/>
          <p:cNvSpPr txBox="1"/>
          <p:nvPr/>
        </p:nvSpPr>
        <p:spPr>
          <a:xfrm>
            <a:off x="1162080" y="4563720"/>
            <a:ext cx="24260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SSH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の宛先を許可先だけにする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52" name=""/>
          <p:cNvSpPr txBox="1"/>
          <p:nvPr/>
        </p:nvSpPr>
        <p:spPr>
          <a:xfrm>
            <a:off x="4638600" y="4563720"/>
            <a:ext cx="11451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init-firewall.sh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53" name=""/>
          <p:cNvSpPr txBox="1"/>
          <p:nvPr/>
        </p:nvSpPr>
        <p:spPr>
          <a:xfrm>
            <a:off x="6400800" y="4563720"/>
            <a:ext cx="36752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22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番ポートを宛先を問わず許可する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2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行を消す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54" name=""/>
          <p:cNvSpPr txBox="1"/>
          <p:nvPr/>
        </p:nvSpPr>
        <p:spPr>
          <a:xfrm>
            <a:off x="1162080" y="5059080"/>
            <a:ext cx="15368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秘密は基盤から配る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55" name=""/>
          <p:cNvSpPr txBox="1"/>
          <p:nvPr/>
        </p:nvSpPr>
        <p:spPr>
          <a:xfrm>
            <a:off x="4638600" y="5059080"/>
            <a:ext cx="14378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devcontainer.json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56" name=""/>
          <p:cNvSpPr txBox="1"/>
          <p:nvPr/>
        </p:nvSpPr>
        <p:spPr>
          <a:xfrm>
            <a:off x="6400800" y="5059080"/>
            <a:ext cx="343332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containerEnv 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で渡し、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mounts 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は足さない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57" name=""/>
          <p:cNvSpPr txBox="1"/>
          <p:nvPr/>
        </p:nvSpPr>
        <p:spPr>
          <a:xfrm>
            <a:off x="1162080" y="5554080"/>
            <a:ext cx="164412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Git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の認証を配らない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58" name=""/>
          <p:cNvSpPr txBox="1"/>
          <p:nvPr/>
        </p:nvSpPr>
        <p:spPr>
          <a:xfrm>
            <a:off x="4638600" y="5554080"/>
            <a:ext cx="14378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devcontainer.json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59" name=""/>
          <p:cNvSpPr txBox="1"/>
          <p:nvPr/>
        </p:nvSpPr>
        <p:spPr>
          <a:xfrm>
            <a:off x="6400800" y="5554080"/>
            <a:ext cx="39690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containerEnv 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と 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mounts 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に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Git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の認証を入れない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60" name=""/>
          <p:cNvSpPr txBox="1"/>
          <p:nvPr/>
        </p:nvSpPr>
        <p:spPr>
          <a:xfrm>
            <a:off x="11125080" y="556560"/>
            <a:ext cx="3056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付録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61" name=""/>
          <p:cNvSpPr txBox="1"/>
          <p:nvPr/>
        </p:nvSpPr>
        <p:spPr>
          <a:xfrm>
            <a:off x="11413080" y="6442920"/>
            <a:ext cx="1699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20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6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6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65" name=""/>
          <p:cNvSpPr/>
          <p:nvPr/>
        </p:nvSpPr>
        <p:spPr>
          <a:xfrm>
            <a:off x="609480" y="971280"/>
            <a:ext cx="10973160" cy="38520"/>
          </a:xfrm>
          <a:custGeom>
            <a:avLst/>
            <a:gdLst/>
            <a:ahLst/>
            <a:rect l="0" t="0" r="r" b="b"/>
            <a:pathLst>
              <a:path w="30481" h="107">
                <a:moveTo>
                  <a:pt x="0" y="0"/>
                </a:moveTo>
                <a:lnTo>
                  <a:pt x="30481" y="0"/>
                </a:lnTo>
                <a:lnTo>
                  <a:pt x="3048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566" name=""/>
          <p:cNvSpPr/>
          <p:nvPr/>
        </p:nvSpPr>
        <p:spPr>
          <a:xfrm>
            <a:off x="609480" y="1238040"/>
            <a:ext cx="10973160" cy="5162760"/>
          </a:xfrm>
          <a:custGeom>
            <a:avLst/>
            <a:gdLst/>
            <a:ahLst/>
            <a:rect l="0" t="0" r="r" b="b"/>
            <a:pathLst>
              <a:path w="30481" h="14341">
                <a:moveTo>
                  <a:pt x="0" y="14130"/>
                </a:moveTo>
                <a:lnTo>
                  <a:pt x="0" y="212"/>
                </a:lnTo>
                <a:cubicBezTo>
                  <a:pt x="0" y="198"/>
                  <a:pt x="1" y="184"/>
                  <a:pt x="4" y="170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1" y="118"/>
                  <a:pt x="28" y="106"/>
                  <a:pt x="36" y="94"/>
                </a:cubicBezTo>
                <a:cubicBezTo>
                  <a:pt x="43" y="83"/>
                  <a:pt x="52" y="72"/>
                  <a:pt x="62" y="62"/>
                </a:cubicBezTo>
                <a:cubicBezTo>
                  <a:pt x="72" y="52"/>
                  <a:pt x="82" y="43"/>
                  <a:pt x="94" y="36"/>
                </a:cubicBezTo>
                <a:cubicBezTo>
                  <a:pt x="105" y="28"/>
                  <a:pt x="118" y="22"/>
                  <a:pt x="130" y="16"/>
                </a:cubicBezTo>
                <a:cubicBezTo>
                  <a:pt x="143" y="11"/>
                  <a:pt x="157" y="7"/>
                  <a:pt x="170" y="4"/>
                </a:cubicBezTo>
                <a:cubicBezTo>
                  <a:pt x="184" y="1"/>
                  <a:pt x="198" y="0"/>
                  <a:pt x="211" y="0"/>
                </a:cubicBezTo>
                <a:lnTo>
                  <a:pt x="30269" y="0"/>
                </a:lnTo>
                <a:cubicBezTo>
                  <a:pt x="30283" y="0"/>
                  <a:pt x="30297" y="1"/>
                  <a:pt x="30310" y="4"/>
                </a:cubicBezTo>
                <a:cubicBezTo>
                  <a:pt x="30324" y="7"/>
                  <a:pt x="30337" y="11"/>
                  <a:pt x="30350" y="16"/>
                </a:cubicBezTo>
                <a:cubicBezTo>
                  <a:pt x="30363" y="22"/>
                  <a:pt x="30375" y="28"/>
                  <a:pt x="30387" y="36"/>
                </a:cubicBezTo>
                <a:cubicBezTo>
                  <a:pt x="30398" y="43"/>
                  <a:pt x="30409" y="52"/>
                  <a:pt x="30419" y="62"/>
                </a:cubicBezTo>
                <a:cubicBezTo>
                  <a:pt x="30429" y="72"/>
                  <a:pt x="30437" y="83"/>
                  <a:pt x="30445" y="94"/>
                </a:cubicBezTo>
                <a:cubicBezTo>
                  <a:pt x="30453" y="106"/>
                  <a:pt x="30459" y="118"/>
                  <a:pt x="30465" y="131"/>
                </a:cubicBezTo>
                <a:cubicBezTo>
                  <a:pt x="30470" y="144"/>
                  <a:pt x="30474" y="157"/>
                  <a:pt x="30477" y="170"/>
                </a:cubicBezTo>
                <a:cubicBezTo>
                  <a:pt x="30479" y="184"/>
                  <a:pt x="30481" y="198"/>
                  <a:pt x="30481" y="212"/>
                </a:cubicBezTo>
                <a:lnTo>
                  <a:pt x="30481" y="14130"/>
                </a:lnTo>
                <a:cubicBezTo>
                  <a:pt x="30481" y="14144"/>
                  <a:pt x="30479" y="14157"/>
                  <a:pt x="30477" y="14171"/>
                </a:cubicBezTo>
                <a:cubicBezTo>
                  <a:pt x="30474" y="14185"/>
                  <a:pt x="30470" y="14198"/>
                  <a:pt x="30465" y="14211"/>
                </a:cubicBezTo>
                <a:cubicBezTo>
                  <a:pt x="30459" y="14224"/>
                  <a:pt x="30453" y="14236"/>
                  <a:pt x="30445" y="14247"/>
                </a:cubicBezTo>
                <a:cubicBezTo>
                  <a:pt x="30437" y="14259"/>
                  <a:pt x="30429" y="14270"/>
                  <a:pt x="30419" y="14280"/>
                </a:cubicBezTo>
                <a:cubicBezTo>
                  <a:pt x="30409" y="14289"/>
                  <a:pt x="30398" y="14298"/>
                  <a:pt x="30387" y="14306"/>
                </a:cubicBezTo>
                <a:cubicBezTo>
                  <a:pt x="30375" y="14314"/>
                  <a:pt x="30363" y="14320"/>
                  <a:pt x="30350" y="14325"/>
                </a:cubicBezTo>
                <a:cubicBezTo>
                  <a:pt x="30337" y="14331"/>
                  <a:pt x="30324" y="14335"/>
                  <a:pt x="30310" y="14337"/>
                </a:cubicBezTo>
                <a:cubicBezTo>
                  <a:pt x="30297" y="14340"/>
                  <a:pt x="30283" y="14341"/>
                  <a:pt x="30269" y="14341"/>
                </a:cubicBezTo>
                <a:lnTo>
                  <a:pt x="211" y="14341"/>
                </a:lnTo>
                <a:cubicBezTo>
                  <a:pt x="198" y="14341"/>
                  <a:pt x="184" y="14340"/>
                  <a:pt x="170" y="14337"/>
                </a:cubicBezTo>
                <a:cubicBezTo>
                  <a:pt x="157" y="14335"/>
                  <a:pt x="143" y="14331"/>
                  <a:pt x="130" y="14325"/>
                </a:cubicBezTo>
                <a:cubicBezTo>
                  <a:pt x="118" y="14320"/>
                  <a:pt x="105" y="14314"/>
                  <a:pt x="94" y="14306"/>
                </a:cubicBezTo>
                <a:cubicBezTo>
                  <a:pt x="82" y="14298"/>
                  <a:pt x="72" y="14289"/>
                  <a:pt x="62" y="14280"/>
                </a:cubicBezTo>
                <a:cubicBezTo>
                  <a:pt x="52" y="14270"/>
                  <a:pt x="43" y="14259"/>
                  <a:pt x="36" y="14247"/>
                </a:cubicBezTo>
                <a:cubicBezTo>
                  <a:pt x="28" y="14236"/>
                  <a:pt x="21" y="14224"/>
                  <a:pt x="16" y="14211"/>
                </a:cubicBezTo>
                <a:cubicBezTo>
                  <a:pt x="11" y="14198"/>
                  <a:pt x="7" y="14185"/>
                  <a:pt x="4" y="14171"/>
                </a:cubicBezTo>
                <a:cubicBezTo>
                  <a:pt x="1" y="14157"/>
                  <a:pt x="0" y="14144"/>
                  <a:pt x="0" y="14130"/>
                </a:cubicBezTo>
                <a:close/>
              </a:path>
            </a:pathLst>
          </a:custGeom>
          <a:solidFill>
            <a:srgbClr val="e8f1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67" name=""/>
          <p:cNvSpPr/>
          <p:nvPr/>
        </p:nvSpPr>
        <p:spPr>
          <a:xfrm>
            <a:off x="2171520" y="1790640"/>
            <a:ext cx="371880" cy="752760"/>
          </a:xfrm>
          <a:custGeom>
            <a:avLst/>
            <a:gdLst/>
            <a:ahLst/>
            <a:rect l="0" t="0" r="r" b="b"/>
            <a:pathLst>
              <a:path w="1033" h="2091">
                <a:moveTo>
                  <a:pt x="0" y="0"/>
                </a:moveTo>
                <a:lnTo>
                  <a:pt x="1033" y="0"/>
                </a:lnTo>
                <a:lnTo>
                  <a:pt x="1033" y="2091"/>
                </a:lnTo>
                <a:lnTo>
                  <a:pt x="0" y="20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68" name=""/>
          <p:cNvSpPr/>
          <p:nvPr/>
        </p:nvSpPr>
        <p:spPr>
          <a:xfrm>
            <a:off x="2543040" y="1790640"/>
            <a:ext cx="7477560" cy="752760"/>
          </a:xfrm>
          <a:custGeom>
            <a:avLst/>
            <a:gdLst/>
            <a:ahLst/>
            <a:rect l="0" t="0" r="r" b="b"/>
            <a:pathLst>
              <a:path w="20771" h="2091">
                <a:moveTo>
                  <a:pt x="0" y="0"/>
                </a:moveTo>
                <a:lnTo>
                  <a:pt x="20771" y="0"/>
                </a:lnTo>
                <a:lnTo>
                  <a:pt x="20771" y="2091"/>
                </a:lnTo>
                <a:lnTo>
                  <a:pt x="0" y="20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69" name=""/>
          <p:cNvSpPr/>
          <p:nvPr/>
        </p:nvSpPr>
        <p:spPr>
          <a:xfrm>
            <a:off x="2171520" y="2543040"/>
            <a:ext cx="371880" cy="752760"/>
          </a:xfrm>
          <a:custGeom>
            <a:avLst/>
            <a:gdLst/>
            <a:ahLst/>
            <a:rect l="0" t="0" r="r" b="b"/>
            <a:pathLst>
              <a:path w="1033" h="2091">
                <a:moveTo>
                  <a:pt x="0" y="0"/>
                </a:moveTo>
                <a:lnTo>
                  <a:pt x="1033" y="0"/>
                </a:lnTo>
                <a:lnTo>
                  <a:pt x="1033" y="2091"/>
                </a:lnTo>
                <a:lnTo>
                  <a:pt x="0" y="20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70" name=""/>
          <p:cNvSpPr/>
          <p:nvPr/>
        </p:nvSpPr>
        <p:spPr>
          <a:xfrm>
            <a:off x="2543040" y="2543040"/>
            <a:ext cx="7477560" cy="752760"/>
          </a:xfrm>
          <a:custGeom>
            <a:avLst/>
            <a:gdLst/>
            <a:ahLst/>
            <a:rect l="0" t="0" r="r" b="b"/>
            <a:pathLst>
              <a:path w="20771" h="2091">
                <a:moveTo>
                  <a:pt x="0" y="0"/>
                </a:moveTo>
                <a:lnTo>
                  <a:pt x="20771" y="0"/>
                </a:lnTo>
                <a:lnTo>
                  <a:pt x="20771" y="2091"/>
                </a:lnTo>
                <a:lnTo>
                  <a:pt x="0" y="20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71" name=""/>
          <p:cNvSpPr/>
          <p:nvPr/>
        </p:nvSpPr>
        <p:spPr>
          <a:xfrm>
            <a:off x="2171520" y="3295440"/>
            <a:ext cx="371880" cy="1010160"/>
          </a:xfrm>
          <a:custGeom>
            <a:avLst/>
            <a:gdLst/>
            <a:ahLst/>
            <a:rect l="0" t="0" r="r" b="b"/>
            <a:pathLst>
              <a:path w="1033" h="2806">
                <a:moveTo>
                  <a:pt x="0" y="0"/>
                </a:moveTo>
                <a:lnTo>
                  <a:pt x="1033" y="0"/>
                </a:lnTo>
                <a:lnTo>
                  <a:pt x="1033" y="2806"/>
                </a:lnTo>
                <a:lnTo>
                  <a:pt x="0" y="28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72" name=""/>
          <p:cNvSpPr/>
          <p:nvPr/>
        </p:nvSpPr>
        <p:spPr>
          <a:xfrm>
            <a:off x="2543040" y="3295440"/>
            <a:ext cx="7477560" cy="1010160"/>
          </a:xfrm>
          <a:custGeom>
            <a:avLst/>
            <a:gdLst/>
            <a:ahLst/>
            <a:rect l="0" t="0" r="r" b="b"/>
            <a:pathLst>
              <a:path w="20771" h="2806">
                <a:moveTo>
                  <a:pt x="0" y="0"/>
                </a:moveTo>
                <a:lnTo>
                  <a:pt x="20771" y="0"/>
                </a:lnTo>
                <a:lnTo>
                  <a:pt x="20771" y="2806"/>
                </a:lnTo>
                <a:lnTo>
                  <a:pt x="0" y="28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73" name=""/>
          <p:cNvSpPr/>
          <p:nvPr/>
        </p:nvSpPr>
        <p:spPr>
          <a:xfrm>
            <a:off x="2171520" y="4305240"/>
            <a:ext cx="371880" cy="752760"/>
          </a:xfrm>
          <a:custGeom>
            <a:avLst/>
            <a:gdLst/>
            <a:ahLst/>
            <a:rect l="0" t="0" r="r" b="b"/>
            <a:pathLst>
              <a:path w="1033" h="2091">
                <a:moveTo>
                  <a:pt x="0" y="0"/>
                </a:moveTo>
                <a:lnTo>
                  <a:pt x="1033" y="0"/>
                </a:lnTo>
                <a:lnTo>
                  <a:pt x="1033" y="2091"/>
                </a:lnTo>
                <a:lnTo>
                  <a:pt x="0" y="20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74" name=""/>
          <p:cNvSpPr/>
          <p:nvPr/>
        </p:nvSpPr>
        <p:spPr>
          <a:xfrm>
            <a:off x="2543040" y="4305240"/>
            <a:ext cx="7477560" cy="752760"/>
          </a:xfrm>
          <a:custGeom>
            <a:avLst/>
            <a:gdLst/>
            <a:ahLst/>
            <a:rect l="0" t="0" r="r" b="b"/>
            <a:pathLst>
              <a:path w="20771" h="2091">
                <a:moveTo>
                  <a:pt x="0" y="0"/>
                </a:moveTo>
                <a:lnTo>
                  <a:pt x="20771" y="0"/>
                </a:lnTo>
                <a:lnTo>
                  <a:pt x="20771" y="2091"/>
                </a:lnTo>
                <a:lnTo>
                  <a:pt x="0" y="20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75" name=""/>
          <p:cNvSpPr/>
          <p:nvPr/>
        </p:nvSpPr>
        <p:spPr>
          <a:xfrm>
            <a:off x="2171520" y="5057640"/>
            <a:ext cx="371880" cy="752760"/>
          </a:xfrm>
          <a:custGeom>
            <a:avLst/>
            <a:gdLst/>
            <a:ahLst/>
            <a:rect l="0" t="0" r="r" b="b"/>
            <a:pathLst>
              <a:path w="1033" h="2091">
                <a:moveTo>
                  <a:pt x="0" y="0"/>
                </a:moveTo>
                <a:lnTo>
                  <a:pt x="1033" y="0"/>
                </a:lnTo>
                <a:lnTo>
                  <a:pt x="1033" y="2091"/>
                </a:lnTo>
                <a:lnTo>
                  <a:pt x="0" y="20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76" name=""/>
          <p:cNvSpPr/>
          <p:nvPr/>
        </p:nvSpPr>
        <p:spPr>
          <a:xfrm>
            <a:off x="2543040" y="5057640"/>
            <a:ext cx="7477560" cy="752760"/>
          </a:xfrm>
          <a:custGeom>
            <a:avLst/>
            <a:gdLst/>
            <a:ahLst/>
            <a:rect l="0" t="0" r="r" b="b"/>
            <a:pathLst>
              <a:path w="20771" h="2091">
                <a:moveTo>
                  <a:pt x="0" y="0"/>
                </a:moveTo>
                <a:lnTo>
                  <a:pt x="20771" y="0"/>
                </a:lnTo>
                <a:lnTo>
                  <a:pt x="20771" y="2091"/>
                </a:lnTo>
                <a:lnTo>
                  <a:pt x="0" y="20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77" name=""/>
          <p:cNvSpPr/>
          <p:nvPr/>
        </p:nvSpPr>
        <p:spPr>
          <a:xfrm>
            <a:off x="2171520" y="2533320"/>
            <a:ext cx="371880" cy="10080"/>
          </a:xfrm>
          <a:custGeom>
            <a:avLst/>
            <a:gdLst/>
            <a:ahLst/>
            <a:rect l="0" t="0" r="r" b="b"/>
            <a:pathLst>
              <a:path w="1033" h="28">
                <a:moveTo>
                  <a:pt x="0" y="0"/>
                </a:moveTo>
                <a:lnTo>
                  <a:pt x="1033" y="0"/>
                </a:lnTo>
                <a:lnTo>
                  <a:pt x="103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78" name=""/>
          <p:cNvSpPr/>
          <p:nvPr/>
        </p:nvSpPr>
        <p:spPr>
          <a:xfrm>
            <a:off x="2543040" y="2533320"/>
            <a:ext cx="7477560" cy="10080"/>
          </a:xfrm>
          <a:custGeom>
            <a:avLst/>
            <a:gdLst/>
            <a:ahLst/>
            <a:rect l="0" t="0" r="r" b="b"/>
            <a:pathLst>
              <a:path w="20771" h="28">
                <a:moveTo>
                  <a:pt x="0" y="0"/>
                </a:moveTo>
                <a:lnTo>
                  <a:pt x="20771" y="0"/>
                </a:lnTo>
                <a:lnTo>
                  <a:pt x="2077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79" name=""/>
          <p:cNvSpPr/>
          <p:nvPr/>
        </p:nvSpPr>
        <p:spPr>
          <a:xfrm>
            <a:off x="2171520" y="3286080"/>
            <a:ext cx="371880" cy="9720"/>
          </a:xfrm>
          <a:custGeom>
            <a:avLst/>
            <a:gdLst/>
            <a:ahLst/>
            <a:rect l="0" t="0" r="r" b="b"/>
            <a:pathLst>
              <a:path w="1033" h="27">
                <a:moveTo>
                  <a:pt x="0" y="0"/>
                </a:moveTo>
                <a:lnTo>
                  <a:pt x="1033" y="0"/>
                </a:lnTo>
                <a:lnTo>
                  <a:pt x="103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80" name=""/>
          <p:cNvSpPr/>
          <p:nvPr/>
        </p:nvSpPr>
        <p:spPr>
          <a:xfrm>
            <a:off x="2543040" y="3286080"/>
            <a:ext cx="7477560" cy="9720"/>
          </a:xfrm>
          <a:custGeom>
            <a:avLst/>
            <a:gdLst/>
            <a:ahLst/>
            <a:rect l="0" t="0" r="r" b="b"/>
            <a:pathLst>
              <a:path w="20771" h="27">
                <a:moveTo>
                  <a:pt x="0" y="0"/>
                </a:moveTo>
                <a:lnTo>
                  <a:pt x="20771" y="0"/>
                </a:lnTo>
                <a:lnTo>
                  <a:pt x="2077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81" name=""/>
          <p:cNvSpPr/>
          <p:nvPr/>
        </p:nvSpPr>
        <p:spPr>
          <a:xfrm>
            <a:off x="2171520" y="4295520"/>
            <a:ext cx="371880" cy="10080"/>
          </a:xfrm>
          <a:custGeom>
            <a:avLst/>
            <a:gdLst/>
            <a:ahLst/>
            <a:rect l="0" t="0" r="r" b="b"/>
            <a:pathLst>
              <a:path w="1033" h="28">
                <a:moveTo>
                  <a:pt x="0" y="0"/>
                </a:moveTo>
                <a:lnTo>
                  <a:pt x="1033" y="0"/>
                </a:lnTo>
                <a:lnTo>
                  <a:pt x="103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82" name=""/>
          <p:cNvSpPr/>
          <p:nvPr/>
        </p:nvSpPr>
        <p:spPr>
          <a:xfrm>
            <a:off x="2543040" y="4295520"/>
            <a:ext cx="7477560" cy="10080"/>
          </a:xfrm>
          <a:custGeom>
            <a:avLst/>
            <a:gdLst/>
            <a:ahLst/>
            <a:rect l="0" t="0" r="r" b="b"/>
            <a:pathLst>
              <a:path w="20771" h="28">
                <a:moveTo>
                  <a:pt x="0" y="0"/>
                </a:moveTo>
                <a:lnTo>
                  <a:pt x="20771" y="0"/>
                </a:lnTo>
                <a:lnTo>
                  <a:pt x="2077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83" name=""/>
          <p:cNvSpPr/>
          <p:nvPr/>
        </p:nvSpPr>
        <p:spPr>
          <a:xfrm>
            <a:off x="2171520" y="5047920"/>
            <a:ext cx="371880" cy="10080"/>
          </a:xfrm>
          <a:custGeom>
            <a:avLst/>
            <a:gdLst/>
            <a:ahLst/>
            <a:rect l="0" t="0" r="r" b="b"/>
            <a:pathLst>
              <a:path w="1033" h="28">
                <a:moveTo>
                  <a:pt x="0" y="0"/>
                </a:moveTo>
                <a:lnTo>
                  <a:pt x="1033" y="0"/>
                </a:lnTo>
                <a:lnTo>
                  <a:pt x="103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84" name=""/>
          <p:cNvSpPr/>
          <p:nvPr/>
        </p:nvSpPr>
        <p:spPr>
          <a:xfrm>
            <a:off x="2543040" y="5047920"/>
            <a:ext cx="7477560" cy="10080"/>
          </a:xfrm>
          <a:custGeom>
            <a:avLst/>
            <a:gdLst/>
            <a:ahLst/>
            <a:rect l="0" t="0" r="r" b="b"/>
            <a:pathLst>
              <a:path w="20771" h="28">
                <a:moveTo>
                  <a:pt x="0" y="0"/>
                </a:moveTo>
                <a:lnTo>
                  <a:pt x="20771" y="0"/>
                </a:lnTo>
                <a:lnTo>
                  <a:pt x="2077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85" name=""/>
          <p:cNvSpPr/>
          <p:nvPr/>
        </p:nvSpPr>
        <p:spPr>
          <a:xfrm>
            <a:off x="2171520" y="5800680"/>
            <a:ext cx="371880" cy="9720"/>
          </a:xfrm>
          <a:custGeom>
            <a:avLst/>
            <a:gdLst/>
            <a:ahLst/>
            <a:rect l="0" t="0" r="r" b="b"/>
            <a:pathLst>
              <a:path w="1033" h="27">
                <a:moveTo>
                  <a:pt x="0" y="0"/>
                </a:moveTo>
                <a:lnTo>
                  <a:pt x="1033" y="0"/>
                </a:lnTo>
                <a:lnTo>
                  <a:pt x="103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86" name=""/>
          <p:cNvSpPr/>
          <p:nvPr/>
        </p:nvSpPr>
        <p:spPr>
          <a:xfrm>
            <a:off x="2543040" y="5800680"/>
            <a:ext cx="7477560" cy="9720"/>
          </a:xfrm>
          <a:custGeom>
            <a:avLst/>
            <a:gdLst/>
            <a:ahLst/>
            <a:rect l="0" t="0" r="r" b="b"/>
            <a:pathLst>
              <a:path w="20771" h="27">
                <a:moveTo>
                  <a:pt x="0" y="0"/>
                </a:moveTo>
                <a:lnTo>
                  <a:pt x="20771" y="0"/>
                </a:lnTo>
                <a:lnTo>
                  <a:pt x="2077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87" name=""/>
          <p:cNvSpPr txBox="1"/>
          <p:nvPr/>
        </p:nvSpPr>
        <p:spPr>
          <a:xfrm>
            <a:off x="609480" y="392760"/>
            <a:ext cx="2793600" cy="497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2700" spc="-1" strike="noStrike">
                <a:solidFill>
                  <a:srgbClr val="1a1a1a"/>
                </a:solidFill>
                <a:latin typeface="Noto Sans JP"/>
                <a:ea typeface="Noto Sans JP"/>
              </a:rPr>
              <a:t>参考文献（</a:t>
            </a:r>
            <a:r>
              <a:rPr b="1" lang="ja-JP" sz="2700" spc="-1" strike="noStrike">
                <a:solidFill>
                  <a:srgbClr val="1a1a1a"/>
                </a:solidFill>
                <a:latin typeface="Noto Sans JP"/>
                <a:ea typeface="Noto Sans JP"/>
              </a:rPr>
              <a:t>1/2</a:t>
            </a:r>
            <a:r>
              <a:rPr b="1" lang="ja-JP" sz="2700" spc="-1" strike="noStrike">
                <a:solidFill>
                  <a:srgbClr val="1a1a1a"/>
                </a:solidFill>
                <a:latin typeface="Noto Sans JP"/>
                <a:ea typeface="Noto Sans JP"/>
              </a:rPr>
              <a:t>）</a:t>
            </a:r>
            <a:endParaRPr b="0" lang="ja-JP" sz="27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88" name=""/>
          <p:cNvSpPr txBox="1"/>
          <p:nvPr/>
        </p:nvSpPr>
        <p:spPr>
          <a:xfrm>
            <a:off x="2282400" y="1906200"/>
            <a:ext cx="1710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1.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89" name=""/>
          <p:cNvSpPr txBox="1"/>
          <p:nvPr/>
        </p:nvSpPr>
        <p:spPr>
          <a:xfrm>
            <a:off x="2653920" y="1906200"/>
            <a:ext cx="55526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（氏名）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, "Claude Code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の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Dev Container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で低減できるリスク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" (2026)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90" name=""/>
          <p:cNvSpPr txBox="1"/>
          <p:nvPr/>
        </p:nvSpPr>
        <p:spPr>
          <a:xfrm>
            <a:off x="2653920" y="2163240"/>
            <a:ext cx="498708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10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のリスク、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4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つの管理策、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10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のぜい弱性は、この資料による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91" name=""/>
          <p:cNvSpPr txBox="1"/>
          <p:nvPr/>
        </p:nvSpPr>
        <p:spPr>
          <a:xfrm>
            <a:off x="2282400" y="2658600"/>
            <a:ext cx="1710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2.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92" name=""/>
          <p:cNvSpPr txBox="1"/>
          <p:nvPr/>
        </p:nvSpPr>
        <p:spPr>
          <a:xfrm>
            <a:off x="2653920" y="2658600"/>
            <a:ext cx="712368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一般財団法人日本情報経済社会推進協会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, "ISMS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ユーザーズガイド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" JIP-ISMS111-4.0 (2025);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93" name=""/>
          <p:cNvSpPr txBox="1"/>
          <p:nvPr/>
        </p:nvSpPr>
        <p:spPr>
          <a:xfrm>
            <a:off x="2653920" y="2915640"/>
            <a:ext cx="48150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 u="sng">
                <a:solidFill>
                  <a:srgbClr val="0017c1"/>
                </a:solidFill>
                <a:latin typeface="Noto Sans JP"/>
                <a:ea typeface="Noto Sans JP"/>
                <a:hlinkClick r:id="rIdL1"/>
              </a:rPr>
              <a:t>www.jipdec.or.jp/archives/publications/JIP-ISMS111-4.0.pdf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94" name=""/>
          <p:cNvSpPr txBox="1"/>
          <p:nvPr/>
        </p:nvSpPr>
        <p:spPr>
          <a:xfrm>
            <a:off x="2282400" y="3411000"/>
            <a:ext cx="1710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3.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95" name=""/>
          <p:cNvSpPr txBox="1"/>
          <p:nvPr/>
        </p:nvSpPr>
        <p:spPr>
          <a:xfrm>
            <a:off x="2653920" y="3411000"/>
            <a:ext cx="69537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独立行政法人情報処理推進機構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, "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中小企業の情報セキュリティ対策ガイドライン 第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3.1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版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96" name=""/>
          <p:cNvSpPr txBox="1"/>
          <p:nvPr/>
        </p:nvSpPr>
        <p:spPr>
          <a:xfrm>
            <a:off x="2653920" y="3668400"/>
            <a:ext cx="20754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リスク分析シート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" (2024);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97" name=""/>
          <p:cNvSpPr txBox="1"/>
          <p:nvPr/>
        </p:nvSpPr>
        <p:spPr>
          <a:xfrm>
            <a:off x="2653920" y="3925440"/>
            <a:ext cx="62888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 u="sng">
                <a:solidFill>
                  <a:srgbClr val="0017c1"/>
                </a:solidFill>
                <a:latin typeface="Noto Sans JP"/>
                <a:ea typeface="Noto Sans JP"/>
                <a:hlinkClick r:id="rIdL2"/>
              </a:rPr>
              <a:t>www.ipa.go.jp/security/sme/f55m8k000000587z-att/outline_guidance_risk.pdf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98" name=""/>
          <p:cNvSpPr txBox="1"/>
          <p:nvPr/>
        </p:nvSpPr>
        <p:spPr>
          <a:xfrm>
            <a:off x="2282400" y="4420800"/>
            <a:ext cx="1710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4.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599" name=""/>
          <p:cNvSpPr txBox="1"/>
          <p:nvPr/>
        </p:nvSpPr>
        <p:spPr>
          <a:xfrm>
            <a:off x="2653920" y="4420800"/>
            <a:ext cx="493092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Anthropic, Development containers, Claude Code Docs (2026);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600" name=""/>
          <p:cNvSpPr txBox="1"/>
          <p:nvPr/>
        </p:nvSpPr>
        <p:spPr>
          <a:xfrm>
            <a:off x="2653920" y="4677840"/>
            <a:ext cx="320112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 u="sng">
                <a:solidFill>
                  <a:srgbClr val="0017c1"/>
                </a:solidFill>
                <a:latin typeface="Noto Sans JP"/>
                <a:ea typeface="Noto Sans JP"/>
                <a:hlinkClick r:id="rIdL3"/>
              </a:rPr>
              <a:t>code.claude.com/docs/en/devcontainer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601" name=""/>
          <p:cNvSpPr txBox="1"/>
          <p:nvPr/>
        </p:nvSpPr>
        <p:spPr>
          <a:xfrm>
            <a:off x="2282400" y="5173200"/>
            <a:ext cx="1710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5.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602" name=""/>
          <p:cNvSpPr txBox="1"/>
          <p:nvPr/>
        </p:nvSpPr>
        <p:spPr>
          <a:xfrm>
            <a:off x="2653920" y="5173200"/>
            <a:ext cx="35892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ISMS Guide, 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管理策一覧（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Annex A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） 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(2026);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603" name=""/>
          <p:cNvSpPr txBox="1"/>
          <p:nvPr/>
        </p:nvSpPr>
        <p:spPr>
          <a:xfrm>
            <a:off x="2653920" y="5430240"/>
            <a:ext cx="205812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 u="sng">
                <a:solidFill>
                  <a:srgbClr val="0017c1"/>
                </a:solidFill>
                <a:latin typeface="Noto Sans JP"/>
                <a:ea typeface="Noto Sans JP"/>
                <a:hlinkClick r:id="rIdL4"/>
              </a:rPr>
              <a:t>isms-guide.com/controls/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604" name=""/>
          <p:cNvSpPr txBox="1"/>
          <p:nvPr/>
        </p:nvSpPr>
        <p:spPr>
          <a:xfrm>
            <a:off x="11413080" y="6442920"/>
            <a:ext cx="1699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21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60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60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608" name=""/>
          <p:cNvSpPr/>
          <p:nvPr/>
        </p:nvSpPr>
        <p:spPr>
          <a:xfrm>
            <a:off x="609480" y="971280"/>
            <a:ext cx="10973160" cy="38520"/>
          </a:xfrm>
          <a:custGeom>
            <a:avLst/>
            <a:gdLst/>
            <a:ahLst/>
            <a:rect l="0" t="0" r="r" b="b"/>
            <a:pathLst>
              <a:path w="30481" h="107">
                <a:moveTo>
                  <a:pt x="0" y="0"/>
                </a:moveTo>
                <a:lnTo>
                  <a:pt x="30481" y="0"/>
                </a:lnTo>
                <a:lnTo>
                  <a:pt x="3048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17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ffffff"/>
              </a:solidFill>
              <a:latin typeface="Noto Sans JP"/>
            </a:endParaRPr>
          </a:p>
        </p:txBody>
      </p:sp>
      <p:sp>
        <p:nvSpPr>
          <p:cNvPr id="1609" name=""/>
          <p:cNvSpPr/>
          <p:nvPr/>
        </p:nvSpPr>
        <p:spPr>
          <a:xfrm>
            <a:off x="609480" y="1238040"/>
            <a:ext cx="10973160" cy="5162760"/>
          </a:xfrm>
          <a:custGeom>
            <a:avLst/>
            <a:gdLst/>
            <a:ahLst/>
            <a:rect l="0" t="0" r="r" b="b"/>
            <a:pathLst>
              <a:path w="30481" h="14341">
                <a:moveTo>
                  <a:pt x="0" y="14130"/>
                </a:moveTo>
                <a:lnTo>
                  <a:pt x="0" y="212"/>
                </a:lnTo>
                <a:cubicBezTo>
                  <a:pt x="0" y="198"/>
                  <a:pt x="1" y="184"/>
                  <a:pt x="4" y="170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1" y="118"/>
                  <a:pt x="28" y="106"/>
                  <a:pt x="36" y="94"/>
                </a:cubicBezTo>
                <a:cubicBezTo>
                  <a:pt x="43" y="83"/>
                  <a:pt x="52" y="72"/>
                  <a:pt x="62" y="62"/>
                </a:cubicBezTo>
                <a:cubicBezTo>
                  <a:pt x="72" y="52"/>
                  <a:pt x="82" y="43"/>
                  <a:pt x="94" y="36"/>
                </a:cubicBezTo>
                <a:cubicBezTo>
                  <a:pt x="105" y="28"/>
                  <a:pt x="118" y="22"/>
                  <a:pt x="130" y="16"/>
                </a:cubicBezTo>
                <a:cubicBezTo>
                  <a:pt x="143" y="11"/>
                  <a:pt x="157" y="7"/>
                  <a:pt x="170" y="4"/>
                </a:cubicBezTo>
                <a:cubicBezTo>
                  <a:pt x="184" y="1"/>
                  <a:pt x="198" y="0"/>
                  <a:pt x="211" y="0"/>
                </a:cubicBezTo>
                <a:lnTo>
                  <a:pt x="30269" y="0"/>
                </a:lnTo>
                <a:cubicBezTo>
                  <a:pt x="30283" y="0"/>
                  <a:pt x="30297" y="1"/>
                  <a:pt x="30310" y="4"/>
                </a:cubicBezTo>
                <a:cubicBezTo>
                  <a:pt x="30324" y="7"/>
                  <a:pt x="30337" y="11"/>
                  <a:pt x="30350" y="16"/>
                </a:cubicBezTo>
                <a:cubicBezTo>
                  <a:pt x="30363" y="22"/>
                  <a:pt x="30375" y="28"/>
                  <a:pt x="30387" y="36"/>
                </a:cubicBezTo>
                <a:cubicBezTo>
                  <a:pt x="30398" y="43"/>
                  <a:pt x="30409" y="52"/>
                  <a:pt x="30419" y="62"/>
                </a:cubicBezTo>
                <a:cubicBezTo>
                  <a:pt x="30429" y="72"/>
                  <a:pt x="30437" y="83"/>
                  <a:pt x="30445" y="94"/>
                </a:cubicBezTo>
                <a:cubicBezTo>
                  <a:pt x="30453" y="106"/>
                  <a:pt x="30459" y="118"/>
                  <a:pt x="30465" y="131"/>
                </a:cubicBezTo>
                <a:cubicBezTo>
                  <a:pt x="30470" y="144"/>
                  <a:pt x="30474" y="157"/>
                  <a:pt x="30477" y="170"/>
                </a:cubicBezTo>
                <a:cubicBezTo>
                  <a:pt x="30479" y="184"/>
                  <a:pt x="30481" y="198"/>
                  <a:pt x="30481" y="212"/>
                </a:cubicBezTo>
                <a:lnTo>
                  <a:pt x="30481" y="14130"/>
                </a:lnTo>
                <a:cubicBezTo>
                  <a:pt x="30481" y="14144"/>
                  <a:pt x="30479" y="14157"/>
                  <a:pt x="30477" y="14171"/>
                </a:cubicBezTo>
                <a:cubicBezTo>
                  <a:pt x="30474" y="14185"/>
                  <a:pt x="30470" y="14198"/>
                  <a:pt x="30465" y="14211"/>
                </a:cubicBezTo>
                <a:cubicBezTo>
                  <a:pt x="30459" y="14224"/>
                  <a:pt x="30453" y="14236"/>
                  <a:pt x="30445" y="14247"/>
                </a:cubicBezTo>
                <a:cubicBezTo>
                  <a:pt x="30437" y="14259"/>
                  <a:pt x="30429" y="14270"/>
                  <a:pt x="30419" y="14280"/>
                </a:cubicBezTo>
                <a:cubicBezTo>
                  <a:pt x="30409" y="14289"/>
                  <a:pt x="30398" y="14298"/>
                  <a:pt x="30387" y="14306"/>
                </a:cubicBezTo>
                <a:cubicBezTo>
                  <a:pt x="30375" y="14314"/>
                  <a:pt x="30363" y="14320"/>
                  <a:pt x="30350" y="14325"/>
                </a:cubicBezTo>
                <a:cubicBezTo>
                  <a:pt x="30337" y="14331"/>
                  <a:pt x="30324" y="14335"/>
                  <a:pt x="30310" y="14337"/>
                </a:cubicBezTo>
                <a:cubicBezTo>
                  <a:pt x="30297" y="14340"/>
                  <a:pt x="30283" y="14341"/>
                  <a:pt x="30269" y="14341"/>
                </a:cubicBezTo>
                <a:lnTo>
                  <a:pt x="211" y="14341"/>
                </a:lnTo>
                <a:cubicBezTo>
                  <a:pt x="198" y="14341"/>
                  <a:pt x="184" y="14340"/>
                  <a:pt x="170" y="14337"/>
                </a:cubicBezTo>
                <a:cubicBezTo>
                  <a:pt x="157" y="14335"/>
                  <a:pt x="143" y="14331"/>
                  <a:pt x="130" y="14325"/>
                </a:cubicBezTo>
                <a:cubicBezTo>
                  <a:pt x="118" y="14320"/>
                  <a:pt x="105" y="14314"/>
                  <a:pt x="94" y="14306"/>
                </a:cubicBezTo>
                <a:cubicBezTo>
                  <a:pt x="82" y="14298"/>
                  <a:pt x="72" y="14289"/>
                  <a:pt x="62" y="14280"/>
                </a:cubicBezTo>
                <a:cubicBezTo>
                  <a:pt x="52" y="14270"/>
                  <a:pt x="43" y="14259"/>
                  <a:pt x="36" y="14247"/>
                </a:cubicBezTo>
                <a:cubicBezTo>
                  <a:pt x="28" y="14236"/>
                  <a:pt x="21" y="14224"/>
                  <a:pt x="16" y="14211"/>
                </a:cubicBezTo>
                <a:cubicBezTo>
                  <a:pt x="11" y="14198"/>
                  <a:pt x="7" y="14185"/>
                  <a:pt x="4" y="14171"/>
                </a:cubicBezTo>
                <a:cubicBezTo>
                  <a:pt x="1" y="14157"/>
                  <a:pt x="0" y="14144"/>
                  <a:pt x="0" y="14130"/>
                </a:cubicBezTo>
                <a:close/>
              </a:path>
            </a:pathLst>
          </a:custGeom>
          <a:solidFill>
            <a:srgbClr val="e8f1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610" name=""/>
          <p:cNvSpPr/>
          <p:nvPr/>
        </p:nvSpPr>
        <p:spPr>
          <a:xfrm>
            <a:off x="1009440" y="2543040"/>
            <a:ext cx="371880" cy="752760"/>
          </a:xfrm>
          <a:custGeom>
            <a:avLst/>
            <a:gdLst/>
            <a:ahLst/>
            <a:rect l="0" t="0" r="r" b="b"/>
            <a:pathLst>
              <a:path w="1033" h="2091">
                <a:moveTo>
                  <a:pt x="0" y="0"/>
                </a:moveTo>
                <a:lnTo>
                  <a:pt x="1033" y="0"/>
                </a:lnTo>
                <a:lnTo>
                  <a:pt x="1033" y="2091"/>
                </a:lnTo>
                <a:lnTo>
                  <a:pt x="0" y="20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611" name=""/>
          <p:cNvSpPr/>
          <p:nvPr/>
        </p:nvSpPr>
        <p:spPr>
          <a:xfrm>
            <a:off x="1380960" y="2543040"/>
            <a:ext cx="9801720" cy="752760"/>
          </a:xfrm>
          <a:custGeom>
            <a:avLst/>
            <a:gdLst/>
            <a:ahLst/>
            <a:rect l="0" t="0" r="r" b="b"/>
            <a:pathLst>
              <a:path w="27227" h="2091">
                <a:moveTo>
                  <a:pt x="0" y="0"/>
                </a:moveTo>
                <a:lnTo>
                  <a:pt x="27227" y="0"/>
                </a:lnTo>
                <a:lnTo>
                  <a:pt x="27227" y="2091"/>
                </a:lnTo>
                <a:lnTo>
                  <a:pt x="0" y="20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612" name=""/>
          <p:cNvSpPr/>
          <p:nvPr/>
        </p:nvSpPr>
        <p:spPr>
          <a:xfrm>
            <a:off x="1009440" y="3295440"/>
            <a:ext cx="371880" cy="1010160"/>
          </a:xfrm>
          <a:custGeom>
            <a:avLst/>
            <a:gdLst/>
            <a:ahLst/>
            <a:rect l="0" t="0" r="r" b="b"/>
            <a:pathLst>
              <a:path w="1033" h="2806">
                <a:moveTo>
                  <a:pt x="0" y="0"/>
                </a:moveTo>
                <a:lnTo>
                  <a:pt x="1033" y="0"/>
                </a:lnTo>
                <a:lnTo>
                  <a:pt x="1033" y="2806"/>
                </a:lnTo>
                <a:lnTo>
                  <a:pt x="0" y="28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613" name=""/>
          <p:cNvSpPr/>
          <p:nvPr/>
        </p:nvSpPr>
        <p:spPr>
          <a:xfrm>
            <a:off x="1380960" y="3295440"/>
            <a:ext cx="9801720" cy="1010160"/>
          </a:xfrm>
          <a:custGeom>
            <a:avLst/>
            <a:gdLst/>
            <a:ahLst/>
            <a:rect l="0" t="0" r="r" b="b"/>
            <a:pathLst>
              <a:path w="27227" h="2806">
                <a:moveTo>
                  <a:pt x="0" y="0"/>
                </a:moveTo>
                <a:lnTo>
                  <a:pt x="27227" y="0"/>
                </a:lnTo>
                <a:lnTo>
                  <a:pt x="27227" y="2806"/>
                </a:lnTo>
                <a:lnTo>
                  <a:pt x="0" y="28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614" name=""/>
          <p:cNvSpPr/>
          <p:nvPr/>
        </p:nvSpPr>
        <p:spPr>
          <a:xfrm>
            <a:off x="1009440" y="4305240"/>
            <a:ext cx="371880" cy="752760"/>
          </a:xfrm>
          <a:custGeom>
            <a:avLst/>
            <a:gdLst/>
            <a:ahLst/>
            <a:rect l="0" t="0" r="r" b="b"/>
            <a:pathLst>
              <a:path w="1033" h="2091">
                <a:moveTo>
                  <a:pt x="0" y="0"/>
                </a:moveTo>
                <a:lnTo>
                  <a:pt x="1033" y="0"/>
                </a:lnTo>
                <a:lnTo>
                  <a:pt x="1033" y="2091"/>
                </a:lnTo>
                <a:lnTo>
                  <a:pt x="0" y="20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615" name=""/>
          <p:cNvSpPr/>
          <p:nvPr/>
        </p:nvSpPr>
        <p:spPr>
          <a:xfrm>
            <a:off x="1380960" y="4305240"/>
            <a:ext cx="9801720" cy="752760"/>
          </a:xfrm>
          <a:custGeom>
            <a:avLst/>
            <a:gdLst/>
            <a:ahLst/>
            <a:rect l="0" t="0" r="r" b="b"/>
            <a:pathLst>
              <a:path w="27227" h="2091">
                <a:moveTo>
                  <a:pt x="0" y="0"/>
                </a:moveTo>
                <a:lnTo>
                  <a:pt x="27227" y="0"/>
                </a:lnTo>
                <a:lnTo>
                  <a:pt x="27227" y="2091"/>
                </a:lnTo>
                <a:lnTo>
                  <a:pt x="0" y="20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616" name=""/>
          <p:cNvSpPr/>
          <p:nvPr/>
        </p:nvSpPr>
        <p:spPr>
          <a:xfrm>
            <a:off x="1009440" y="3286080"/>
            <a:ext cx="371880" cy="9720"/>
          </a:xfrm>
          <a:custGeom>
            <a:avLst/>
            <a:gdLst/>
            <a:ahLst/>
            <a:rect l="0" t="0" r="r" b="b"/>
            <a:pathLst>
              <a:path w="1033" h="27">
                <a:moveTo>
                  <a:pt x="0" y="0"/>
                </a:moveTo>
                <a:lnTo>
                  <a:pt x="1033" y="0"/>
                </a:lnTo>
                <a:lnTo>
                  <a:pt x="103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617" name=""/>
          <p:cNvSpPr/>
          <p:nvPr/>
        </p:nvSpPr>
        <p:spPr>
          <a:xfrm>
            <a:off x="1380960" y="3286080"/>
            <a:ext cx="9801720" cy="9720"/>
          </a:xfrm>
          <a:custGeom>
            <a:avLst/>
            <a:gdLst/>
            <a:ahLst/>
            <a:rect l="0" t="0" r="r" b="b"/>
            <a:pathLst>
              <a:path w="27227" h="27">
                <a:moveTo>
                  <a:pt x="0" y="0"/>
                </a:moveTo>
                <a:lnTo>
                  <a:pt x="27227" y="0"/>
                </a:lnTo>
                <a:lnTo>
                  <a:pt x="2722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618" name=""/>
          <p:cNvSpPr/>
          <p:nvPr/>
        </p:nvSpPr>
        <p:spPr>
          <a:xfrm>
            <a:off x="1009440" y="4295520"/>
            <a:ext cx="371880" cy="10080"/>
          </a:xfrm>
          <a:custGeom>
            <a:avLst/>
            <a:gdLst/>
            <a:ahLst/>
            <a:rect l="0" t="0" r="r" b="b"/>
            <a:pathLst>
              <a:path w="1033" h="28">
                <a:moveTo>
                  <a:pt x="0" y="0"/>
                </a:moveTo>
                <a:lnTo>
                  <a:pt x="1033" y="0"/>
                </a:lnTo>
                <a:lnTo>
                  <a:pt x="103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619" name=""/>
          <p:cNvSpPr/>
          <p:nvPr/>
        </p:nvSpPr>
        <p:spPr>
          <a:xfrm>
            <a:off x="1380960" y="4295520"/>
            <a:ext cx="9801720" cy="10080"/>
          </a:xfrm>
          <a:custGeom>
            <a:avLst/>
            <a:gdLst/>
            <a:ahLst/>
            <a:rect l="0" t="0" r="r" b="b"/>
            <a:pathLst>
              <a:path w="27227" h="28">
                <a:moveTo>
                  <a:pt x="0" y="0"/>
                </a:moveTo>
                <a:lnTo>
                  <a:pt x="27227" y="0"/>
                </a:lnTo>
                <a:lnTo>
                  <a:pt x="2722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620" name=""/>
          <p:cNvSpPr/>
          <p:nvPr/>
        </p:nvSpPr>
        <p:spPr>
          <a:xfrm>
            <a:off x="1009440" y="5047920"/>
            <a:ext cx="371880" cy="10080"/>
          </a:xfrm>
          <a:custGeom>
            <a:avLst/>
            <a:gdLst/>
            <a:ahLst/>
            <a:rect l="0" t="0" r="r" b="b"/>
            <a:pathLst>
              <a:path w="1033" h="28">
                <a:moveTo>
                  <a:pt x="0" y="0"/>
                </a:moveTo>
                <a:lnTo>
                  <a:pt x="1033" y="0"/>
                </a:lnTo>
                <a:lnTo>
                  <a:pt x="103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621" name=""/>
          <p:cNvSpPr/>
          <p:nvPr/>
        </p:nvSpPr>
        <p:spPr>
          <a:xfrm>
            <a:off x="1380960" y="5047920"/>
            <a:ext cx="9801720" cy="10080"/>
          </a:xfrm>
          <a:custGeom>
            <a:avLst/>
            <a:gdLst/>
            <a:ahLst/>
            <a:rect l="0" t="0" r="r" b="b"/>
            <a:pathLst>
              <a:path w="27227" h="28">
                <a:moveTo>
                  <a:pt x="0" y="0"/>
                </a:moveTo>
                <a:lnTo>
                  <a:pt x="27227" y="0"/>
                </a:lnTo>
                <a:lnTo>
                  <a:pt x="2722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ja-JP" sz="24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622" name=""/>
          <p:cNvSpPr txBox="1"/>
          <p:nvPr/>
        </p:nvSpPr>
        <p:spPr>
          <a:xfrm>
            <a:off x="609480" y="392760"/>
            <a:ext cx="2793600" cy="497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ja-JP" sz="2700" spc="-1" strike="noStrike">
                <a:solidFill>
                  <a:srgbClr val="1a1a1a"/>
                </a:solidFill>
                <a:latin typeface="Noto Sans JP"/>
                <a:ea typeface="Noto Sans JP"/>
              </a:rPr>
              <a:t>参考文献（</a:t>
            </a:r>
            <a:r>
              <a:rPr b="1" lang="ja-JP" sz="2700" spc="-1" strike="noStrike">
                <a:solidFill>
                  <a:srgbClr val="1a1a1a"/>
                </a:solidFill>
                <a:latin typeface="Noto Sans JP"/>
                <a:ea typeface="Noto Sans JP"/>
              </a:rPr>
              <a:t>2/2</a:t>
            </a:r>
            <a:r>
              <a:rPr b="1" lang="ja-JP" sz="2700" spc="-1" strike="noStrike">
                <a:solidFill>
                  <a:srgbClr val="1a1a1a"/>
                </a:solidFill>
                <a:latin typeface="Noto Sans JP"/>
                <a:ea typeface="Noto Sans JP"/>
              </a:rPr>
              <a:t>）</a:t>
            </a:r>
            <a:endParaRPr b="0" lang="ja-JP" sz="270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623" name=""/>
          <p:cNvSpPr txBox="1"/>
          <p:nvPr/>
        </p:nvSpPr>
        <p:spPr>
          <a:xfrm>
            <a:off x="1120680" y="2658600"/>
            <a:ext cx="1710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6.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624" name=""/>
          <p:cNvSpPr txBox="1"/>
          <p:nvPr/>
        </p:nvSpPr>
        <p:spPr>
          <a:xfrm>
            <a:off x="1492200" y="2658600"/>
            <a:ext cx="96285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日本産業標準調査会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, "JIS Q 27001:2014 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情報セキュリティマネジメントシステム―要求事項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" 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（現行は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2025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年版） </a:t>
            </a:r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(2014);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625" name=""/>
          <p:cNvSpPr txBox="1"/>
          <p:nvPr/>
        </p:nvSpPr>
        <p:spPr>
          <a:xfrm>
            <a:off x="1492200" y="2915640"/>
            <a:ext cx="309132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 u="sng">
                <a:solidFill>
                  <a:srgbClr val="0017c1"/>
                </a:solidFill>
                <a:latin typeface="Noto Sans JP"/>
                <a:ea typeface="Noto Sans JP"/>
                <a:hlinkClick r:id="rIdL1"/>
              </a:rPr>
              <a:t>kikakurui.com/q/Q27001-2014-01.html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626" name=""/>
          <p:cNvSpPr txBox="1"/>
          <p:nvPr/>
        </p:nvSpPr>
        <p:spPr>
          <a:xfrm>
            <a:off x="1120680" y="3411000"/>
            <a:ext cx="1710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7.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627" name=""/>
          <p:cNvSpPr txBox="1"/>
          <p:nvPr/>
        </p:nvSpPr>
        <p:spPr>
          <a:xfrm>
            <a:off x="1492200" y="3411000"/>
            <a:ext cx="91400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Anthropic, Control MCP server access for your organization; Explore the .claude directory, Claude Code Docs (2026);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628" name=""/>
          <p:cNvSpPr txBox="1"/>
          <p:nvPr/>
        </p:nvSpPr>
        <p:spPr>
          <a:xfrm>
            <a:off x="1492200" y="3668400"/>
            <a:ext cx="330624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 u="sng">
                <a:solidFill>
                  <a:srgbClr val="0017c1"/>
                </a:solidFill>
                <a:latin typeface="Noto Sans JP"/>
                <a:ea typeface="Noto Sans JP"/>
                <a:hlinkClick r:id="rIdL2"/>
              </a:rPr>
              <a:t>code.claude.com/docs/en/managed-mcp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629" name=""/>
          <p:cNvSpPr txBox="1"/>
          <p:nvPr/>
        </p:nvSpPr>
        <p:spPr>
          <a:xfrm>
            <a:off x="1492200" y="3925440"/>
            <a:ext cx="34632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 u="sng">
                <a:solidFill>
                  <a:srgbClr val="0017c1"/>
                </a:solidFill>
                <a:latin typeface="Noto Sans JP"/>
                <a:ea typeface="Noto Sans JP"/>
                <a:hlinkClick r:id="rIdL3"/>
              </a:rPr>
              <a:t>code.claude.com/docs/en/claude-directory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630" name=""/>
          <p:cNvSpPr txBox="1"/>
          <p:nvPr/>
        </p:nvSpPr>
        <p:spPr>
          <a:xfrm>
            <a:off x="1120680" y="4420800"/>
            <a:ext cx="1710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8.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631" name=""/>
          <p:cNvSpPr txBox="1"/>
          <p:nvPr/>
        </p:nvSpPr>
        <p:spPr>
          <a:xfrm>
            <a:off x="1492200" y="4420800"/>
            <a:ext cx="362628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>
                <a:solidFill>
                  <a:srgbClr val="1a1a1a"/>
                </a:solidFill>
                <a:latin typeface="Noto Sans JP"/>
                <a:ea typeface="Noto Sans JP"/>
              </a:rPr>
              <a:t>Anthropic, claude-code: .devcontainer (2026);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632" name=""/>
          <p:cNvSpPr txBox="1"/>
          <p:nvPr/>
        </p:nvSpPr>
        <p:spPr>
          <a:xfrm>
            <a:off x="1492200" y="4677840"/>
            <a:ext cx="49233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350" spc="-1" strike="noStrike" u="sng">
                <a:solidFill>
                  <a:srgbClr val="0017c1"/>
                </a:solidFill>
                <a:latin typeface="Noto Sans JP"/>
                <a:ea typeface="Noto Sans JP"/>
                <a:hlinkClick r:id="rIdL4"/>
              </a:rPr>
              <a:t>github.com/anthropics/claude-code/tree/main/.devcontainer</a:t>
            </a:r>
            <a:endParaRPr b="0" lang="ja-JP" sz="1350" spc="-1" strike="noStrike">
              <a:solidFill>
                <a:srgbClr val="000000"/>
              </a:solidFill>
              <a:latin typeface="Noto Sans JP"/>
            </a:endParaRPr>
          </a:p>
        </p:txBody>
      </p:sp>
      <p:sp>
        <p:nvSpPr>
          <p:cNvPr id="1633" name=""/>
          <p:cNvSpPr txBox="1"/>
          <p:nvPr/>
        </p:nvSpPr>
        <p:spPr>
          <a:xfrm>
            <a:off x="11413080" y="6442920"/>
            <a:ext cx="1699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ja-JP" sz="1200" spc="-1" strike="noStrike">
                <a:solidFill>
                  <a:srgbClr val="4d4d4d"/>
                </a:solidFill>
                <a:latin typeface="Noto Sans JP"/>
                <a:ea typeface="Noto Sans JP"/>
              </a:rPr>
              <a:t>22</a:t>
            </a:r>
            <a:endParaRPr b="0" lang="ja-JP" sz="1200" spc="-1" strike="noStrike">
              <a:solidFill>
                <a:srgbClr val="000000"/>
              </a:solidFill>
              <a:latin typeface="Noto Sans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17c1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