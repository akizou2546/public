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 saveSubset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  <p:embeddedFontLst>
    <p:embeddedFont>
      <p:font typeface="Noto Sans JP" panose="020B0200000000000000" pitchFamily="34" charset="-128"/>
      <p:regular r:id="rIdFont1"/>
      <p:bold r:id="rIdFont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Link0" Type="http://schemas.openxmlformats.org/officeDocument/2006/relationships/hyperlink" Target="https://genai.owasp.org/resource/owasp-top-10-for-agentic-applications-for-2026/" TargetMode="External"/><Relationship Id="rIdLink1" Type="http://schemas.openxmlformats.org/officeDocument/2006/relationships/hyperlink" Target="https://github.com/anthropics/claude-code/tree/main/.devcontainer" TargetMode="External"/><Relationship Id="rIdLink2" Type="http://schemas.openxmlformats.org/officeDocument/2006/relationships/hyperlink" Target="https://code.visualstudio.com/remote/advancedcontainers/sharing-git-credentials" TargetMode="External"/><Relationship Id="rIdLink3" Type="http://schemas.openxmlformats.org/officeDocument/2006/relationships/hyperlink" Target="https://code.claude.com/docs/en/devcontainer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" name=""/>
          <p:cNvSpPr/>
          <p:nvPr/>
        </p:nvSpPr>
        <p:spPr>
          <a:xfrm>
            <a:off x="609480" y="365724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609480" y="2219040"/>
            <a:ext cx="6713640" cy="60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330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 Code</a:t>
            </a:r>
            <a:r>
              <a:rPr b="1" lang="ja-JP" sz="33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</a:t>
            </a:r>
            <a:r>
              <a:rPr b="1" lang="ja-JP" sz="330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 Container</a:t>
            </a:r>
            <a:r>
              <a:rPr b="1" lang="ja-JP" sz="33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で</a:t>
            </a:r>
            <a:endParaRPr b="0" lang="ja-JP" sz="33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609480" y="2847600"/>
            <a:ext cx="3353400" cy="60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33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低減できるリスク</a:t>
            </a:r>
            <a:endParaRPr b="0" lang="ja-JP" sz="33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09480" y="3887640"/>
            <a:ext cx="915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（氏名）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09480" y="4230720"/>
            <a:ext cx="19029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2026</a:t>
            </a:r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年</a:t>
            </a:r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月</a:t>
            </a:r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日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609480" y="392760"/>
            <a:ext cx="24012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この資料の目的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" name=""/>
          <p:cNvSpPr/>
          <p:nvPr/>
        </p:nvSpPr>
        <p:spPr>
          <a:xfrm>
            <a:off x="609480" y="1599840"/>
            <a:ext cx="5334120" cy="4800960"/>
          </a:xfrm>
          <a:custGeom>
            <a:avLst/>
            <a:gdLst/>
            <a:ahLst/>
            <a:rect l="0" t="0" r="r" b="b"/>
            <a:pathLst>
              <a:path w="14817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3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5" y="72"/>
                  <a:pt x="14774" y="83"/>
                  <a:pt x="14782" y="95"/>
                </a:cubicBezTo>
                <a:cubicBezTo>
                  <a:pt x="14790" y="106"/>
                  <a:pt x="14796" y="118"/>
                  <a:pt x="14801" y="131"/>
                </a:cubicBezTo>
                <a:cubicBezTo>
                  <a:pt x="14807" y="144"/>
                  <a:pt x="14811" y="157"/>
                  <a:pt x="14813" y="171"/>
                </a:cubicBezTo>
                <a:cubicBezTo>
                  <a:pt x="14816" y="185"/>
                  <a:pt x="14817" y="198"/>
                  <a:pt x="14817" y="212"/>
                </a:cubicBezTo>
                <a:lnTo>
                  <a:pt x="14817" y="13125"/>
                </a:lnTo>
                <a:cubicBezTo>
                  <a:pt x="14817" y="13139"/>
                  <a:pt x="14816" y="13152"/>
                  <a:pt x="14813" y="13166"/>
                </a:cubicBezTo>
                <a:cubicBezTo>
                  <a:pt x="14811" y="13180"/>
                  <a:pt x="14807" y="13193"/>
                  <a:pt x="14801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5" y="13265"/>
                  <a:pt x="14756" y="13275"/>
                </a:cubicBezTo>
                <a:cubicBezTo>
                  <a:pt x="14746" y="13284"/>
                  <a:pt x="14735" y="13293"/>
                  <a:pt x="14723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3" y="13335"/>
                  <a:pt x="14620" y="13336"/>
                  <a:pt x="14606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09480" y="1090800"/>
            <a:ext cx="77454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 Container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が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のリスクをどこまで低減するかを確かめる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99920" y="1716120"/>
            <a:ext cx="47228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10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のリスクは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OWASP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がまとめたものである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 1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" name=""/>
          <p:cNvSpPr/>
          <p:nvPr/>
        </p:nvSpPr>
        <p:spPr>
          <a:xfrm>
            <a:off x="742680" y="3171600"/>
            <a:ext cx="2010240" cy="2038680"/>
          </a:xfrm>
          <a:custGeom>
            <a:avLst/>
            <a:gdLst/>
            <a:ahLst/>
            <a:rect l="0" t="0" r="r" b="b"/>
            <a:pathLst>
              <a:path w="5584" h="5663">
                <a:moveTo>
                  <a:pt x="0" y="547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5399" y="0"/>
                </a:lnTo>
                <a:cubicBezTo>
                  <a:pt x="5411" y="0"/>
                  <a:pt x="5423" y="1"/>
                  <a:pt x="5435" y="4"/>
                </a:cubicBezTo>
                <a:cubicBezTo>
                  <a:pt x="5447" y="6"/>
                  <a:pt x="5458" y="10"/>
                  <a:pt x="5470" y="14"/>
                </a:cubicBezTo>
                <a:cubicBezTo>
                  <a:pt x="5481" y="19"/>
                  <a:pt x="5492" y="25"/>
                  <a:pt x="5502" y="31"/>
                </a:cubicBezTo>
                <a:cubicBezTo>
                  <a:pt x="5512" y="38"/>
                  <a:pt x="5521" y="46"/>
                  <a:pt x="5530" y="54"/>
                </a:cubicBezTo>
                <a:cubicBezTo>
                  <a:pt x="5538" y="63"/>
                  <a:pt x="5546" y="72"/>
                  <a:pt x="5553" y="82"/>
                </a:cubicBezTo>
                <a:cubicBezTo>
                  <a:pt x="5559" y="93"/>
                  <a:pt x="5565" y="103"/>
                  <a:pt x="5570" y="114"/>
                </a:cubicBezTo>
                <a:cubicBezTo>
                  <a:pt x="5575" y="126"/>
                  <a:pt x="5578" y="137"/>
                  <a:pt x="5580" y="149"/>
                </a:cubicBezTo>
                <a:cubicBezTo>
                  <a:pt x="5583" y="161"/>
                  <a:pt x="5584" y="173"/>
                  <a:pt x="5584" y="185"/>
                </a:cubicBezTo>
                <a:lnTo>
                  <a:pt x="5584" y="5478"/>
                </a:lnTo>
                <a:cubicBezTo>
                  <a:pt x="5584" y="5490"/>
                  <a:pt x="5583" y="5502"/>
                  <a:pt x="5580" y="5514"/>
                </a:cubicBezTo>
                <a:cubicBezTo>
                  <a:pt x="5578" y="5526"/>
                  <a:pt x="5575" y="5538"/>
                  <a:pt x="5570" y="5549"/>
                </a:cubicBezTo>
                <a:cubicBezTo>
                  <a:pt x="5565" y="5560"/>
                  <a:pt x="5560" y="5571"/>
                  <a:pt x="5553" y="5581"/>
                </a:cubicBezTo>
                <a:cubicBezTo>
                  <a:pt x="5546" y="5591"/>
                  <a:pt x="5538" y="5600"/>
                  <a:pt x="5530" y="5609"/>
                </a:cubicBezTo>
                <a:cubicBezTo>
                  <a:pt x="5521" y="5618"/>
                  <a:pt x="5512" y="5625"/>
                  <a:pt x="5502" y="5632"/>
                </a:cubicBezTo>
                <a:cubicBezTo>
                  <a:pt x="5492" y="5639"/>
                  <a:pt x="5481" y="5644"/>
                  <a:pt x="5470" y="5649"/>
                </a:cubicBezTo>
                <a:cubicBezTo>
                  <a:pt x="5458" y="5654"/>
                  <a:pt x="5447" y="5657"/>
                  <a:pt x="5435" y="5660"/>
                </a:cubicBezTo>
                <a:cubicBezTo>
                  <a:pt x="5423" y="5662"/>
                  <a:pt x="5411" y="5663"/>
                  <a:pt x="5399" y="5663"/>
                </a:cubicBezTo>
                <a:lnTo>
                  <a:pt x="185" y="5663"/>
                </a:lnTo>
                <a:cubicBezTo>
                  <a:pt x="173" y="5663"/>
                  <a:pt x="161" y="5662"/>
                  <a:pt x="149" y="5660"/>
                </a:cubicBezTo>
                <a:cubicBezTo>
                  <a:pt x="137" y="5657"/>
                  <a:pt x="126" y="5654"/>
                  <a:pt x="115" y="5649"/>
                </a:cubicBezTo>
                <a:cubicBezTo>
                  <a:pt x="103" y="5644"/>
                  <a:pt x="93" y="5639"/>
                  <a:pt x="83" y="5632"/>
                </a:cubicBezTo>
                <a:cubicBezTo>
                  <a:pt x="72" y="5625"/>
                  <a:pt x="63" y="5618"/>
                  <a:pt x="54" y="5609"/>
                </a:cubicBezTo>
                <a:cubicBezTo>
                  <a:pt x="46" y="5600"/>
                  <a:pt x="38" y="5591"/>
                  <a:pt x="31" y="5581"/>
                </a:cubicBezTo>
                <a:cubicBezTo>
                  <a:pt x="25" y="5571"/>
                  <a:pt x="19" y="5560"/>
                  <a:pt x="14" y="5549"/>
                </a:cubicBezTo>
                <a:cubicBezTo>
                  <a:pt x="10" y="5538"/>
                  <a:pt x="6" y="5526"/>
                  <a:pt x="4" y="5514"/>
                </a:cubicBezTo>
                <a:cubicBezTo>
                  <a:pt x="1" y="5502"/>
                  <a:pt x="0" y="5490"/>
                  <a:pt x="0" y="54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" name=""/>
          <p:cNvSpPr/>
          <p:nvPr/>
        </p:nvSpPr>
        <p:spPr>
          <a:xfrm>
            <a:off x="742680" y="3171600"/>
            <a:ext cx="2010240" cy="2038680"/>
          </a:xfrm>
          <a:custGeom>
            <a:avLst/>
            <a:gdLst/>
            <a:ahLst/>
            <a:rect l="0" t="0" r="r" b="b"/>
            <a:pathLst>
              <a:path w="5584" h="5663">
                <a:moveTo>
                  <a:pt x="0" y="547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5399" y="0"/>
                </a:lnTo>
                <a:cubicBezTo>
                  <a:pt x="5411" y="0"/>
                  <a:pt x="5423" y="1"/>
                  <a:pt x="5435" y="4"/>
                </a:cubicBezTo>
                <a:cubicBezTo>
                  <a:pt x="5447" y="6"/>
                  <a:pt x="5458" y="10"/>
                  <a:pt x="5470" y="14"/>
                </a:cubicBezTo>
                <a:cubicBezTo>
                  <a:pt x="5481" y="19"/>
                  <a:pt x="5492" y="25"/>
                  <a:pt x="5502" y="31"/>
                </a:cubicBezTo>
                <a:cubicBezTo>
                  <a:pt x="5512" y="38"/>
                  <a:pt x="5521" y="46"/>
                  <a:pt x="5530" y="54"/>
                </a:cubicBezTo>
                <a:cubicBezTo>
                  <a:pt x="5538" y="63"/>
                  <a:pt x="5546" y="72"/>
                  <a:pt x="5553" y="82"/>
                </a:cubicBezTo>
                <a:cubicBezTo>
                  <a:pt x="5559" y="93"/>
                  <a:pt x="5565" y="103"/>
                  <a:pt x="5570" y="114"/>
                </a:cubicBezTo>
                <a:cubicBezTo>
                  <a:pt x="5575" y="126"/>
                  <a:pt x="5578" y="137"/>
                  <a:pt x="5580" y="149"/>
                </a:cubicBezTo>
                <a:cubicBezTo>
                  <a:pt x="5583" y="161"/>
                  <a:pt x="5584" y="173"/>
                  <a:pt x="5584" y="185"/>
                </a:cubicBezTo>
                <a:lnTo>
                  <a:pt x="5584" y="5478"/>
                </a:lnTo>
                <a:cubicBezTo>
                  <a:pt x="5584" y="5490"/>
                  <a:pt x="5583" y="5502"/>
                  <a:pt x="5580" y="5514"/>
                </a:cubicBezTo>
                <a:cubicBezTo>
                  <a:pt x="5578" y="5526"/>
                  <a:pt x="5575" y="5538"/>
                  <a:pt x="5570" y="5549"/>
                </a:cubicBezTo>
                <a:cubicBezTo>
                  <a:pt x="5565" y="5560"/>
                  <a:pt x="5560" y="5571"/>
                  <a:pt x="5553" y="5581"/>
                </a:cubicBezTo>
                <a:cubicBezTo>
                  <a:pt x="5546" y="5591"/>
                  <a:pt x="5538" y="5600"/>
                  <a:pt x="5530" y="5609"/>
                </a:cubicBezTo>
                <a:cubicBezTo>
                  <a:pt x="5521" y="5618"/>
                  <a:pt x="5512" y="5625"/>
                  <a:pt x="5502" y="5632"/>
                </a:cubicBezTo>
                <a:cubicBezTo>
                  <a:pt x="5492" y="5639"/>
                  <a:pt x="5481" y="5644"/>
                  <a:pt x="5470" y="5649"/>
                </a:cubicBezTo>
                <a:cubicBezTo>
                  <a:pt x="5458" y="5654"/>
                  <a:pt x="5447" y="5657"/>
                  <a:pt x="5435" y="5660"/>
                </a:cubicBezTo>
                <a:cubicBezTo>
                  <a:pt x="5423" y="5662"/>
                  <a:pt x="5411" y="5663"/>
                  <a:pt x="5399" y="5663"/>
                </a:cubicBezTo>
                <a:lnTo>
                  <a:pt x="185" y="5663"/>
                </a:lnTo>
                <a:cubicBezTo>
                  <a:pt x="173" y="5663"/>
                  <a:pt x="161" y="5662"/>
                  <a:pt x="149" y="5660"/>
                </a:cubicBezTo>
                <a:cubicBezTo>
                  <a:pt x="137" y="5657"/>
                  <a:pt x="126" y="5654"/>
                  <a:pt x="115" y="5649"/>
                </a:cubicBezTo>
                <a:cubicBezTo>
                  <a:pt x="103" y="5644"/>
                  <a:pt x="93" y="5639"/>
                  <a:pt x="83" y="5632"/>
                </a:cubicBezTo>
                <a:cubicBezTo>
                  <a:pt x="72" y="5625"/>
                  <a:pt x="63" y="5618"/>
                  <a:pt x="54" y="5609"/>
                </a:cubicBezTo>
                <a:cubicBezTo>
                  <a:pt x="46" y="5600"/>
                  <a:pt x="38" y="5591"/>
                  <a:pt x="31" y="5581"/>
                </a:cubicBezTo>
                <a:cubicBezTo>
                  <a:pt x="25" y="5571"/>
                  <a:pt x="19" y="5560"/>
                  <a:pt x="14" y="5549"/>
                </a:cubicBezTo>
                <a:cubicBezTo>
                  <a:pt x="10" y="5538"/>
                  <a:pt x="6" y="5526"/>
                  <a:pt x="4" y="5514"/>
                </a:cubicBezTo>
                <a:cubicBezTo>
                  <a:pt x="1" y="5502"/>
                  <a:pt x="0" y="5490"/>
                  <a:pt x="0" y="547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" name=""/>
          <p:cNvSpPr/>
          <p:nvPr/>
        </p:nvSpPr>
        <p:spPr>
          <a:xfrm>
            <a:off x="1516320" y="3362040"/>
            <a:ext cx="453600" cy="400680"/>
          </a:xfrm>
          <a:custGeom>
            <a:avLst/>
            <a:gdLst/>
            <a:ahLst/>
            <a:rect l="0" t="0" r="r" b="b"/>
            <a:pathLst>
              <a:path w="1260" h="1113">
                <a:moveTo>
                  <a:pt x="92" y="1113"/>
                </a:moveTo>
                <a:cubicBezTo>
                  <a:pt x="68" y="1113"/>
                  <a:pt x="46" y="1103"/>
                  <a:pt x="27" y="1085"/>
                </a:cubicBezTo>
                <a:cubicBezTo>
                  <a:pt x="9" y="1066"/>
                  <a:pt x="0" y="1045"/>
                  <a:pt x="0" y="1020"/>
                </a:cubicBezTo>
                <a:lnTo>
                  <a:pt x="0" y="93"/>
                </a:lnTo>
                <a:cubicBezTo>
                  <a:pt x="0" y="68"/>
                  <a:pt x="9" y="47"/>
                  <a:pt x="27" y="28"/>
                </a:cubicBezTo>
                <a:cubicBezTo>
                  <a:pt x="46" y="10"/>
                  <a:pt x="68" y="0"/>
                  <a:pt x="92" y="0"/>
                </a:cubicBezTo>
                <a:lnTo>
                  <a:pt x="1167" y="0"/>
                </a:lnTo>
                <a:cubicBezTo>
                  <a:pt x="1192" y="0"/>
                  <a:pt x="1214" y="10"/>
                  <a:pt x="1232" y="28"/>
                </a:cubicBezTo>
                <a:cubicBezTo>
                  <a:pt x="1251" y="47"/>
                  <a:pt x="1260" y="68"/>
                  <a:pt x="1260" y="93"/>
                </a:cubicBezTo>
                <a:lnTo>
                  <a:pt x="1260" y="1020"/>
                </a:lnTo>
                <a:cubicBezTo>
                  <a:pt x="1260" y="1045"/>
                  <a:pt x="1251" y="1066"/>
                  <a:pt x="1232" y="1085"/>
                </a:cubicBezTo>
                <a:cubicBezTo>
                  <a:pt x="1214" y="1103"/>
                  <a:pt x="1192" y="1113"/>
                  <a:pt x="1167" y="1113"/>
                </a:cubicBezTo>
                <a:lnTo>
                  <a:pt x="92" y="1113"/>
                </a:lnTo>
                <a:moveTo>
                  <a:pt x="92" y="1020"/>
                </a:moveTo>
                <a:lnTo>
                  <a:pt x="1167" y="1020"/>
                </a:lnTo>
                <a:lnTo>
                  <a:pt x="1167" y="93"/>
                </a:lnTo>
                <a:lnTo>
                  <a:pt x="92" y="93"/>
                </a:lnTo>
                <a:lnTo>
                  <a:pt x="92" y="1020"/>
                </a:lnTo>
                <a:moveTo>
                  <a:pt x="198" y="866"/>
                </a:moveTo>
                <a:lnTo>
                  <a:pt x="507" y="866"/>
                </a:lnTo>
                <a:lnTo>
                  <a:pt x="507" y="742"/>
                </a:lnTo>
                <a:lnTo>
                  <a:pt x="198" y="742"/>
                </a:lnTo>
                <a:lnTo>
                  <a:pt x="198" y="866"/>
                </a:lnTo>
                <a:moveTo>
                  <a:pt x="788" y="742"/>
                </a:moveTo>
                <a:lnTo>
                  <a:pt x="1093" y="437"/>
                </a:lnTo>
                <a:lnTo>
                  <a:pt x="1005" y="349"/>
                </a:lnTo>
                <a:lnTo>
                  <a:pt x="788" y="568"/>
                </a:lnTo>
                <a:lnTo>
                  <a:pt x="700" y="480"/>
                </a:lnTo>
                <a:lnTo>
                  <a:pt x="613" y="568"/>
                </a:lnTo>
                <a:lnTo>
                  <a:pt x="788" y="742"/>
                </a:lnTo>
                <a:moveTo>
                  <a:pt x="198" y="619"/>
                </a:moveTo>
                <a:lnTo>
                  <a:pt x="507" y="619"/>
                </a:lnTo>
                <a:lnTo>
                  <a:pt x="507" y="495"/>
                </a:lnTo>
                <a:lnTo>
                  <a:pt x="198" y="495"/>
                </a:lnTo>
                <a:lnTo>
                  <a:pt x="198" y="619"/>
                </a:lnTo>
                <a:moveTo>
                  <a:pt x="198" y="372"/>
                </a:moveTo>
                <a:lnTo>
                  <a:pt x="507" y="372"/>
                </a:lnTo>
                <a:lnTo>
                  <a:pt x="507" y="248"/>
                </a:lnTo>
                <a:lnTo>
                  <a:pt x="198" y="248"/>
                </a:lnTo>
                <a:lnTo>
                  <a:pt x="198" y="372"/>
                </a:lnTo>
                <a:moveTo>
                  <a:pt x="92" y="1020"/>
                </a:moveTo>
                <a:lnTo>
                  <a:pt x="92" y="93"/>
                </a:lnTo>
                <a:lnTo>
                  <a:pt x="92" y="102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368000" y="3823920"/>
            <a:ext cx="75528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OWASP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983880" y="417600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ソフトウェアの安全に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060200" y="438552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取り組む非営利団体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145520" y="4652280"/>
            <a:ext cx="1248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AI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エージェントの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" name=""/>
          <p:cNvSpPr/>
          <p:nvPr/>
        </p:nvSpPr>
        <p:spPr>
          <a:xfrm>
            <a:off x="6248160" y="1599840"/>
            <a:ext cx="5334480" cy="4800960"/>
          </a:xfrm>
          <a:custGeom>
            <a:avLst/>
            <a:gdLst/>
            <a:ahLst/>
            <a:rect l="0" t="0" r="r" b="b"/>
            <a:pathLst>
              <a:path w="14818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2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5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5"/>
                </a:cubicBezTo>
                <a:cubicBezTo>
                  <a:pt x="184" y="2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4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6" y="72"/>
                  <a:pt x="14774" y="83"/>
                  <a:pt x="14782" y="95"/>
                </a:cubicBezTo>
                <a:cubicBezTo>
                  <a:pt x="14790" y="106"/>
                  <a:pt x="14796" y="118"/>
                  <a:pt x="14802" y="131"/>
                </a:cubicBezTo>
                <a:cubicBezTo>
                  <a:pt x="14807" y="144"/>
                  <a:pt x="14811" y="157"/>
                  <a:pt x="14814" y="171"/>
                </a:cubicBezTo>
                <a:cubicBezTo>
                  <a:pt x="14816" y="185"/>
                  <a:pt x="14818" y="198"/>
                  <a:pt x="14818" y="212"/>
                </a:cubicBezTo>
                <a:lnTo>
                  <a:pt x="14818" y="13125"/>
                </a:lnTo>
                <a:cubicBezTo>
                  <a:pt x="14818" y="13139"/>
                  <a:pt x="14816" y="13152"/>
                  <a:pt x="14814" y="13166"/>
                </a:cubicBezTo>
                <a:cubicBezTo>
                  <a:pt x="14811" y="13180"/>
                  <a:pt x="14807" y="13193"/>
                  <a:pt x="14802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6" y="13265"/>
                  <a:pt x="14756" y="13275"/>
                </a:cubicBezTo>
                <a:cubicBezTo>
                  <a:pt x="14746" y="13284"/>
                  <a:pt x="14735" y="13293"/>
                  <a:pt x="14724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4" y="13335"/>
                  <a:pt x="14620" y="13336"/>
                  <a:pt x="14606" y="13336"/>
                </a:cubicBezTo>
                <a:lnTo>
                  <a:pt x="212" y="13336"/>
                </a:lnTo>
                <a:cubicBezTo>
                  <a:pt x="198" y="13336"/>
                  <a:pt x="184" y="13335"/>
                  <a:pt x="171" y="13332"/>
                </a:cubicBezTo>
                <a:cubicBezTo>
                  <a:pt x="157" y="13330"/>
                  <a:pt x="144" y="13326"/>
                  <a:pt x="131" y="13320"/>
                </a:cubicBezTo>
                <a:cubicBezTo>
                  <a:pt x="118" y="13315"/>
                  <a:pt x="106" y="13309"/>
                  <a:pt x="94" y="13301"/>
                </a:cubicBezTo>
                <a:cubicBezTo>
                  <a:pt x="83" y="13293"/>
                  <a:pt x="72" y="13284"/>
                  <a:pt x="62" y="13275"/>
                </a:cubicBezTo>
                <a:cubicBezTo>
                  <a:pt x="52" y="13265"/>
                  <a:pt x="44" y="13254"/>
                  <a:pt x="36" y="13242"/>
                </a:cubicBezTo>
                <a:cubicBezTo>
                  <a:pt x="28" y="13231"/>
                  <a:pt x="22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2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882720" y="4871520"/>
            <a:ext cx="1859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大リスク（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2026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年版）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438960" y="1716120"/>
            <a:ext cx="42174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Dev Container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は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つの管理策を備える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 2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1" name=""/>
          <p:cNvSpPr/>
          <p:nvPr/>
        </p:nvSpPr>
        <p:spPr>
          <a:xfrm>
            <a:off x="6534000" y="2990520"/>
            <a:ext cx="2038680" cy="2400840"/>
          </a:xfrm>
          <a:custGeom>
            <a:avLst/>
            <a:gdLst/>
            <a:ahLst/>
            <a:rect l="0" t="0" r="r" b="b"/>
            <a:pathLst>
              <a:path w="5663" h="6669">
                <a:moveTo>
                  <a:pt x="0" y="648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478" y="0"/>
                </a:lnTo>
                <a:cubicBezTo>
                  <a:pt x="5490" y="0"/>
                  <a:pt x="5502" y="2"/>
                  <a:pt x="5514" y="4"/>
                </a:cubicBezTo>
                <a:cubicBezTo>
                  <a:pt x="5526" y="6"/>
                  <a:pt x="5537" y="10"/>
                  <a:pt x="5549" y="15"/>
                </a:cubicBezTo>
                <a:cubicBezTo>
                  <a:pt x="5560" y="19"/>
                  <a:pt x="5571" y="25"/>
                  <a:pt x="5581" y="32"/>
                </a:cubicBezTo>
                <a:cubicBezTo>
                  <a:pt x="5591" y="38"/>
                  <a:pt x="5600" y="46"/>
                  <a:pt x="5609" y="55"/>
                </a:cubicBezTo>
                <a:cubicBezTo>
                  <a:pt x="5617" y="63"/>
                  <a:pt x="5625" y="73"/>
                  <a:pt x="5632" y="83"/>
                </a:cubicBezTo>
                <a:cubicBezTo>
                  <a:pt x="5639" y="93"/>
                  <a:pt x="5644" y="104"/>
                  <a:pt x="5649" y="115"/>
                </a:cubicBezTo>
                <a:cubicBezTo>
                  <a:pt x="5654" y="126"/>
                  <a:pt x="5657" y="138"/>
                  <a:pt x="5659" y="149"/>
                </a:cubicBezTo>
                <a:cubicBezTo>
                  <a:pt x="5662" y="161"/>
                  <a:pt x="5663" y="173"/>
                  <a:pt x="5663" y="186"/>
                </a:cubicBezTo>
                <a:lnTo>
                  <a:pt x="5663" y="6484"/>
                </a:lnTo>
                <a:cubicBezTo>
                  <a:pt x="5663" y="6496"/>
                  <a:pt x="5662" y="6508"/>
                  <a:pt x="5659" y="6520"/>
                </a:cubicBezTo>
                <a:cubicBezTo>
                  <a:pt x="5657" y="6532"/>
                  <a:pt x="5654" y="6543"/>
                  <a:pt x="5649" y="6555"/>
                </a:cubicBezTo>
                <a:cubicBezTo>
                  <a:pt x="5644" y="6566"/>
                  <a:pt x="5639" y="6576"/>
                  <a:pt x="5632" y="6587"/>
                </a:cubicBezTo>
                <a:cubicBezTo>
                  <a:pt x="5625" y="6597"/>
                  <a:pt x="5617" y="6606"/>
                  <a:pt x="5609" y="6615"/>
                </a:cubicBezTo>
                <a:cubicBezTo>
                  <a:pt x="5600" y="6623"/>
                  <a:pt x="5591" y="6631"/>
                  <a:pt x="5581" y="6638"/>
                </a:cubicBezTo>
                <a:cubicBezTo>
                  <a:pt x="5571" y="6644"/>
                  <a:pt x="5560" y="6650"/>
                  <a:pt x="5549" y="6655"/>
                </a:cubicBezTo>
                <a:cubicBezTo>
                  <a:pt x="5537" y="6659"/>
                  <a:pt x="5526" y="6663"/>
                  <a:pt x="5514" y="6665"/>
                </a:cubicBezTo>
                <a:cubicBezTo>
                  <a:pt x="5502" y="6668"/>
                  <a:pt x="5490" y="6669"/>
                  <a:pt x="5478" y="6669"/>
                </a:cubicBezTo>
                <a:lnTo>
                  <a:pt x="185" y="6669"/>
                </a:lnTo>
                <a:cubicBezTo>
                  <a:pt x="173" y="6669"/>
                  <a:pt x="161" y="6668"/>
                  <a:pt x="149" y="6665"/>
                </a:cubicBezTo>
                <a:cubicBezTo>
                  <a:pt x="137" y="6663"/>
                  <a:pt x="125" y="6659"/>
                  <a:pt x="114" y="6655"/>
                </a:cubicBezTo>
                <a:cubicBezTo>
                  <a:pt x="103" y="6650"/>
                  <a:pt x="92" y="6644"/>
                  <a:pt x="82" y="6638"/>
                </a:cubicBezTo>
                <a:cubicBezTo>
                  <a:pt x="72" y="6631"/>
                  <a:pt x="63" y="6623"/>
                  <a:pt x="54" y="6615"/>
                </a:cubicBezTo>
                <a:cubicBezTo>
                  <a:pt x="46" y="6606"/>
                  <a:pt x="38" y="6597"/>
                  <a:pt x="31" y="6587"/>
                </a:cubicBezTo>
                <a:cubicBezTo>
                  <a:pt x="24" y="6576"/>
                  <a:pt x="19" y="6566"/>
                  <a:pt x="14" y="6555"/>
                </a:cubicBezTo>
                <a:cubicBezTo>
                  <a:pt x="9" y="6543"/>
                  <a:pt x="6" y="6532"/>
                  <a:pt x="3" y="6520"/>
                </a:cubicBezTo>
                <a:cubicBezTo>
                  <a:pt x="1" y="6508"/>
                  <a:pt x="0" y="6496"/>
                  <a:pt x="0" y="64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" name=""/>
          <p:cNvSpPr/>
          <p:nvPr/>
        </p:nvSpPr>
        <p:spPr>
          <a:xfrm>
            <a:off x="6534000" y="2990520"/>
            <a:ext cx="2038680" cy="2400840"/>
          </a:xfrm>
          <a:custGeom>
            <a:avLst/>
            <a:gdLst/>
            <a:ahLst/>
            <a:rect l="0" t="0" r="r" b="b"/>
            <a:pathLst>
              <a:path w="5663" h="6669">
                <a:moveTo>
                  <a:pt x="0" y="648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478" y="0"/>
                </a:lnTo>
                <a:cubicBezTo>
                  <a:pt x="5490" y="0"/>
                  <a:pt x="5502" y="2"/>
                  <a:pt x="5514" y="4"/>
                </a:cubicBezTo>
                <a:cubicBezTo>
                  <a:pt x="5526" y="6"/>
                  <a:pt x="5537" y="10"/>
                  <a:pt x="5549" y="15"/>
                </a:cubicBezTo>
                <a:cubicBezTo>
                  <a:pt x="5560" y="19"/>
                  <a:pt x="5571" y="25"/>
                  <a:pt x="5581" y="32"/>
                </a:cubicBezTo>
                <a:cubicBezTo>
                  <a:pt x="5591" y="38"/>
                  <a:pt x="5600" y="46"/>
                  <a:pt x="5609" y="55"/>
                </a:cubicBezTo>
                <a:cubicBezTo>
                  <a:pt x="5617" y="63"/>
                  <a:pt x="5625" y="73"/>
                  <a:pt x="5632" y="83"/>
                </a:cubicBezTo>
                <a:cubicBezTo>
                  <a:pt x="5639" y="93"/>
                  <a:pt x="5644" y="104"/>
                  <a:pt x="5649" y="115"/>
                </a:cubicBezTo>
                <a:cubicBezTo>
                  <a:pt x="5654" y="126"/>
                  <a:pt x="5657" y="138"/>
                  <a:pt x="5659" y="149"/>
                </a:cubicBezTo>
                <a:cubicBezTo>
                  <a:pt x="5662" y="161"/>
                  <a:pt x="5663" y="173"/>
                  <a:pt x="5663" y="186"/>
                </a:cubicBezTo>
                <a:lnTo>
                  <a:pt x="5663" y="6484"/>
                </a:lnTo>
                <a:cubicBezTo>
                  <a:pt x="5663" y="6496"/>
                  <a:pt x="5662" y="6508"/>
                  <a:pt x="5659" y="6520"/>
                </a:cubicBezTo>
                <a:cubicBezTo>
                  <a:pt x="5657" y="6532"/>
                  <a:pt x="5654" y="6543"/>
                  <a:pt x="5649" y="6555"/>
                </a:cubicBezTo>
                <a:cubicBezTo>
                  <a:pt x="5644" y="6566"/>
                  <a:pt x="5639" y="6576"/>
                  <a:pt x="5632" y="6587"/>
                </a:cubicBezTo>
                <a:cubicBezTo>
                  <a:pt x="5625" y="6597"/>
                  <a:pt x="5617" y="6606"/>
                  <a:pt x="5609" y="6615"/>
                </a:cubicBezTo>
                <a:cubicBezTo>
                  <a:pt x="5600" y="6623"/>
                  <a:pt x="5591" y="6631"/>
                  <a:pt x="5581" y="6638"/>
                </a:cubicBezTo>
                <a:cubicBezTo>
                  <a:pt x="5571" y="6644"/>
                  <a:pt x="5560" y="6650"/>
                  <a:pt x="5549" y="6655"/>
                </a:cubicBezTo>
                <a:cubicBezTo>
                  <a:pt x="5537" y="6659"/>
                  <a:pt x="5526" y="6663"/>
                  <a:pt x="5514" y="6665"/>
                </a:cubicBezTo>
                <a:cubicBezTo>
                  <a:pt x="5502" y="6668"/>
                  <a:pt x="5490" y="6669"/>
                  <a:pt x="5478" y="6669"/>
                </a:cubicBezTo>
                <a:lnTo>
                  <a:pt x="185" y="6669"/>
                </a:lnTo>
                <a:cubicBezTo>
                  <a:pt x="173" y="6669"/>
                  <a:pt x="161" y="6668"/>
                  <a:pt x="149" y="6665"/>
                </a:cubicBezTo>
                <a:cubicBezTo>
                  <a:pt x="137" y="6663"/>
                  <a:pt x="125" y="6659"/>
                  <a:pt x="114" y="6655"/>
                </a:cubicBezTo>
                <a:cubicBezTo>
                  <a:pt x="103" y="6650"/>
                  <a:pt x="92" y="6644"/>
                  <a:pt x="82" y="6638"/>
                </a:cubicBezTo>
                <a:cubicBezTo>
                  <a:pt x="72" y="6631"/>
                  <a:pt x="63" y="6623"/>
                  <a:pt x="54" y="6615"/>
                </a:cubicBezTo>
                <a:cubicBezTo>
                  <a:pt x="46" y="6606"/>
                  <a:pt x="38" y="6597"/>
                  <a:pt x="31" y="6587"/>
                </a:cubicBezTo>
                <a:cubicBezTo>
                  <a:pt x="24" y="6576"/>
                  <a:pt x="19" y="6566"/>
                  <a:pt x="14" y="6555"/>
                </a:cubicBezTo>
                <a:cubicBezTo>
                  <a:pt x="9" y="6543"/>
                  <a:pt x="6" y="6532"/>
                  <a:pt x="3" y="6520"/>
                </a:cubicBezTo>
                <a:cubicBezTo>
                  <a:pt x="1" y="6508"/>
                  <a:pt x="0" y="6496"/>
                  <a:pt x="0" y="6484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" name=""/>
          <p:cNvSpPr/>
          <p:nvPr/>
        </p:nvSpPr>
        <p:spPr>
          <a:xfrm>
            <a:off x="7353000" y="3157200"/>
            <a:ext cx="400680" cy="448200"/>
          </a:xfrm>
          <a:custGeom>
            <a:avLst/>
            <a:gdLst/>
            <a:ahLst/>
            <a:rect l="0" t="0" r="r" b="b"/>
            <a:pathLst>
              <a:path w="1113" h="1245">
                <a:moveTo>
                  <a:pt x="511" y="1126"/>
                </a:moveTo>
                <a:lnTo>
                  <a:pt x="511" y="649"/>
                </a:lnTo>
                <a:lnTo>
                  <a:pt x="93" y="408"/>
                </a:lnTo>
                <a:lnTo>
                  <a:pt x="93" y="886"/>
                </a:lnTo>
                <a:lnTo>
                  <a:pt x="511" y="1126"/>
                </a:lnTo>
                <a:moveTo>
                  <a:pt x="603" y="1126"/>
                </a:moveTo>
                <a:lnTo>
                  <a:pt x="1020" y="886"/>
                </a:lnTo>
                <a:lnTo>
                  <a:pt x="1020" y="406"/>
                </a:lnTo>
                <a:lnTo>
                  <a:pt x="603" y="649"/>
                </a:lnTo>
                <a:lnTo>
                  <a:pt x="603" y="1126"/>
                </a:lnTo>
                <a:moveTo>
                  <a:pt x="557" y="571"/>
                </a:moveTo>
                <a:lnTo>
                  <a:pt x="968" y="331"/>
                </a:lnTo>
                <a:lnTo>
                  <a:pt x="557" y="93"/>
                </a:lnTo>
                <a:lnTo>
                  <a:pt x="145" y="331"/>
                </a:lnTo>
                <a:lnTo>
                  <a:pt x="557" y="571"/>
                </a:lnTo>
                <a:moveTo>
                  <a:pt x="47" y="966"/>
                </a:moveTo>
                <a:cubicBezTo>
                  <a:pt x="32" y="957"/>
                  <a:pt x="21" y="946"/>
                  <a:pt x="12" y="932"/>
                </a:cubicBezTo>
                <a:cubicBezTo>
                  <a:pt x="4" y="917"/>
                  <a:pt x="0" y="902"/>
                  <a:pt x="0" y="886"/>
                </a:cubicBezTo>
                <a:lnTo>
                  <a:pt x="0" y="360"/>
                </a:lnTo>
                <a:cubicBezTo>
                  <a:pt x="0" y="343"/>
                  <a:pt x="4" y="328"/>
                  <a:pt x="12" y="314"/>
                </a:cubicBezTo>
                <a:cubicBezTo>
                  <a:pt x="21" y="300"/>
                  <a:pt x="32" y="288"/>
                  <a:pt x="47" y="280"/>
                </a:cubicBezTo>
                <a:lnTo>
                  <a:pt x="511" y="13"/>
                </a:lnTo>
                <a:cubicBezTo>
                  <a:pt x="525" y="4"/>
                  <a:pt x="541" y="0"/>
                  <a:pt x="557" y="0"/>
                </a:cubicBezTo>
                <a:cubicBezTo>
                  <a:pt x="574" y="0"/>
                  <a:pt x="589" y="4"/>
                  <a:pt x="603" y="13"/>
                </a:cubicBezTo>
                <a:lnTo>
                  <a:pt x="1066" y="280"/>
                </a:lnTo>
                <a:cubicBezTo>
                  <a:pt x="1081" y="288"/>
                  <a:pt x="1092" y="300"/>
                  <a:pt x="1100" y="314"/>
                </a:cubicBezTo>
                <a:cubicBezTo>
                  <a:pt x="1109" y="328"/>
                  <a:pt x="1113" y="343"/>
                  <a:pt x="1113" y="360"/>
                </a:cubicBezTo>
                <a:lnTo>
                  <a:pt x="1113" y="886"/>
                </a:lnTo>
                <a:cubicBezTo>
                  <a:pt x="1113" y="902"/>
                  <a:pt x="1109" y="917"/>
                  <a:pt x="1100" y="932"/>
                </a:cubicBezTo>
                <a:cubicBezTo>
                  <a:pt x="1092" y="946"/>
                  <a:pt x="1081" y="957"/>
                  <a:pt x="1066" y="966"/>
                </a:cubicBezTo>
                <a:lnTo>
                  <a:pt x="603" y="1233"/>
                </a:lnTo>
                <a:cubicBezTo>
                  <a:pt x="589" y="1241"/>
                  <a:pt x="573" y="1245"/>
                  <a:pt x="557" y="1245"/>
                </a:cubicBezTo>
                <a:cubicBezTo>
                  <a:pt x="540" y="1245"/>
                  <a:pt x="525" y="1241"/>
                  <a:pt x="511" y="1233"/>
                </a:cubicBezTo>
                <a:lnTo>
                  <a:pt x="47" y="966"/>
                </a:lnTo>
                <a:moveTo>
                  <a:pt x="557" y="623"/>
                </a:moveTo>
                <a:lnTo>
                  <a:pt x="557" y="62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803280" y="3643200"/>
            <a:ext cx="155448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 Code</a:t>
            </a:r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824160" y="3938400"/>
            <a:ext cx="146088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 Container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822720" y="4290480"/>
            <a:ext cx="15076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Anthropic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が公開する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715080" y="450000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開発用コンテナの設定例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6672600" y="4776120"/>
            <a:ext cx="1805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つの設定ファイルを読む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717240" y="504288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実機では検証していない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" name=""/>
          <p:cNvSpPr/>
          <p:nvPr/>
        </p:nvSpPr>
        <p:spPr>
          <a:xfrm>
            <a:off x="2761920" y="4181400"/>
            <a:ext cx="153000" cy="19440"/>
          </a:xfrm>
          <a:custGeom>
            <a:avLst/>
            <a:gdLst/>
            <a:ahLst/>
            <a:rect l="0" t="0" r="r" b="b"/>
            <a:pathLst>
              <a:path w="425" h="54">
                <a:moveTo>
                  <a:pt x="0" y="0"/>
                </a:moveTo>
                <a:lnTo>
                  <a:pt x="425" y="0"/>
                </a:lnTo>
                <a:lnTo>
                  <a:pt x="42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2" name=""/>
          <p:cNvSpPr/>
          <p:nvPr/>
        </p:nvSpPr>
        <p:spPr>
          <a:xfrm>
            <a:off x="3190680" y="2904840"/>
            <a:ext cx="2619720" cy="457560"/>
          </a:xfrm>
          <a:custGeom>
            <a:avLst/>
            <a:gdLst/>
            <a:ahLst/>
            <a:rect l="0" t="0" r="r" b="b"/>
            <a:pathLst>
              <a:path w="7277" h="1271">
                <a:moveTo>
                  <a:pt x="0" y="1086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092" y="0"/>
                </a:lnTo>
                <a:cubicBezTo>
                  <a:pt x="7104" y="0"/>
                  <a:pt x="7116" y="1"/>
                  <a:pt x="7128" y="4"/>
                </a:cubicBezTo>
                <a:cubicBezTo>
                  <a:pt x="7140" y="6"/>
                  <a:pt x="7152" y="10"/>
                  <a:pt x="7163" y="14"/>
                </a:cubicBezTo>
                <a:cubicBezTo>
                  <a:pt x="7174" y="19"/>
                  <a:pt x="7185" y="25"/>
                  <a:pt x="7195" y="32"/>
                </a:cubicBezTo>
                <a:cubicBezTo>
                  <a:pt x="7205" y="38"/>
                  <a:pt x="7214" y="46"/>
                  <a:pt x="7223" y="55"/>
                </a:cubicBezTo>
                <a:cubicBezTo>
                  <a:pt x="7231" y="63"/>
                  <a:pt x="7239" y="72"/>
                  <a:pt x="7246" y="83"/>
                </a:cubicBezTo>
                <a:cubicBezTo>
                  <a:pt x="7253" y="93"/>
                  <a:pt x="7258" y="103"/>
                  <a:pt x="7263" y="115"/>
                </a:cubicBezTo>
                <a:cubicBezTo>
                  <a:pt x="7268" y="126"/>
                  <a:pt x="7271" y="137"/>
                  <a:pt x="7274" y="149"/>
                </a:cubicBezTo>
                <a:cubicBezTo>
                  <a:pt x="7276" y="161"/>
                  <a:pt x="7277" y="173"/>
                  <a:pt x="7277" y="186"/>
                </a:cubicBezTo>
                <a:lnTo>
                  <a:pt x="7277" y="1086"/>
                </a:lnTo>
                <a:cubicBezTo>
                  <a:pt x="7277" y="1098"/>
                  <a:pt x="7276" y="1110"/>
                  <a:pt x="7274" y="1122"/>
                </a:cubicBezTo>
                <a:cubicBezTo>
                  <a:pt x="7271" y="1134"/>
                  <a:pt x="7268" y="1146"/>
                  <a:pt x="7263" y="1157"/>
                </a:cubicBezTo>
                <a:cubicBezTo>
                  <a:pt x="7258" y="1168"/>
                  <a:pt x="7253" y="1179"/>
                  <a:pt x="7246" y="1189"/>
                </a:cubicBezTo>
                <a:cubicBezTo>
                  <a:pt x="7239" y="1199"/>
                  <a:pt x="7231" y="1208"/>
                  <a:pt x="7223" y="1217"/>
                </a:cubicBezTo>
                <a:cubicBezTo>
                  <a:pt x="7214" y="1226"/>
                  <a:pt x="7205" y="1233"/>
                  <a:pt x="7195" y="1240"/>
                </a:cubicBezTo>
                <a:cubicBezTo>
                  <a:pt x="7185" y="1247"/>
                  <a:pt x="7174" y="1253"/>
                  <a:pt x="7163" y="1257"/>
                </a:cubicBezTo>
                <a:cubicBezTo>
                  <a:pt x="7152" y="1262"/>
                  <a:pt x="7140" y="1265"/>
                  <a:pt x="7128" y="1268"/>
                </a:cubicBezTo>
                <a:cubicBezTo>
                  <a:pt x="7116" y="1270"/>
                  <a:pt x="7104" y="1271"/>
                  <a:pt x="7092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3" y="1226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9"/>
                  <a:pt x="19" y="1168"/>
                  <a:pt x="14" y="1157"/>
                </a:cubicBezTo>
                <a:cubicBezTo>
                  <a:pt x="9" y="1146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" name=""/>
          <p:cNvSpPr/>
          <p:nvPr/>
        </p:nvSpPr>
        <p:spPr>
          <a:xfrm>
            <a:off x="3190680" y="2904840"/>
            <a:ext cx="2619720" cy="457560"/>
          </a:xfrm>
          <a:custGeom>
            <a:avLst/>
            <a:gdLst/>
            <a:ahLst/>
            <a:rect l="0" t="0" r="r" b="b"/>
            <a:pathLst>
              <a:path w="7277" h="1271">
                <a:moveTo>
                  <a:pt x="0" y="1086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092" y="0"/>
                </a:lnTo>
                <a:cubicBezTo>
                  <a:pt x="7104" y="0"/>
                  <a:pt x="7116" y="1"/>
                  <a:pt x="7128" y="4"/>
                </a:cubicBezTo>
                <a:cubicBezTo>
                  <a:pt x="7140" y="6"/>
                  <a:pt x="7152" y="10"/>
                  <a:pt x="7163" y="14"/>
                </a:cubicBezTo>
                <a:cubicBezTo>
                  <a:pt x="7174" y="19"/>
                  <a:pt x="7185" y="25"/>
                  <a:pt x="7195" y="32"/>
                </a:cubicBezTo>
                <a:cubicBezTo>
                  <a:pt x="7205" y="38"/>
                  <a:pt x="7214" y="46"/>
                  <a:pt x="7223" y="55"/>
                </a:cubicBezTo>
                <a:cubicBezTo>
                  <a:pt x="7231" y="63"/>
                  <a:pt x="7239" y="72"/>
                  <a:pt x="7246" y="83"/>
                </a:cubicBezTo>
                <a:cubicBezTo>
                  <a:pt x="7253" y="93"/>
                  <a:pt x="7258" y="103"/>
                  <a:pt x="7263" y="115"/>
                </a:cubicBezTo>
                <a:cubicBezTo>
                  <a:pt x="7268" y="126"/>
                  <a:pt x="7271" y="137"/>
                  <a:pt x="7274" y="149"/>
                </a:cubicBezTo>
                <a:cubicBezTo>
                  <a:pt x="7276" y="161"/>
                  <a:pt x="7277" y="173"/>
                  <a:pt x="7277" y="186"/>
                </a:cubicBezTo>
                <a:lnTo>
                  <a:pt x="7277" y="1086"/>
                </a:lnTo>
                <a:cubicBezTo>
                  <a:pt x="7277" y="1098"/>
                  <a:pt x="7276" y="1110"/>
                  <a:pt x="7274" y="1122"/>
                </a:cubicBezTo>
                <a:cubicBezTo>
                  <a:pt x="7271" y="1134"/>
                  <a:pt x="7268" y="1146"/>
                  <a:pt x="7263" y="1157"/>
                </a:cubicBezTo>
                <a:cubicBezTo>
                  <a:pt x="7258" y="1168"/>
                  <a:pt x="7253" y="1179"/>
                  <a:pt x="7246" y="1189"/>
                </a:cubicBezTo>
                <a:cubicBezTo>
                  <a:pt x="7239" y="1199"/>
                  <a:pt x="7231" y="1208"/>
                  <a:pt x="7223" y="1217"/>
                </a:cubicBezTo>
                <a:cubicBezTo>
                  <a:pt x="7214" y="1226"/>
                  <a:pt x="7205" y="1233"/>
                  <a:pt x="7195" y="1240"/>
                </a:cubicBezTo>
                <a:cubicBezTo>
                  <a:pt x="7185" y="1247"/>
                  <a:pt x="7174" y="1253"/>
                  <a:pt x="7163" y="1257"/>
                </a:cubicBezTo>
                <a:cubicBezTo>
                  <a:pt x="7152" y="1262"/>
                  <a:pt x="7140" y="1265"/>
                  <a:pt x="7128" y="1268"/>
                </a:cubicBezTo>
                <a:cubicBezTo>
                  <a:pt x="7116" y="1270"/>
                  <a:pt x="7104" y="1271"/>
                  <a:pt x="7092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3" y="1226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9"/>
                  <a:pt x="19" y="1168"/>
                  <a:pt x="14" y="1157"/>
                </a:cubicBezTo>
                <a:cubicBezTo>
                  <a:pt x="9" y="1146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956360" y="556560"/>
            <a:ext cx="3474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管理策 ∕ 有効性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" name=""/>
          <p:cNvSpPr/>
          <p:nvPr/>
        </p:nvSpPr>
        <p:spPr>
          <a:xfrm>
            <a:off x="2914560" y="3133440"/>
            <a:ext cx="19440" cy="352800"/>
          </a:xfrm>
          <a:custGeom>
            <a:avLst/>
            <a:gdLst/>
            <a:ahLst/>
            <a:rect l="0" t="0" r="r" b="b"/>
            <a:pathLst>
              <a:path w="54" h="980">
                <a:moveTo>
                  <a:pt x="0" y="0"/>
                </a:moveTo>
                <a:lnTo>
                  <a:pt x="54" y="0"/>
                </a:lnTo>
                <a:lnTo>
                  <a:pt x="5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6" name=""/>
          <p:cNvSpPr/>
          <p:nvPr/>
        </p:nvSpPr>
        <p:spPr>
          <a:xfrm>
            <a:off x="2914560" y="31240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7" name=""/>
          <p:cNvSpPr/>
          <p:nvPr/>
        </p:nvSpPr>
        <p:spPr>
          <a:xfrm>
            <a:off x="3085920" y="3076560"/>
            <a:ext cx="95760" cy="114480"/>
          </a:xfrm>
          <a:custGeom>
            <a:avLst/>
            <a:gdLst/>
            <a:ahLst/>
            <a:rect l="0" t="0" r="r" b="b"/>
            <a:pathLst>
              <a:path w="266" h="318">
                <a:moveTo>
                  <a:pt x="0" y="0"/>
                </a:moveTo>
                <a:lnTo>
                  <a:pt x="0" y="318"/>
                </a:lnTo>
                <a:lnTo>
                  <a:pt x="266" y="15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8" name=""/>
          <p:cNvSpPr/>
          <p:nvPr/>
        </p:nvSpPr>
        <p:spPr>
          <a:xfrm>
            <a:off x="3190680" y="3609720"/>
            <a:ext cx="2619720" cy="457560"/>
          </a:xfrm>
          <a:custGeom>
            <a:avLst/>
            <a:gdLst/>
            <a:ahLst/>
            <a:rect l="0" t="0" r="r" b="b"/>
            <a:pathLst>
              <a:path w="7277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092" y="0"/>
                </a:lnTo>
                <a:cubicBezTo>
                  <a:pt x="7104" y="0"/>
                  <a:pt x="7116" y="1"/>
                  <a:pt x="7128" y="4"/>
                </a:cubicBezTo>
                <a:cubicBezTo>
                  <a:pt x="7140" y="6"/>
                  <a:pt x="7152" y="10"/>
                  <a:pt x="7163" y="14"/>
                </a:cubicBezTo>
                <a:cubicBezTo>
                  <a:pt x="7174" y="19"/>
                  <a:pt x="7185" y="25"/>
                  <a:pt x="7195" y="31"/>
                </a:cubicBezTo>
                <a:cubicBezTo>
                  <a:pt x="7205" y="38"/>
                  <a:pt x="7214" y="46"/>
                  <a:pt x="7223" y="54"/>
                </a:cubicBezTo>
                <a:cubicBezTo>
                  <a:pt x="7231" y="63"/>
                  <a:pt x="7239" y="72"/>
                  <a:pt x="7246" y="83"/>
                </a:cubicBezTo>
                <a:cubicBezTo>
                  <a:pt x="7253" y="93"/>
                  <a:pt x="7258" y="103"/>
                  <a:pt x="7263" y="115"/>
                </a:cubicBezTo>
                <a:cubicBezTo>
                  <a:pt x="7268" y="126"/>
                  <a:pt x="7271" y="137"/>
                  <a:pt x="7274" y="149"/>
                </a:cubicBezTo>
                <a:cubicBezTo>
                  <a:pt x="7276" y="161"/>
                  <a:pt x="7277" y="173"/>
                  <a:pt x="7277" y="185"/>
                </a:cubicBezTo>
                <a:lnTo>
                  <a:pt x="7277" y="1086"/>
                </a:lnTo>
                <a:cubicBezTo>
                  <a:pt x="7277" y="1098"/>
                  <a:pt x="7276" y="1110"/>
                  <a:pt x="7274" y="1122"/>
                </a:cubicBezTo>
                <a:cubicBezTo>
                  <a:pt x="7271" y="1134"/>
                  <a:pt x="7268" y="1146"/>
                  <a:pt x="7263" y="1157"/>
                </a:cubicBezTo>
                <a:cubicBezTo>
                  <a:pt x="7258" y="1168"/>
                  <a:pt x="7253" y="1179"/>
                  <a:pt x="7246" y="1189"/>
                </a:cubicBezTo>
                <a:cubicBezTo>
                  <a:pt x="7239" y="1199"/>
                  <a:pt x="7231" y="1208"/>
                  <a:pt x="7223" y="1217"/>
                </a:cubicBezTo>
                <a:cubicBezTo>
                  <a:pt x="7214" y="1226"/>
                  <a:pt x="7205" y="1233"/>
                  <a:pt x="7195" y="1240"/>
                </a:cubicBezTo>
                <a:cubicBezTo>
                  <a:pt x="7185" y="1247"/>
                  <a:pt x="7174" y="1252"/>
                  <a:pt x="7163" y="1257"/>
                </a:cubicBezTo>
                <a:cubicBezTo>
                  <a:pt x="7152" y="1262"/>
                  <a:pt x="7140" y="1265"/>
                  <a:pt x="7128" y="1268"/>
                </a:cubicBezTo>
                <a:cubicBezTo>
                  <a:pt x="7116" y="1270"/>
                  <a:pt x="7104" y="1271"/>
                  <a:pt x="7092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2"/>
                  <a:pt x="92" y="1247"/>
                  <a:pt x="82" y="1240"/>
                </a:cubicBezTo>
                <a:cubicBezTo>
                  <a:pt x="72" y="1233"/>
                  <a:pt x="63" y="1226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9"/>
                  <a:pt x="19" y="1168"/>
                  <a:pt x="14" y="1157"/>
                </a:cubicBezTo>
                <a:cubicBezTo>
                  <a:pt x="9" y="1146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" name=""/>
          <p:cNvSpPr/>
          <p:nvPr/>
        </p:nvSpPr>
        <p:spPr>
          <a:xfrm>
            <a:off x="3190680" y="3609720"/>
            <a:ext cx="2619720" cy="457560"/>
          </a:xfrm>
          <a:custGeom>
            <a:avLst/>
            <a:gdLst/>
            <a:ahLst/>
            <a:rect l="0" t="0" r="r" b="b"/>
            <a:pathLst>
              <a:path w="7277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092" y="0"/>
                </a:lnTo>
                <a:cubicBezTo>
                  <a:pt x="7104" y="0"/>
                  <a:pt x="7116" y="1"/>
                  <a:pt x="7128" y="4"/>
                </a:cubicBezTo>
                <a:cubicBezTo>
                  <a:pt x="7140" y="6"/>
                  <a:pt x="7152" y="10"/>
                  <a:pt x="7163" y="14"/>
                </a:cubicBezTo>
                <a:cubicBezTo>
                  <a:pt x="7174" y="19"/>
                  <a:pt x="7185" y="25"/>
                  <a:pt x="7195" y="31"/>
                </a:cubicBezTo>
                <a:cubicBezTo>
                  <a:pt x="7205" y="38"/>
                  <a:pt x="7214" y="46"/>
                  <a:pt x="7223" y="54"/>
                </a:cubicBezTo>
                <a:cubicBezTo>
                  <a:pt x="7231" y="63"/>
                  <a:pt x="7239" y="72"/>
                  <a:pt x="7246" y="83"/>
                </a:cubicBezTo>
                <a:cubicBezTo>
                  <a:pt x="7253" y="93"/>
                  <a:pt x="7258" y="103"/>
                  <a:pt x="7263" y="115"/>
                </a:cubicBezTo>
                <a:cubicBezTo>
                  <a:pt x="7268" y="126"/>
                  <a:pt x="7271" y="137"/>
                  <a:pt x="7274" y="149"/>
                </a:cubicBezTo>
                <a:cubicBezTo>
                  <a:pt x="7276" y="161"/>
                  <a:pt x="7277" y="173"/>
                  <a:pt x="7277" y="185"/>
                </a:cubicBezTo>
                <a:lnTo>
                  <a:pt x="7277" y="1086"/>
                </a:lnTo>
                <a:cubicBezTo>
                  <a:pt x="7277" y="1098"/>
                  <a:pt x="7276" y="1110"/>
                  <a:pt x="7274" y="1122"/>
                </a:cubicBezTo>
                <a:cubicBezTo>
                  <a:pt x="7271" y="1134"/>
                  <a:pt x="7268" y="1146"/>
                  <a:pt x="7263" y="1157"/>
                </a:cubicBezTo>
                <a:cubicBezTo>
                  <a:pt x="7258" y="1168"/>
                  <a:pt x="7253" y="1179"/>
                  <a:pt x="7246" y="1189"/>
                </a:cubicBezTo>
                <a:cubicBezTo>
                  <a:pt x="7239" y="1199"/>
                  <a:pt x="7231" y="1208"/>
                  <a:pt x="7223" y="1217"/>
                </a:cubicBezTo>
                <a:cubicBezTo>
                  <a:pt x="7214" y="1226"/>
                  <a:pt x="7205" y="1233"/>
                  <a:pt x="7195" y="1240"/>
                </a:cubicBezTo>
                <a:cubicBezTo>
                  <a:pt x="7185" y="1247"/>
                  <a:pt x="7174" y="1252"/>
                  <a:pt x="7163" y="1257"/>
                </a:cubicBezTo>
                <a:cubicBezTo>
                  <a:pt x="7152" y="1262"/>
                  <a:pt x="7140" y="1265"/>
                  <a:pt x="7128" y="1268"/>
                </a:cubicBezTo>
                <a:cubicBezTo>
                  <a:pt x="7116" y="1270"/>
                  <a:pt x="7104" y="1271"/>
                  <a:pt x="7092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2"/>
                  <a:pt x="92" y="1247"/>
                  <a:pt x="82" y="1240"/>
                </a:cubicBezTo>
                <a:cubicBezTo>
                  <a:pt x="72" y="1233"/>
                  <a:pt x="63" y="1226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9"/>
                  <a:pt x="19" y="1168"/>
                  <a:pt x="14" y="1157"/>
                </a:cubicBezTo>
                <a:cubicBezTo>
                  <a:pt x="9" y="1146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333240" y="2989080"/>
            <a:ext cx="1927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ASI01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目標の乗っ取り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" name=""/>
          <p:cNvSpPr/>
          <p:nvPr/>
        </p:nvSpPr>
        <p:spPr>
          <a:xfrm>
            <a:off x="2914560" y="3485880"/>
            <a:ext cx="19440" cy="705240"/>
          </a:xfrm>
          <a:custGeom>
            <a:avLst/>
            <a:gdLst/>
            <a:ahLst/>
            <a:rect l="0" t="0" r="r" b="b"/>
            <a:pathLst>
              <a:path w="54" h="1959">
                <a:moveTo>
                  <a:pt x="0" y="0"/>
                </a:moveTo>
                <a:lnTo>
                  <a:pt x="54" y="0"/>
                </a:lnTo>
                <a:lnTo>
                  <a:pt x="54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2" name=""/>
          <p:cNvSpPr/>
          <p:nvPr/>
        </p:nvSpPr>
        <p:spPr>
          <a:xfrm>
            <a:off x="2914560" y="382896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3" name=""/>
          <p:cNvSpPr/>
          <p:nvPr/>
        </p:nvSpPr>
        <p:spPr>
          <a:xfrm>
            <a:off x="3085920" y="378108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4" name=""/>
          <p:cNvSpPr/>
          <p:nvPr/>
        </p:nvSpPr>
        <p:spPr>
          <a:xfrm>
            <a:off x="3190680" y="4314600"/>
            <a:ext cx="2619720" cy="457560"/>
          </a:xfrm>
          <a:custGeom>
            <a:avLst/>
            <a:gdLst/>
            <a:ahLst/>
            <a:rect l="0" t="0" r="r" b="b"/>
            <a:pathLst>
              <a:path w="7277" h="1271">
                <a:moveTo>
                  <a:pt x="0" y="1086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7"/>
                  <a:pt x="14" y="115"/>
                </a:cubicBezTo>
                <a:cubicBezTo>
                  <a:pt x="19" y="104"/>
                  <a:pt x="24" y="94"/>
                  <a:pt x="31" y="83"/>
                </a:cubicBezTo>
                <a:cubicBezTo>
                  <a:pt x="38" y="73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092" y="0"/>
                </a:lnTo>
                <a:cubicBezTo>
                  <a:pt x="7104" y="0"/>
                  <a:pt x="7116" y="1"/>
                  <a:pt x="7128" y="4"/>
                </a:cubicBezTo>
                <a:cubicBezTo>
                  <a:pt x="7140" y="6"/>
                  <a:pt x="7152" y="10"/>
                  <a:pt x="7163" y="14"/>
                </a:cubicBezTo>
                <a:cubicBezTo>
                  <a:pt x="7174" y="19"/>
                  <a:pt x="7185" y="25"/>
                  <a:pt x="7195" y="31"/>
                </a:cubicBezTo>
                <a:cubicBezTo>
                  <a:pt x="7205" y="38"/>
                  <a:pt x="7214" y="46"/>
                  <a:pt x="7223" y="54"/>
                </a:cubicBezTo>
                <a:cubicBezTo>
                  <a:pt x="7231" y="63"/>
                  <a:pt x="7239" y="73"/>
                  <a:pt x="7246" y="83"/>
                </a:cubicBezTo>
                <a:cubicBezTo>
                  <a:pt x="7253" y="94"/>
                  <a:pt x="7258" y="104"/>
                  <a:pt x="7263" y="115"/>
                </a:cubicBezTo>
                <a:cubicBezTo>
                  <a:pt x="7268" y="127"/>
                  <a:pt x="7271" y="138"/>
                  <a:pt x="7274" y="150"/>
                </a:cubicBezTo>
                <a:cubicBezTo>
                  <a:pt x="7276" y="162"/>
                  <a:pt x="7277" y="174"/>
                  <a:pt x="7277" y="186"/>
                </a:cubicBezTo>
                <a:lnTo>
                  <a:pt x="7277" y="1086"/>
                </a:lnTo>
                <a:cubicBezTo>
                  <a:pt x="7277" y="1098"/>
                  <a:pt x="7276" y="1110"/>
                  <a:pt x="7274" y="1122"/>
                </a:cubicBezTo>
                <a:cubicBezTo>
                  <a:pt x="7271" y="1134"/>
                  <a:pt x="7268" y="1146"/>
                  <a:pt x="7263" y="1157"/>
                </a:cubicBezTo>
                <a:cubicBezTo>
                  <a:pt x="7258" y="1168"/>
                  <a:pt x="7253" y="1179"/>
                  <a:pt x="7246" y="1189"/>
                </a:cubicBezTo>
                <a:cubicBezTo>
                  <a:pt x="7239" y="1199"/>
                  <a:pt x="7231" y="1208"/>
                  <a:pt x="7223" y="1217"/>
                </a:cubicBezTo>
                <a:cubicBezTo>
                  <a:pt x="7214" y="1225"/>
                  <a:pt x="7205" y="1233"/>
                  <a:pt x="7195" y="1240"/>
                </a:cubicBezTo>
                <a:cubicBezTo>
                  <a:pt x="7185" y="1247"/>
                  <a:pt x="7174" y="1252"/>
                  <a:pt x="7163" y="1257"/>
                </a:cubicBezTo>
                <a:cubicBezTo>
                  <a:pt x="7152" y="1262"/>
                  <a:pt x="7140" y="1265"/>
                  <a:pt x="7128" y="1268"/>
                </a:cubicBezTo>
                <a:cubicBezTo>
                  <a:pt x="7116" y="1270"/>
                  <a:pt x="7104" y="1271"/>
                  <a:pt x="7092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2"/>
                  <a:pt x="92" y="1247"/>
                  <a:pt x="82" y="1240"/>
                </a:cubicBezTo>
                <a:cubicBezTo>
                  <a:pt x="72" y="1233"/>
                  <a:pt x="63" y="1225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9"/>
                  <a:pt x="19" y="1168"/>
                  <a:pt x="14" y="1157"/>
                </a:cubicBezTo>
                <a:cubicBezTo>
                  <a:pt x="9" y="1146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" name=""/>
          <p:cNvSpPr/>
          <p:nvPr/>
        </p:nvSpPr>
        <p:spPr>
          <a:xfrm>
            <a:off x="3190680" y="4314600"/>
            <a:ext cx="2619720" cy="457560"/>
          </a:xfrm>
          <a:custGeom>
            <a:avLst/>
            <a:gdLst/>
            <a:ahLst/>
            <a:rect l="0" t="0" r="r" b="b"/>
            <a:pathLst>
              <a:path w="7277" h="1271">
                <a:moveTo>
                  <a:pt x="0" y="1086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7"/>
                  <a:pt x="14" y="115"/>
                </a:cubicBezTo>
                <a:cubicBezTo>
                  <a:pt x="19" y="104"/>
                  <a:pt x="24" y="94"/>
                  <a:pt x="31" y="83"/>
                </a:cubicBezTo>
                <a:cubicBezTo>
                  <a:pt x="38" y="73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092" y="0"/>
                </a:lnTo>
                <a:cubicBezTo>
                  <a:pt x="7104" y="0"/>
                  <a:pt x="7116" y="1"/>
                  <a:pt x="7128" y="4"/>
                </a:cubicBezTo>
                <a:cubicBezTo>
                  <a:pt x="7140" y="6"/>
                  <a:pt x="7152" y="10"/>
                  <a:pt x="7163" y="14"/>
                </a:cubicBezTo>
                <a:cubicBezTo>
                  <a:pt x="7174" y="19"/>
                  <a:pt x="7185" y="25"/>
                  <a:pt x="7195" y="31"/>
                </a:cubicBezTo>
                <a:cubicBezTo>
                  <a:pt x="7205" y="38"/>
                  <a:pt x="7214" y="46"/>
                  <a:pt x="7223" y="54"/>
                </a:cubicBezTo>
                <a:cubicBezTo>
                  <a:pt x="7231" y="63"/>
                  <a:pt x="7239" y="73"/>
                  <a:pt x="7246" y="83"/>
                </a:cubicBezTo>
                <a:cubicBezTo>
                  <a:pt x="7253" y="94"/>
                  <a:pt x="7258" y="104"/>
                  <a:pt x="7263" y="115"/>
                </a:cubicBezTo>
                <a:cubicBezTo>
                  <a:pt x="7268" y="127"/>
                  <a:pt x="7271" y="138"/>
                  <a:pt x="7274" y="150"/>
                </a:cubicBezTo>
                <a:cubicBezTo>
                  <a:pt x="7276" y="162"/>
                  <a:pt x="7277" y="174"/>
                  <a:pt x="7277" y="186"/>
                </a:cubicBezTo>
                <a:lnTo>
                  <a:pt x="7277" y="1086"/>
                </a:lnTo>
                <a:cubicBezTo>
                  <a:pt x="7277" y="1098"/>
                  <a:pt x="7276" y="1110"/>
                  <a:pt x="7274" y="1122"/>
                </a:cubicBezTo>
                <a:cubicBezTo>
                  <a:pt x="7271" y="1134"/>
                  <a:pt x="7268" y="1146"/>
                  <a:pt x="7263" y="1157"/>
                </a:cubicBezTo>
                <a:cubicBezTo>
                  <a:pt x="7258" y="1168"/>
                  <a:pt x="7253" y="1179"/>
                  <a:pt x="7246" y="1189"/>
                </a:cubicBezTo>
                <a:cubicBezTo>
                  <a:pt x="7239" y="1199"/>
                  <a:pt x="7231" y="1208"/>
                  <a:pt x="7223" y="1217"/>
                </a:cubicBezTo>
                <a:cubicBezTo>
                  <a:pt x="7214" y="1225"/>
                  <a:pt x="7205" y="1233"/>
                  <a:pt x="7195" y="1240"/>
                </a:cubicBezTo>
                <a:cubicBezTo>
                  <a:pt x="7185" y="1247"/>
                  <a:pt x="7174" y="1252"/>
                  <a:pt x="7163" y="1257"/>
                </a:cubicBezTo>
                <a:cubicBezTo>
                  <a:pt x="7152" y="1262"/>
                  <a:pt x="7140" y="1265"/>
                  <a:pt x="7128" y="1268"/>
                </a:cubicBezTo>
                <a:cubicBezTo>
                  <a:pt x="7116" y="1270"/>
                  <a:pt x="7104" y="1271"/>
                  <a:pt x="7092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2"/>
                  <a:pt x="92" y="1247"/>
                  <a:pt x="82" y="1240"/>
                </a:cubicBezTo>
                <a:cubicBezTo>
                  <a:pt x="72" y="1233"/>
                  <a:pt x="63" y="1225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9"/>
                  <a:pt x="19" y="1168"/>
                  <a:pt x="14" y="1157"/>
                </a:cubicBezTo>
                <a:cubicBezTo>
                  <a:pt x="9" y="1146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3333240" y="3693960"/>
            <a:ext cx="1736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ASI02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ツールの悪用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" name=""/>
          <p:cNvSpPr/>
          <p:nvPr/>
        </p:nvSpPr>
        <p:spPr>
          <a:xfrm>
            <a:off x="2914560" y="4190760"/>
            <a:ext cx="19440" cy="705240"/>
          </a:xfrm>
          <a:custGeom>
            <a:avLst/>
            <a:gdLst/>
            <a:ahLst/>
            <a:rect l="0" t="0" r="r" b="b"/>
            <a:pathLst>
              <a:path w="54" h="1959">
                <a:moveTo>
                  <a:pt x="0" y="0"/>
                </a:moveTo>
                <a:lnTo>
                  <a:pt x="54" y="0"/>
                </a:lnTo>
                <a:lnTo>
                  <a:pt x="54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8" name=""/>
          <p:cNvSpPr/>
          <p:nvPr/>
        </p:nvSpPr>
        <p:spPr>
          <a:xfrm>
            <a:off x="2914560" y="453384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9" name=""/>
          <p:cNvSpPr/>
          <p:nvPr/>
        </p:nvSpPr>
        <p:spPr>
          <a:xfrm>
            <a:off x="3085920" y="448596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0" name=""/>
          <p:cNvSpPr/>
          <p:nvPr/>
        </p:nvSpPr>
        <p:spPr>
          <a:xfrm>
            <a:off x="3190680" y="5019480"/>
            <a:ext cx="2619720" cy="457560"/>
          </a:xfrm>
          <a:custGeom>
            <a:avLst/>
            <a:gdLst/>
            <a:ahLst/>
            <a:rect l="0" t="0" r="r" b="b"/>
            <a:pathLst>
              <a:path w="7277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092" y="0"/>
                </a:lnTo>
                <a:cubicBezTo>
                  <a:pt x="7104" y="0"/>
                  <a:pt x="7116" y="1"/>
                  <a:pt x="7128" y="4"/>
                </a:cubicBezTo>
                <a:cubicBezTo>
                  <a:pt x="7140" y="6"/>
                  <a:pt x="7152" y="9"/>
                  <a:pt x="7163" y="14"/>
                </a:cubicBezTo>
                <a:cubicBezTo>
                  <a:pt x="7174" y="19"/>
                  <a:pt x="7185" y="24"/>
                  <a:pt x="7195" y="31"/>
                </a:cubicBezTo>
                <a:cubicBezTo>
                  <a:pt x="7205" y="38"/>
                  <a:pt x="7214" y="46"/>
                  <a:pt x="7223" y="54"/>
                </a:cubicBezTo>
                <a:cubicBezTo>
                  <a:pt x="7231" y="63"/>
                  <a:pt x="7239" y="72"/>
                  <a:pt x="7246" y="82"/>
                </a:cubicBezTo>
                <a:cubicBezTo>
                  <a:pt x="7253" y="92"/>
                  <a:pt x="7258" y="103"/>
                  <a:pt x="7263" y="114"/>
                </a:cubicBezTo>
                <a:cubicBezTo>
                  <a:pt x="7268" y="126"/>
                  <a:pt x="7271" y="137"/>
                  <a:pt x="7274" y="149"/>
                </a:cubicBezTo>
                <a:cubicBezTo>
                  <a:pt x="7276" y="161"/>
                  <a:pt x="7277" y="173"/>
                  <a:pt x="7277" y="185"/>
                </a:cubicBezTo>
                <a:lnTo>
                  <a:pt x="7277" y="1086"/>
                </a:lnTo>
                <a:cubicBezTo>
                  <a:pt x="7277" y="1098"/>
                  <a:pt x="7276" y="1110"/>
                  <a:pt x="7274" y="1122"/>
                </a:cubicBezTo>
                <a:cubicBezTo>
                  <a:pt x="7271" y="1134"/>
                  <a:pt x="7268" y="1145"/>
                  <a:pt x="7263" y="1157"/>
                </a:cubicBezTo>
                <a:cubicBezTo>
                  <a:pt x="7258" y="1168"/>
                  <a:pt x="7253" y="1179"/>
                  <a:pt x="7246" y="1189"/>
                </a:cubicBezTo>
                <a:cubicBezTo>
                  <a:pt x="7239" y="1199"/>
                  <a:pt x="7231" y="1208"/>
                  <a:pt x="7223" y="1217"/>
                </a:cubicBezTo>
                <a:cubicBezTo>
                  <a:pt x="7214" y="1225"/>
                  <a:pt x="7205" y="1233"/>
                  <a:pt x="7195" y="1240"/>
                </a:cubicBezTo>
                <a:cubicBezTo>
                  <a:pt x="7185" y="1247"/>
                  <a:pt x="7174" y="1252"/>
                  <a:pt x="7163" y="1257"/>
                </a:cubicBezTo>
                <a:cubicBezTo>
                  <a:pt x="7152" y="1262"/>
                  <a:pt x="7140" y="1265"/>
                  <a:pt x="7128" y="1267"/>
                </a:cubicBezTo>
                <a:cubicBezTo>
                  <a:pt x="7116" y="1270"/>
                  <a:pt x="7104" y="1271"/>
                  <a:pt x="7092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2"/>
                  <a:pt x="92" y="1247"/>
                  <a:pt x="82" y="1240"/>
                </a:cubicBezTo>
                <a:cubicBezTo>
                  <a:pt x="72" y="1233"/>
                  <a:pt x="63" y="1225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9"/>
                  <a:pt x="19" y="1168"/>
                  <a:pt x="14" y="1157"/>
                </a:cubicBezTo>
                <a:cubicBezTo>
                  <a:pt x="9" y="1145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" name=""/>
          <p:cNvSpPr/>
          <p:nvPr/>
        </p:nvSpPr>
        <p:spPr>
          <a:xfrm>
            <a:off x="3190680" y="5019480"/>
            <a:ext cx="2619720" cy="457560"/>
          </a:xfrm>
          <a:custGeom>
            <a:avLst/>
            <a:gdLst/>
            <a:ahLst/>
            <a:rect l="0" t="0" r="r" b="b"/>
            <a:pathLst>
              <a:path w="7277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092" y="0"/>
                </a:lnTo>
                <a:cubicBezTo>
                  <a:pt x="7104" y="0"/>
                  <a:pt x="7116" y="1"/>
                  <a:pt x="7128" y="4"/>
                </a:cubicBezTo>
                <a:cubicBezTo>
                  <a:pt x="7140" y="6"/>
                  <a:pt x="7152" y="9"/>
                  <a:pt x="7163" y="14"/>
                </a:cubicBezTo>
                <a:cubicBezTo>
                  <a:pt x="7174" y="19"/>
                  <a:pt x="7185" y="24"/>
                  <a:pt x="7195" y="31"/>
                </a:cubicBezTo>
                <a:cubicBezTo>
                  <a:pt x="7205" y="38"/>
                  <a:pt x="7214" y="46"/>
                  <a:pt x="7223" y="54"/>
                </a:cubicBezTo>
                <a:cubicBezTo>
                  <a:pt x="7231" y="63"/>
                  <a:pt x="7239" y="72"/>
                  <a:pt x="7246" y="82"/>
                </a:cubicBezTo>
                <a:cubicBezTo>
                  <a:pt x="7253" y="92"/>
                  <a:pt x="7258" y="103"/>
                  <a:pt x="7263" y="114"/>
                </a:cubicBezTo>
                <a:cubicBezTo>
                  <a:pt x="7268" y="126"/>
                  <a:pt x="7271" y="137"/>
                  <a:pt x="7274" y="149"/>
                </a:cubicBezTo>
                <a:cubicBezTo>
                  <a:pt x="7276" y="161"/>
                  <a:pt x="7277" y="173"/>
                  <a:pt x="7277" y="185"/>
                </a:cubicBezTo>
                <a:lnTo>
                  <a:pt x="7277" y="1086"/>
                </a:lnTo>
                <a:cubicBezTo>
                  <a:pt x="7277" y="1098"/>
                  <a:pt x="7276" y="1110"/>
                  <a:pt x="7274" y="1122"/>
                </a:cubicBezTo>
                <a:cubicBezTo>
                  <a:pt x="7271" y="1134"/>
                  <a:pt x="7268" y="1145"/>
                  <a:pt x="7263" y="1157"/>
                </a:cubicBezTo>
                <a:cubicBezTo>
                  <a:pt x="7258" y="1168"/>
                  <a:pt x="7253" y="1179"/>
                  <a:pt x="7246" y="1189"/>
                </a:cubicBezTo>
                <a:cubicBezTo>
                  <a:pt x="7239" y="1199"/>
                  <a:pt x="7231" y="1208"/>
                  <a:pt x="7223" y="1217"/>
                </a:cubicBezTo>
                <a:cubicBezTo>
                  <a:pt x="7214" y="1225"/>
                  <a:pt x="7205" y="1233"/>
                  <a:pt x="7195" y="1240"/>
                </a:cubicBezTo>
                <a:cubicBezTo>
                  <a:pt x="7185" y="1247"/>
                  <a:pt x="7174" y="1252"/>
                  <a:pt x="7163" y="1257"/>
                </a:cubicBezTo>
                <a:cubicBezTo>
                  <a:pt x="7152" y="1262"/>
                  <a:pt x="7140" y="1265"/>
                  <a:pt x="7128" y="1267"/>
                </a:cubicBezTo>
                <a:cubicBezTo>
                  <a:pt x="7116" y="1270"/>
                  <a:pt x="7104" y="1271"/>
                  <a:pt x="7092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2"/>
                  <a:pt x="92" y="1247"/>
                  <a:pt x="82" y="1240"/>
                </a:cubicBezTo>
                <a:cubicBezTo>
                  <a:pt x="72" y="1233"/>
                  <a:pt x="63" y="1225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9"/>
                  <a:pt x="19" y="1168"/>
                  <a:pt x="14" y="1157"/>
                </a:cubicBezTo>
                <a:cubicBezTo>
                  <a:pt x="9" y="1145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333240" y="4398480"/>
            <a:ext cx="2117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ASI03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身元と権限の悪用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" name=""/>
          <p:cNvSpPr/>
          <p:nvPr/>
        </p:nvSpPr>
        <p:spPr>
          <a:xfrm>
            <a:off x="2914560" y="4895640"/>
            <a:ext cx="19440" cy="352800"/>
          </a:xfrm>
          <a:custGeom>
            <a:avLst/>
            <a:gdLst/>
            <a:ahLst/>
            <a:rect l="0" t="0" r="r" b="b"/>
            <a:pathLst>
              <a:path w="54" h="980">
                <a:moveTo>
                  <a:pt x="0" y="0"/>
                </a:moveTo>
                <a:lnTo>
                  <a:pt x="54" y="0"/>
                </a:lnTo>
                <a:lnTo>
                  <a:pt x="54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4" name=""/>
          <p:cNvSpPr/>
          <p:nvPr/>
        </p:nvSpPr>
        <p:spPr>
          <a:xfrm>
            <a:off x="2914560" y="5238720"/>
            <a:ext cx="267120" cy="19080"/>
          </a:xfrm>
          <a:custGeom>
            <a:avLst/>
            <a:gdLst/>
            <a:ahLst/>
            <a:rect l="0" t="0" r="r" b="b"/>
            <a:pathLst>
              <a:path w="742" h="53">
                <a:moveTo>
                  <a:pt x="0" y="0"/>
                </a:moveTo>
                <a:lnTo>
                  <a:pt x="742" y="0"/>
                </a:lnTo>
                <a:lnTo>
                  <a:pt x="742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5" name=""/>
          <p:cNvSpPr/>
          <p:nvPr/>
        </p:nvSpPr>
        <p:spPr>
          <a:xfrm>
            <a:off x="3085920" y="519084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6" name=""/>
          <p:cNvSpPr/>
          <p:nvPr/>
        </p:nvSpPr>
        <p:spPr>
          <a:xfrm>
            <a:off x="8581680" y="4181400"/>
            <a:ext cx="153000" cy="19440"/>
          </a:xfrm>
          <a:custGeom>
            <a:avLst/>
            <a:gdLst/>
            <a:ahLst/>
            <a:rect l="0" t="0" r="r" b="b"/>
            <a:pathLst>
              <a:path w="425" h="54">
                <a:moveTo>
                  <a:pt x="0" y="0"/>
                </a:moveTo>
                <a:lnTo>
                  <a:pt x="425" y="0"/>
                </a:lnTo>
                <a:lnTo>
                  <a:pt x="42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7" name=""/>
          <p:cNvSpPr/>
          <p:nvPr/>
        </p:nvSpPr>
        <p:spPr>
          <a:xfrm>
            <a:off x="9010440" y="2866680"/>
            <a:ext cx="2286360" cy="476640"/>
          </a:xfrm>
          <a:custGeom>
            <a:avLst/>
            <a:gdLst/>
            <a:ahLst/>
            <a:rect l="0" t="0" r="r" b="b"/>
            <a:pathLst>
              <a:path w="6351" h="1324">
                <a:moveTo>
                  <a:pt x="0" y="1139"/>
                </a:moveTo>
                <a:lnTo>
                  <a:pt x="0" y="186"/>
                </a:lnTo>
                <a:cubicBezTo>
                  <a:pt x="0" y="174"/>
                  <a:pt x="1" y="161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6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5" y="63"/>
                  <a:pt x="6313" y="73"/>
                  <a:pt x="6320" y="83"/>
                </a:cubicBezTo>
                <a:cubicBezTo>
                  <a:pt x="6327" y="93"/>
                  <a:pt x="6332" y="104"/>
                  <a:pt x="6337" y="115"/>
                </a:cubicBezTo>
                <a:cubicBezTo>
                  <a:pt x="6342" y="126"/>
                  <a:pt x="6345" y="138"/>
                  <a:pt x="6348" y="150"/>
                </a:cubicBezTo>
                <a:cubicBezTo>
                  <a:pt x="6350" y="161"/>
                  <a:pt x="6351" y="174"/>
                  <a:pt x="6351" y="186"/>
                </a:cubicBezTo>
                <a:lnTo>
                  <a:pt x="6351" y="1139"/>
                </a:lnTo>
                <a:cubicBezTo>
                  <a:pt x="6351" y="1151"/>
                  <a:pt x="6350" y="1163"/>
                  <a:pt x="6348" y="1175"/>
                </a:cubicBezTo>
                <a:cubicBezTo>
                  <a:pt x="6345" y="1187"/>
                  <a:pt x="6342" y="1199"/>
                  <a:pt x="6337" y="1210"/>
                </a:cubicBezTo>
                <a:cubicBezTo>
                  <a:pt x="6332" y="1221"/>
                  <a:pt x="6327" y="1232"/>
                  <a:pt x="6320" y="1242"/>
                </a:cubicBezTo>
                <a:cubicBezTo>
                  <a:pt x="6313" y="1252"/>
                  <a:pt x="6305" y="1262"/>
                  <a:pt x="6297" y="1270"/>
                </a:cubicBezTo>
                <a:cubicBezTo>
                  <a:pt x="6288" y="1279"/>
                  <a:pt x="6279" y="1286"/>
                  <a:pt x="6269" y="1293"/>
                </a:cubicBezTo>
                <a:cubicBezTo>
                  <a:pt x="6259" y="1300"/>
                  <a:pt x="6248" y="1306"/>
                  <a:pt x="6237" y="1310"/>
                </a:cubicBezTo>
                <a:cubicBezTo>
                  <a:pt x="6226" y="1315"/>
                  <a:pt x="6214" y="1318"/>
                  <a:pt x="6202" y="1321"/>
                </a:cubicBezTo>
                <a:cubicBezTo>
                  <a:pt x="6190" y="1323"/>
                  <a:pt x="6178" y="1324"/>
                  <a:pt x="6166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6" y="1315"/>
                  <a:pt x="114" y="1310"/>
                </a:cubicBezTo>
                <a:cubicBezTo>
                  <a:pt x="103" y="1306"/>
                  <a:pt x="93" y="1300"/>
                  <a:pt x="82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6" y="1262"/>
                  <a:pt x="38" y="1252"/>
                  <a:pt x="31" y="1242"/>
                </a:cubicBezTo>
                <a:cubicBezTo>
                  <a:pt x="25" y="1232"/>
                  <a:pt x="19" y="1221"/>
                  <a:pt x="14" y="1210"/>
                </a:cubicBezTo>
                <a:cubicBezTo>
                  <a:pt x="10" y="1199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" name=""/>
          <p:cNvSpPr/>
          <p:nvPr/>
        </p:nvSpPr>
        <p:spPr>
          <a:xfrm>
            <a:off x="9010440" y="2866680"/>
            <a:ext cx="2286360" cy="476640"/>
          </a:xfrm>
          <a:custGeom>
            <a:avLst/>
            <a:gdLst/>
            <a:ahLst/>
            <a:rect l="0" t="0" r="r" b="b"/>
            <a:pathLst>
              <a:path w="6351" h="1324">
                <a:moveTo>
                  <a:pt x="0" y="1139"/>
                </a:moveTo>
                <a:lnTo>
                  <a:pt x="0" y="186"/>
                </a:lnTo>
                <a:cubicBezTo>
                  <a:pt x="0" y="174"/>
                  <a:pt x="1" y="161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6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5" y="63"/>
                  <a:pt x="6313" y="73"/>
                  <a:pt x="6320" y="83"/>
                </a:cubicBezTo>
                <a:cubicBezTo>
                  <a:pt x="6327" y="93"/>
                  <a:pt x="6332" y="104"/>
                  <a:pt x="6337" y="115"/>
                </a:cubicBezTo>
                <a:cubicBezTo>
                  <a:pt x="6342" y="126"/>
                  <a:pt x="6345" y="138"/>
                  <a:pt x="6348" y="150"/>
                </a:cubicBezTo>
                <a:cubicBezTo>
                  <a:pt x="6350" y="161"/>
                  <a:pt x="6351" y="174"/>
                  <a:pt x="6351" y="186"/>
                </a:cubicBezTo>
                <a:lnTo>
                  <a:pt x="6351" y="1139"/>
                </a:lnTo>
                <a:cubicBezTo>
                  <a:pt x="6351" y="1151"/>
                  <a:pt x="6350" y="1163"/>
                  <a:pt x="6348" y="1175"/>
                </a:cubicBezTo>
                <a:cubicBezTo>
                  <a:pt x="6345" y="1187"/>
                  <a:pt x="6342" y="1199"/>
                  <a:pt x="6337" y="1210"/>
                </a:cubicBezTo>
                <a:cubicBezTo>
                  <a:pt x="6332" y="1221"/>
                  <a:pt x="6327" y="1232"/>
                  <a:pt x="6320" y="1242"/>
                </a:cubicBezTo>
                <a:cubicBezTo>
                  <a:pt x="6313" y="1252"/>
                  <a:pt x="6305" y="1262"/>
                  <a:pt x="6297" y="1270"/>
                </a:cubicBezTo>
                <a:cubicBezTo>
                  <a:pt x="6288" y="1279"/>
                  <a:pt x="6279" y="1286"/>
                  <a:pt x="6269" y="1293"/>
                </a:cubicBezTo>
                <a:cubicBezTo>
                  <a:pt x="6259" y="1300"/>
                  <a:pt x="6248" y="1306"/>
                  <a:pt x="6237" y="1310"/>
                </a:cubicBezTo>
                <a:cubicBezTo>
                  <a:pt x="6226" y="1315"/>
                  <a:pt x="6214" y="1318"/>
                  <a:pt x="6202" y="1321"/>
                </a:cubicBezTo>
                <a:cubicBezTo>
                  <a:pt x="6190" y="1323"/>
                  <a:pt x="6178" y="1324"/>
                  <a:pt x="6166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6" y="1315"/>
                  <a:pt x="114" y="1310"/>
                </a:cubicBezTo>
                <a:cubicBezTo>
                  <a:pt x="103" y="1306"/>
                  <a:pt x="93" y="1300"/>
                  <a:pt x="82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6" y="1262"/>
                  <a:pt x="38" y="1252"/>
                  <a:pt x="31" y="1242"/>
                </a:cubicBezTo>
                <a:cubicBezTo>
                  <a:pt x="25" y="1232"/>
                  <a:pt x="19" y="1221"/>
                  <a:pt x="14" y="1210"/>
                </a:cubicBezTo>
                <a:cubicBezTo>
                  <a:pt x="10" y="1199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" name=""/>
          <p:cNvSpPr/>
          <p:nvPr/>
        </p:nvSpPr>
        <p:spPr>
          <a:xfrm>
            <a:off x="9204120" y="2977560"/>
            <a:ext cx="203760" cy="254520"/>
          </a:xfrm>
          <a:custGeom>
            <a:avLst/>
            <a:gdLst/>
            <a:ahLst/>
            <a:rect l="0" t="0" r="r" b="b"/>
            <a:pathLst>
              <a:path w="566" h="707">
                <a:moveTo>
                  <a:pt x="283" y="707"/>
                </a:moveTo>
                <a:cubicBezTo>
                  <a:pt x="201" y="686"/>
                  <a:pt x="133" y="638"/>
                  <a:pt x="79" y="563"/>
                </a:cubicBezTo>
                <a:cubicBezTo>
                  <a:pt x="27" y="488"/>
                  <a:pt x="0" y="405"/>
                  <a:pt x="0" y="316"/>
                </a:cubicBezTo>
                <a:lnTo>
                  <a:pt x="0" y="106"/>
                </a:lnTo>
                <a:lnTo>
                  <a:pt x="283" y="0"/>
                </a:lnTo>
                <a:lnTo>
                  <a:pt x="566" y="106"/>
                </a:lnTo>
                <a:lnTo>
                  <a:pt x="566" y="316"/>
                </a:lnTo>
                <a:cubicBezTo>
                  <a:pt x="566" y="405"/>
                  <a:pt x="539" y="488"/>
                  <a:pt x="486" y="563"/>
                </a:cubicBezTo>
                <a:cubicBezTo>
                  <a:pt x="433" y="638"/>
                  <a:pt x="366" y="686"/>
                  <a:pt x="283" y="707"/>
                </a:cubicBezTo>
                <a:moveTo>
                  <a:pt x="283" y="652"/>
                </a:moveTo>
                <a:cubicBezTo>
                  <a:pt x="351" y="630"/>
                  <a:pt x="406" y="588"/>
                  <a:pt x="449" y="525"/>
                </a:cubicBezTo>
                <a:cubicBezTo>
                  <a:pt x="491" y="463"/>
                  <a:pt x="513" y="393"/>
                  <a:pt x="513" y="316"/>
                </a:cubicBezTo>
                <a:lnTo>
                  <a:pt x="513" y="143"/>
                </a:lnTo>
                <a:lnTo>
                  <a:pt x="283" y="57"/>
                </a:lnTo>
                <a:lnTo>
                  <a:pt x="53" y="143"/>
                </a:lnTo>
                <a:lnTo>
                  <a:pt x="53" y="316"/>
                </a:lnTo>
                <a:cubicBezTo>
                  <a:pt x="53" y="393"/>
                  <a:pt x="74" y="463"/>
                  <a:pt x="118" y="525"/>
                </a:cubicBezTo>
                <a:cubicBezTo>
                  <a:pt x="161" y="588"/>
                  <a:pt x="216" y="630"/>
                  <a:pt x="283" y="652"/>
                </a:cubicBezTo>
                <a:moveTo>
                  <a:pt x="283" y="354"/>
                </a:moveTo>
                <a:lnTo>
                  <a:pt x="283" y="35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333240" y="5103360"/>
            <a:ext cx="2569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ほか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7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つ（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ASI04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〜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ASI10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）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" name=""/>
          <p:cNvSpPr/>
          <p:nvPr/>
        </p:nvSpPr>
        <p:spPr>
          <a:xfrm>
            <a:off x="8734320" y="3105000"/>
            <a:ext cx="19440" cy="362160"/>
          </a:xfrm>
          <a:custGeom>
            <a:avLst/>
            <a:gdLst/>
            <a:ahLst/>
            <a:rect l="0" t="0" r="r" b="b"/>
            <a:pathLst>
              <a:path w="54" h="1006">
                <a:moveTo>
                  <a:pt x="0" y="0"/>
                </a:moveTo>
                <a:lnTo>
                  <a:pt x="54" y="0"/>
                </a:lnTo>
                <a:lnTo>
                  <a:pt x="5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2" name=""/>
          <p:cNvSpPr/>
          <p:nvPr/>
        </p:nvSpPr>
        <p:spPr>
          <a:xfrm>
            <a:off x="8734320" y="30952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3" name=""/>
          <p:cNvSpPr/>
          <p:nvPr/>
        </p:nvSpPr>
        <p:spPr>
          <a:xfrm>
            <a:off x="8905680" y="304776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5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4" name=""/>
          <p:cNvSpPr/>
          <p:nvPr/>
        </p:nvSpPr>
        <p:spPr>
          <a:xfrm>
            <a:off x="9010440" y="3590640"/>
            <a:ext cx="2286360" cy="476640"/>
          </a:xfrm>
          <a:custGeom>
            <a:avLst/>
            <a:gdLst/>
            <a:ahLst/>
            <a:rect l="0" t="0" r="r" b="b"/>
            <a:pathLst>
              <a:path w="6351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4"/>
                </a:cubicBezTo>
                <a:cubicBezTo>
                  <a:pt x="6214" y="6"/>
                  <a:pt x="6226" y="10"/>
                  <a:pt x="6237" y="14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5" y="63"/>
                  <a:pt x="6313" y="72"/>
                  <a:pt x="6320" y="83"/>
                </a:cubicBezTo>
                <a:cubicBezTo>
                  <a:pt x="6327" y="93"/>
                  <a:pt x="6332" y="103"/>
                  <a:pt x="6337" y="115"/>
                </a:cubicBezTo>
                <a:cubicBezTo>
                  <a:pt x="6342" y="126"/>
                  <a:pt x="6345" y="137"/>
                  <a:pt x="6348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138"/>
                </a:lnTo>
                <a:cubicBezTo>
                  <a:pt x="6351" y="1150"/>
                  <a:pt x="6350" y="1162"/>
                  <a:pt x="6348" y="1174"/>
                </a:cubicBezTo>
                <a:cubicBezTo>
                  <a:pt x="6345" y="1186"/>
                  <a:pt x="6342" y="1198"/>
                  <a:pt x="6337" y="1209"/>
                </a:cubicBezTo>
                <a:cubicBezTo>
                  <a:pt x="6332" y="1220"/>
                  <a:pt x="6327" y="1231"/>
                  <a:pt x="6320" y="1241"/>
                </a:cubicBezTo>
                <a:cubicBezTo>
                  <a:pt x="6313" y="1251"/>
                  <a:pt x="6305" y="1260"/>
                  <a:pt x="6297" y="1270"/>
                </a:cubicBezTo>
                <a:cubicBezTo>
                  <a:pt x="6288" y="1279"/>
                  <a:pt x="6279" y="1286"/>
                  <a:pt x="6269" y="1293"/>
                </a:cubicBezTo>
                <a:cubicBezTo>
                  <a:pt x="6259" y="1300"/>
                  <a:pt x="6248" y="1305"/>
                  <a:pt x="6237" y="1310"/>
                </a:cubicBezTo>
                <a:cubicBezTo>
                  <a:pt x="6226" y="1315"/>
                  <a:pt x="6214" y="1318"/>
                  <a:pt x="6202" y="1321"/>
                </a:cubicBezTo>
                <a:cubicBezTo>
                  <a:pt x="6190" y="1323"/>
                  <a:pt x="6178" y="1324"/>
                  <a:pt x="6166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6" y="1315"/>
                  <a:pt x="114" y="1310"/>
                </a:cubicBezTo>
                <a:cubicBezTo>
                  <a:pt x="103" y="1305"/>
                  <a:pt x="93" y="1300"/>
                  <a:pt x="82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6" y="1260"/>
                  <a:pt x="38" y="1251"/>
                  <a:pt x="31" y="1241"/>
                </a:cubicBezTo>
                <a:cubicBezTo>
                  <a:pt x="25" y="1231"/>
                  <a:pt x="19" y="1220"/>
                  <a:pt x="14" y="1209"/>
                </a:cubicBezTo>
                <a:cubicBezTo>
                  <a:pt x="10" y="1198"/>
                  <a:pt x="6" y="1186"/>
                  <a:pt x="4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" name=""/>
          <p:cNvSpPr/>
          <p:nvPr/>
        </p:nvSpPr>
        <p:spPr>
          <a:xfrm>
            <a:off x="9010440" y="3590640"/>
            <a:ext cx="2286360" cy="476640"/>
          </a:xfrm>
          <a:custGeom>
            <a:avLst/>
            <a:gdLst/>
            <a:ahLst/>
            <a:rect l="0" t="0" r="r" b="b"/>
            <a:pathLst>
              <a:path w="6351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4"/>
                </a:cubicBezTo>
                <a:cubicBezTo>
                  <a:pt x="6214" y="6"/>
                  <a:pt x="6226" y="10"/>
                  <a:pt x="6237" y="14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5" y="63"/>
                  <a:pt x="6313" y="72"/>
                  <a:pt x="6320" y="83"/>
                </a:cubicBezTo>
                <a:cubicBezTo>
                  <a:pt x="6327" y="93"/>
                  <a:pt x="6332" y="103"/>
                  <a:pt x="6337" y="115"/>
                </a:cubicBezTo>
                <a:cubicBezTo>
                  <a:pt x="6342" y="126"/>
                  <a:pt x="6345" y="137"/>
                  <a:pt x="6348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138"/>
                </a:lnTo>
                <a:cubicBezTo>
                  <a:pt x="6351" y="1150"/>
                  <a:pt x="6350" y="1162"/>
                  <a:pt x="6348" y="1174"/>
                </a:cubicBezTo>
                <a:cubicBezTo>
                  <a:pt x="6345" y="1186"/>
                  <a:pt x="6342" y="1198"/>
                  <a:pt x="6337" y="1209"/>
                </a:cubicBezTo>
                <a:cubicBezTo>
                  <a:pt x="6332" y="1220"/>
                  <a:pt x="6327" y="1231"/>
                  <a:pt x="6320" y="1241"/>
                </a:cubicBezTo>
                <a:cubicBezTo>
                  <a:pt x="6313" y="1251"/>
                  <a:pt x="6305" y="1260"/>
                  <a:pt x="6297" y="1270"/>
                </a:cubicBezTo>
                <a:cubicBezTo>
                  <a:pt x="6288" y="1279"/>
                  <a:pt x="6279" y="1286"/>
                  <a:pt x="6269" y="1293"/>
                </a:cubicBezTo>
                <a:cubicBezTo>
                  <a:pt x="6259" y="1300"/>
                  <a:pt x="6248" y="1305"/>
                  <a:pt x="6237" y="1310"/>
                </a:cubicBezTo>
                <a:cubicBezTo>
                  <a:pt x="6226" y="1315"/>
                  <a:pt x="6214" y="1318"/>
                  <a:pt x="6202" y="1321"/>
                </a:cubicBezTo>
                <a:cubicBezTo>
                  <a:pt x="6190" y="1323"/>
                  <a:pt x="6178" y="1324"/>
                  <a:pt x="6166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6" y="1315"/>
                  <a:pt x="114" y="1310"/>
                </a:cubicBezTo>
                <a:cubicBezTo>
                  <a:pt x="103" y="1305"/>
                  <a:pt x="93" y="1300"/>
                  <a:pt x="82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6" y="1260"/>
                  <a:pt x="38" y="1251"/>
                  <a:pt x="31" y="1241"/>
                </a:cubicBezTo>
                <a:cubicBezTo>
                  <a:pt x="25" y="1231"/>
                  <a:pt x="19" y="1220"/>
                  <a:pt x="14" y="1209"/>
                </a:cubicBezTo>
                <a:cubicBezTo>
                  <a:pt x="10" y="1198"/>
                  <a:pt x="6" y="1186"/>
                  <a:pt x="4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" name=""/>
          <p:cNvSpPr/>
          <p:nvPr/>
        </p:nvSpPr>
        <p:spPr>
          <a:xfrm>
            <a:off x="9204120" y="3701520"/>
            <a:ext cx="203760" cy="254520"/>
          </a:xfrm>
          <a:custGeom>
            <a:avLst/>
            <a:gdLst/>
            <a:ahLst/>
            <a:rect l="0" t="0" r="r" b="b"/>
            <a:pathLst>
              <a:path w="566" h="707">
                <a:moveTo>
                  <a:pt x="283" y="707"/>
                </a:moveTo>
                <a:cubicBezTo>
                  <a:pt x="201" y="686"/>
                  <a:pt x="133" y="637"/>
                  <a:pt x="79" y="562"/>
                </a:cubicBezTo>
                <a:cubicBezTo>
                  <a:pt x="27" y="487"/>
                  <a:pt x="0" y="405"/>
                  <a:pt x="0" y="316"/>
                </a:cubicBezTo>
                <a:lnTo>
                  <a:pt x="0" y="106"/>
                </a:lnTo>
                <a:lnTo>
                  <a:pt x="283" y="0"/>
                </a:lnTo>
                <a:lnTo>
                  <a:pt x="566" y="106"/>
                </a:lnTo>
                <a:lnTo>
                  <a:pt x="566" y="316"/>
                </a:lnTo>
                <a:cubicBezTo>
                  <a:pt x="566" y="405"/>
                  <a:pt x="539" y="487"/>
                  <a:pt x="486" y="562"/>
                </a:cubicBezTo>
                <a:cubicBezTo>
                  <a:pt x="433" y="637"/>
                  <a:pt x="366" y="686"/>
                  <a:pt x="283" y="707"/>
                </a:cubicBezTo>
                <a:moveTo>
                  <a:pt x="283" y="652"/>
                </a:moveTo>
                <a:cubicBezTo>
                  <a:pt x="351" y="629"/>
                  <a:pt x="406" y="586"/>
                  <a:pt x="449" y="524"/>
                </a:cubicBezTo>
                <a:cubicBezTo>
                  <a:pt x="491" y="462"/>
                  <a:pt x="513" y="393"/>
                  <a:pt x="513" y="316"/>
                </a:cubicBezTo>
                <a:lnTo>
                  <a:pt x="513" y="143"/>
                </a:lnTo>
                <a:lnTo>
                  <a:pt x="283" y="57"/>
                </a:lnTo>
                <a:lnTo>
                  <a:pt x="53" y="143"/>
                </a:lnTo>
                <a:lnTo>
                  <a:pt x="53" y="316"/>
                </a:lnTo>
                <a:cubicBezTo>
                  <a:pt x="53" y="393"/>
                  <a:pt x="74" y="462"/>
                  <a:pt x="118" y="524"/>
                </a:cubicBezTo>
                <a:cubicBezTo>
                  <a:pt x="161" y="586"/>
                  <a:pt x="216" y="629"/>
                  <a:pt x="283" y="652"/>
                </a:cubicBezTo>
                <a:moveTo>
                  <a:pt x="283" y="354"/>
                </a:moveTo>
                <a:lnTo>
                  <a:pt x="283" y="35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9538560" y="2960280"/>
            <a:ext cx="1524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通信の許可リスト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8" name=""/>
          <p:cNvSpPr/>
          <p:nvPr/>
        </p:nvSpPr>
        <p:spPr>
          <a:xfrm>
            <a:off x="8734320" y="3466800"/>
            <a:ext cx="19440" cy="724320"/>
          </a:xfrm>
          <a:custGeom>
            <a:avLst/>
            <a:gdLst/>
            <a:ahLst/>
            <a:rect l="0" t="0" r="r" b="b"/>
            <a:pathLst>
              <a:path w="54" h="2012">
                <a:moveTo>
                  <a:pt x="0" y="0"/>
                </a:moveTo>
                <a:lnTo>
                  <a:pt x="54" y="0"/>
                </a:lnTo>
                <a:lnTo>
                  <a:pt x="54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9" name=""/>
          <p:cNvSpPr/>
          <p:nvPr/>
        </p:nvSpPr>
        <p:spPr>
          <a:xfrm>
            <a:off x="8734320" y="381924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0" name=""/>
          <p:cNvSpPr/>
          <p:nvPr/>
        </p:nvSpPr>
        <p:spPr>
          <a:xfrm>
            <a:off x="8905680" y="3771720"/>
            <a:ext cx="95760" cy="114480"/>
          </a:xfrm>
          <a:custGeom>
            <a:avLst/>
            <a:gdLst/>
            <a:ahLst/>
            <a:rect l="0" t="0" r="r" b="b"/>
            <a:pathLst>
              <a:path w="266" h="318">
                <a:moveTo>
                  <a:pt x="0" y="0"/>
                </a:moveTo>
                <a:lnTo>
                  <a:pt x="0" y="318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1" name=""/>
          <p:cNvSpPr/>
          <p:nvPr/>
        </p:nvSpPr>
        <p:spPr>
          <a:xfrm>
            <a:off x="9010440" y="4314600"/>
            <a:ext cx="2286360" cy="476640"/>
          </a:xfrm>
          <a:custGeom>
            <a:avLst/>
            <a:gdLst/>
            <a:ahLst/>
            <a:rect l="0" t="0" r="r" b="b"/>
            <a:pathLst>
              <a:path w="6351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4"/>
                </a:cubicBezTo>
                <a:cubicBezTo>
                  <a:pt x="6214" y="6"/>
                  <a:pt x="6226" y="10"/>
                  <a:pt x="6237" y="14"/>
                </a:cubicBezTo>
                <a:cubicBezTo>
                  <a:pt x="6248" y="19"/>
                  <a:pt x="6259" y="25"/>
                  <a:pt x="6269" y="31"/>
                </a:cubicBezTo>
                <a:cubicBezTo>
                  <a:pt x="6279" y="38"/>
                  <a:pt x="6288" y="46"/>
                  <a:pt x="6297" y="54"/>
                </a:cubicBezTo>
                <a:cubicBezTo>
                  <a:pt x="6305" y="63"/>
                  <a:pt x="6313" y="72"/>
                  <a:pt x="6320" y="82"/>
                </a:cubicBezTo>
                <a:cubicBezTo>
                  <a:pt x="6327" y="93"/>
                  <a:pt x="6332" y="103"/>
                  <a:pt x="6337" y="114"/>
                </a:cubicBezTo>
                <a:cubicBezTo>
                  <a:pt x="6342" y="126"/>
                  <a:pt x="6345" y="137"/>
                  <a:pt x="6348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139"/>
                </a:lnTo>
                <a:cubicBezTo>
                  <a:pt x="6351" y="1151"/>
                  <a:pt x="6350" y="1163"/>
                  <a:pt x="6348" y="1175"/>
                </a:cubicBezTo>
                <a:cubicBezTo>
                  <a:pt x="6345" y="1187"/>
                  <a:pt x="6342" y="1198"/>
                  <a:pt x="6337" y="1210"/>
                </a:cubicBezTo>
                <a:cubicBezTo>
                  <a:pt x="6332" y="1221"/>
                  <a:pt x="6327" y="1232"/>
                  <a:pt x="6320" y="1242"/>
                </a:cubicBezTo>
                <a:cubicBezTo>
                  <a:pt x="6313" y="1252"/>
                  <a:pt x="6305" y="1261"/>
                  <a:pt x="6297" y="1270"/>
                </a:cubicBezTo>
                <a:cubicBezTo>
                  <a:pt x="6288" y="1278"/>
                  <a:pt x="6279" y="1286"/>
                  <a:pt x="6269" y="1293"/>
                </a:cubicBezTo>
                <a:cubicBezTo>
                  <a:pt x="6259" y="1300"/>
                  <a:pt x="6248" y="1305"/>
                  <a:pt x="6237" y="1310"/>
                </a:cubicBezTo>
                <a:cubicBezTo>
                  <a:pt x="6226" y="1315"/>
                  <a:pt x="6214" y="1318"/>
                  <a:pt x="6202" y="1320"/>
                </a:cubicBezTo>
                <a:cubicBezTo>
                  <a:pt x="6190" y="1323"/>
                  <a:pt x="6178" y="1324"/>
                  <a:pt x="6166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6" y="1315"/>
                  <a:pt x="114" y="1310"/>
                </a:cubicBezTo>
                <a:cubicBezTo>
                  <a:pt x="103" y="1305"/>
                  <a:pt x="93" y="1300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5" y="1232"/>
                  <a:pt x="19" y="1221"/>
                  <a:pt x="14" y="1210"/>
                </a:cubicBezTo>
                <a:cubicBezTo>
                  <a:pt x="10" y="1198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" name=""/>
          <p:cNvSpPr/>
          <p:nvPr/>
        </p:nvSpPr>
        <p:spPr>
          <a:xfrm>
            <a:off x="9010440" y="4314600"/>
            <a:ext cx="2286360" cy="476640"/>
          </a:xfrm>
          <a:custGeom>
            <a:avLst/>
            <a:gdLst/>
            <a:ahLst/>
            <a:rect l="0" t="0" r="r" b="b"/>
            <a:pathLst>
              <a:path w="6351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4"/>
                </a:cubicBezTo>
                <a:cubicBezTo>
                  <a:pt x="6214" y="6"/>
                  <a:pt x="6226" y="10"/>
                  <a:pt x="6237" y="14"/>
                </a:cubicBezTo>
                <a:cubicBezTo>
                  <a:pt x="6248" y="19"/>
                  <a:pt x="6259" y="25"/>
                  <a:pt x="6269" y="31"/>
                </a:cubicBezTo>
                <a:cubicBezTo>
                  <a:pt x="6279" y="38"/>
                  <a:pt x="6288" y="46"/>
                  <a:pt x="6297" y="54"/>
                </a:cubicBezTo>
                <a:cubicBezTo>
                  <a:pt x="6305" y="63"/>
                  <a:pt x="6313" y="72"/>
                  <a:pt x="6320" y="82"/>
                </a:cubicBezTo>
                <a:cubicBezTo>
                  <a:pt x="6327" y="93"/>
                  <a:pt x="6332" y="103"/>
                  <a:pt x="6337" y="114"/>
                </a:cubicBezTo>
                <a:cubicBezTo>
                  <a:pt x="6342" y="126"/>
                  <a:pt x="6345" y="137"/>
                  <a:pt x="6348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139"/>
                </a:lnTo>
                <a:cubicBezTo>
                  <a:pt x="6351" y="1151"/>
                  <a:pt x="6350" y="1163"/>
                  <a:pt x="6348" y="1175"/>
                </a:cubicBezTo>
                <a:cubicBezTo>
                  <a:pt x="6345" y="1187"/>
                  <a:pt x="6342" y="1198"/>
                  <a:pt x="6337" y="1210"/>
                </a:cubicBezTo>
                <a:cubicBezTo>
                  <a:pt x="6332" y="1221"/>
                  <a:pt x="6327" y="1232"/>
                  <a:pt x="6320" y="1242"/>
                </a:cubicBezTo>
                <a:cubicBezTo>
                  <a:pt x="6313" y="1252"/>
                  <a:pt x="6305" y="1261"/>
                  <a:pt x="6297" y="1270"/>
                </a:cubicBezTo>
                <a:cubicBezTo>
                  <a:pt x="6288" y="1278"/>
                  <a:pt x="6279" y="1286"/>
                  <a:pt x="6269" y="1293"/>
                </a:cubicBezTo>
                <a:cubicBezTo>
                  <a:pt x="6259" y="1300"/>
                  <a:pt x="6248" y="1305"/>
                  <a:pt x="6237" y="1310"/>
                </a:cubicBezTo>
                <a:cubicBezTo>
                  <a:pt x="6226" y="1315"/>
                  <a:pt x="6214" y="1318"/>
                  <a:pt x="6202" y="1320"/>
                </a:cubicBezTo>
                <a:cubicBezTo>
                  <a:pt x="6190" y="1323"/>
                  <a:pt x="6178" y="1324"/>
                  <a:pt x="6166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6" y="1315"/>
                  <a:pt x="114" y="1310"/>
                </a:cubicBezTo>
                <a:cubicBezTo>
                  <a:pt x="103" y="1305"/>
                  <a:pt x="93" y="1300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5" y="1232"/>
                  <a:pt x="19" y="1221"/>
                  <a:pt x="14" y="1210"/>
                </a:cubicBezTo>
                <a:cubicBezTo>
                  <a:pt x="10" y="1198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" name=""/>
          <p:cNvSpPr/>
          <p:nvPr/>
        </p:nvSpPr>
        <p:spPr>
          <a:xfrm>
            <a:off x="9204120" y="4425480"/>
            <a:ext cx="203760" cy="254160"/>
          </a:xfrm>
          <a:custGeom>
            <a:avLst/>
            <a:gdLst/>
            <a:ahLst/>
            <a:rect l="0" t="0" r="r" b="b"/>
            <a:pathLst>
              <a:path w="566" h="706">
                <a:moveTo>
                  <a:pt x="283" y="706"/>
                </a:moveTo>
                <a:cubicBezTo>
                  <a:pt x="201" y="686"/>
                  <a:pt x="133" y="638"/>
                  <a:pt x="79" y="563"/>
                </a:cubicBezTo>
                <a:cubicBezTo>
                  <a:pt x="27" y="488"/>
                  <a:pt x="0" y="406"/>
                  <a:pt x="0" y="317"/>
                </a:cubicBezTo>
                <a:lnTo>
                  <a:pt x="0" y="107"/>
                </a:lnTo>
                <a:lnTo>
                  <a:pt x="283" y="0"/>
                </a:lnTo>
                <a:lnTo>
                  <a:pt x="566" y="107"/>
                </a:lnTo>
                <a:lnTo>
                  <a:pt x="566" y="317"/>
                </a:lnTo>
                <a:cubicBezTo>
                  <a:pt x="566" y="406"/>
                  <a:pt x="539" y="488"/>
                  <a:pt x="486" y="563"/>
                </a:cubicBezTo>
                <a:cubicBezTo>
                  <a:pt x="433" y="638"/>
                  <a:pt x="366" y="686"/>
                  <a:pt x="283" y="706"/>
                </a:cubicBezTo>
                <a:moveTo>
                  <a:pt x="283" y="652"/>
                </a:moveTo>
                <a:cubicBezTo>
                  <a:pt x="351" y="629"/>
                  <a:pt x="406" y="587"/>
                  <a:pt x="449" y="525"/>
                </a:cubicBezTo>
                <a:cubicBezTo>
                  <a:pt x="491" y="463"/>
                  <a:pt x="513" y="394"/>
                  <a:pt x="513" y="317"/>
                </a:cubicBezTo>
                <a:lnTo>
                  <a:pt x="513" y="144"/>
                </a:lnTo>
                <a:lnTo>
                  <a:pt x="283" y="57"/>
                </a:lnTo>
                <a:lnTo>
                  <a:pt x="53" y="144"/>
                </a:lnTo>
                <a:lnTo>
                  <a:pt x="53" y="317"/>
                </a:lnTo>
                <a:cubicBezTo>
                  <a:pt x="53" y="394"/>
                  <a:pt x="74" y="463"/>
                  <a:pt x="118" y="525"/>
                </a:cubicBezTo>
                <a:cubicBezTo>
                  <a:pt x="161" y="587"/>
                  <a:pt x="216" y="629"/>
                  <a:pt x="283" y="652"/>
                </a:cubicBezTo>
                <a:moveTo>
                  <a:pt x="283" y="355"/>
                </a:moveTo>
                <a:lnTo>
                  <a:pt x="283" y="35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9538560" y="3684240"/>
            <a:ext cx="1058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非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root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実行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" name=""/>
          <p:cNvSpPr/>
          <p:nvPr/>
        </p:nvSpPr>
        <p:spPr>
          <a:xfrm>
            <a:off x="8734320" y="4190760"/>
            <a:ext cx="19440" cy="724320"/>
          </a:xfrm>
          <a:custGeom>
            <a:avLst/>
            <a:gdLst/>
            <a:ahLst/>
            <a:rect l="0" t="0" r="r" b="b"/>
            <a:pathLst>
              <a:path w="54" h="2012">
                <a:moveTo>
                  <a:pt x="0" y="0"/>
                </a:moveTo>
                <a:lnTo>
                  <a:pt x="54" y="0"/>
                </a:lnTo>
                <a:lnTo>
                  <a:pt x="54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6" name=""/>
          <p:cNvSpPr/>
          <p:nvPr/>
        </p:nvSpPr>
        <p:spPr>
          <a:xfrm>
            <a:off x="8734320" y="454320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7" name=""/>
          <p:cNvSpPr/>
          <p:nvPr/>
        </p:nvSpPr>
        <p:spPr>
          <a:xfrm>
            <a:off x="8905680" y="4495680"/>
            <a:ext cx="95760" cy="114480"/>
          </a:xfrm>
          <a:custGeom>
            <a:avLst/>
            <a:gdLst/>
            <a:ahLst/>
            <a:rect l="0" t="0" r="r" b="b"/>
            <a:pathLst>
              <a:path w="266" h="318">
                <a:moveTo>
                  <a:pt x="0" y="0"/>
                </a:moveTo>
                <a:lnTo>
                  <a:pt x="0" y="318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8" name=""/>
          <p:cNvSpPr/>
          <p:nvPr/>
        </p:nvSpPr>
        <p:spPr>
          <a:xfrm>
            <a:off x="9010440" y="5038560"/>
            <a:ext cx="2286360" cy="476640"/>
          </a:xfrm>
          <a:custGeom>
            <a:avLst/>
            <a:gdLst/>
            <a:ahLst/>
            <a:rect l="0" t="0" r="r" b="b"/>
            <a:pathLst>
              <a:path w="6351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4"/>
                  <a:pt x="103" y="19"/>
                  <a:pt x="114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4"/>
                </a:cubicBezTo>
                <a:cubicBezTo>
                  <a:pt x="6214" y="6"/>
                  <a:pt x="6226" y="9"/>
                  <a:pt x="6237" y="14"/>
                </a:cubicBezTo>
                <a:cubicBezTo>
                  <a:pt x="6248" y="19"/>
                  <a:pt x="6259" y="24"/>
                  <a:pt x="6269" y="31"/>
                </a:cubicBezTo>
                <a:cubicBezTo>
                  <a:pt x="6279" y="38"/>
                  <a:pt x="6288" y="46"/>
                  <a:pt x="6297" y="54"/>
                </a:cubicBezTo>
                <a:cubicBezTo>
                  <a:pt x="6305" y="63"/>
                  <a:pt x="6313" y="72"/>
                  <a:pt x="6320" y="82"/>
                </a:cubicBezTo>
                <a:cubicBezTo>
                  <a:pt x="6327" y="92"/>
                  <a:pt x="6332" y="103"/>
                  <a:pt x="6337" y="114"/>
                </a:cubicBezTo>
                <a:cubicBezTo>
                  <a:pt x="6342" y="126"/>
                  <a:pt x="6345" y="137"/>
                  <a:pt x="6348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138"/>
                </a:lnTo>
                <a:cubicBezTo>
                  <a:pt x="6351" y="1150"/>
                  <a:pt x="6350" y="1162"/>
                  <a:pt x="6348" y="1174"/>
                </a:cubicBezTo>
                <a:cubicBezTo>
                  <a:pt x="6345" y="1186"/>
                  <a:pt x="6342" y="1197"/>
                  <a:pt x="6337" y="1210"/>
                </a:cubicBezTo>
                <a:cubicBezTo>
                  <a:pt x="6332" y="1221"/>
                  <a:pt x="6327" y="1231"/>
                  <a:pt x="6320" y="1242"/>
                </a:cubicBezTo>
                <a:cubicBezTo>
                  <a:pt x="6313" y="1252"/>
                  <a:pt x="6305" y="1261"/>
                  <a:pt x="6297" y="1270"/>
                </a:cubicBezTo>
                <a:cubicBezTo>
                  <a:pt x="6288" y="1278"/>
                  <a:pt x="6279" y="1286"/>
                  <a:pt x="6269" y="1293"/>
                </a:cubicBezTo>
                <a:cubicBezTo>
                  <a:pt x="6259" y="1299"/>
                  <a:pt x="6248" y="1305"/>
                  <a:pt x="6237" y="1310"/>
                </a:cubicBezTo>
                <a:cubicBezTo>
                  <a:pt x="6226" y="1314"/>
                  <a:pt x="6214" y="1318"/>
                  <a:pt x="6202" y="1320"/>
                </a:cubicBezTo>
                <a:cubicBezTo>
                  <a:pt x="6190" y="1323"/>
                  <a:pt x="6178" y="1324"/>
                  <a:pt x="6166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6" y="1314"/>
                  <a:pt x="114" y="1310"/>
                </a:cubicBezTo>
                <a:cubicBezTo>
                  <a:pt x="103" y="1305"/>
                  <a:pt x="93" y="1299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5" y="1231"/>
                  <a:pt x="19" y="1221"/>
                  <a:pt x="14" y="1210"/>
                </a:cubicBezTo>
                <a:cubicBezTo>
                  <a:pt x="10" y="1197"/>
                  <a:pt x="6" y="1186"/>
                  <a:pt x="4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" name=""/>
          <p:cNvSpPr/>
          <p:nvPr/>
        </p:nvSpPr>
        <p:spPr>
          <a:xfrm>
            <a:off x="9010440" y="5038560"/>
            <a:ext cx="2286360" cy="476640"/>
          </a:xfrm>
          <a:custGeom>
            <a:avLst/>
            <a:gdLst/>
            <a:ahLst/>
            <a:rect l="0" t="0" r="r" b="b"/>
            <a:pathLst>
              <a:path w="6351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4"/>
                  <a:pt x="103" y="19"/>
                  <a:pt x="114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4"/>
                </a:cubicBezTo>
                <a:cubicBezTo>
                  <a:pt x="6214" y="6"/>
                  <a:pt x="6226" y="9"/>
                  <a:pt x="6237" y="14"/>
                </a:cubicBezTo>
                <a:cubicBezTo>
                  <a:pt x="6248" y="19"/>
                  <a:pt x="6259" y="24"/>
                  <a:pt x="6269" y="31"/>
                </a:cubicBezTo>
                <a:cubicBezTo>
                  <a:pt x="6279" y="38"/>
                  <a:pt x="6288" y="46"/>
                  <a:pt x="6297" y="54"/>
                </a:cubicBezTo>
                <a:cubicBezTo>
                  <a:pt x="6305" y="63"/>
                  <a:pt x="6313" y="72"/>
                  <a:pt x="6320" y="82"/>
                </a:cubicBezTo>
                <a:cubicBezTo>
                  <a:pt x="6327" y="92"/>
                  <a:pt x="6332" y="103"/>
                  <a:pt x="6337" y="114"/>
                </a:cubicBezTo>
                <a:cubicBezTo>
                  <a:pt x="6342" y="126"/>
                  <a:pt x="6345" y="137"/>
                  <a:pt x="6348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138"/>
                </a:lnTo>
                <a:cubicBezTo>
                  <a:pt x="6351" y="1150"/>
                  <a:pt x="6350" y="1162"/>
                  <a:pt x="6348" y="1174"/>
                </a:cubicBezTo>
                <a:cubicBezTo>
                  <a:pt x="6345" y="1186"/>
                  <a:pt x="6342" y="1197"/>
                  <a:pt x="6337" y="1210"/>
                </a:cubicBezTo>
                <a:cubicBezTo>
                  <a:pt x="6332" y="1221"/>
                  <a:pt x="6327" y="1231"/>
                  <a:pt x="6320" y="1242"/>
                </a:cubicBezTo>
                <a:cubicBezTo>
                  <a:pt x="6313" y="1252"/>
                  <a:pt x="6305" y="1261"/>
                  <a:pt x="6297" y="1270"/>
                </a:cubicBezTo>
                <a:cubicBezTo>
                  <a:pt x="6288" y="1278"/>
                  <a:pt x="6279" y="1286"/>
                  <a:pt x="6269" y="1293"/>
                </a:cubicBezTo>
                <a:cubicBezTo>
                  <a:pt x="6259" y="1299"/>
                  <a:pt x="6248" y="1305"/>
                  <a:pt x="6237" y="1310"/>
                </a:cubicBezTo>
                <a:cubicBezTo>
                  <a:pt x="6226" y="1314"/>
                  <a:pt x="6214" y="1318"/>
                  <a:pt x="6202" y="1320"/>
                </a:cubicBezTo>
                <a:cubicBezTo>
                  <a:pt x="6190" y="1323"/>
                  <a:pt x="6178" y="1324"/>
                  <a:pt x="6166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6" y="1314"/>
                  <a:pt x="114" y="1310"/>
                </a:cubicBezTo>
                <a:cubicBezTo>
                  <a:pt x="103" y="1305"/>
                  <a:pt x="93" y="1299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5" y="1231"/>
                  <a:pt x="19" y="1221"/>
                  <a:pt x="14" y="1210"/>
                </a:cubicBezTo>
                <a:cubicBezTo>
                  <a:pt x="10" y="1197"/>
                  <a:pt x="6" y="1186"/>
                  <a:pt x="4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" name=""/>
          <p:cNvSpPr/>
          <p:nvPr/>
        </p:nvSpPr>
        <p:spPr>
          <a:xfrm>
            <a:off x="9204120" y="5149440"/>
            <a:ext cx="203760" cy="254160"/>
          </a:xfrm>
          <a:custGeom>
            <a:avLst/>
            <a:gdLst/>
            <a:ahLst/>
            <a:rect l="0" t="0" r="r" b="b"/>
            <a:pathLst>
              <a:path w="566" h="706">
                <a:moveTo>
                  <a:pt x="283" y="706"/>
                </a:moveTo>
                <a:cubicBezTo>
                  <a:pt x="201" y="686"/>
                  <a:pt x="133" y="638"/>
                  <a:pt x="79" y="563"/>
                </a:cubicBezTo>
                <a:cubicBezTo>
                  <a:pt x="27" y="488"/>
                  <a:pt x="0" y="406"/>
                  <a:pt x="0" y="316"/>
                </a:cubicBezTo>
                <a:lnTo>
                  <a:pt x="0" y="106"/>
                </a:lnTo>
                <a:lnTo>
                  <a:pt x="283" y="0"/>
                </a:lnTo>
                <a:lnTo>
                  <a:pt x="566" y="106"/>
                </a:lnTo>
                <a:lnTo>
                  <a:pt x="566" y="316"/>
                </a:lnTo>
                <a:cubicBezTo>
                  <a:pt x="566" y="406"/>
                  <a:pt x="539" y="488"/>
                  <a:pt x="486" y="563"/>
                </a:cubicBezTo>
                <a:cubicBezTo>
                  <a:pt x="433" y="638"/>
                  <a:pt x="366" y="686"/>
                  <a:pt x="283" y="706"/>
                </a:cubicBezTo>
                <a:moveTo>
                  <a:pt x="283" y="652"/>
                </a:moveTo>
                <a:cubicBezTo>
                  <a:pt x="351" y="629"/>
                  <a:pt x="406" y="587"/>
                  <a:pt x="449" y="525"/>
                </a:cubicBezTo>
                <a:cubicBezTo>
                  <a:pt x="491" y="463"/>
                  <a:pt x="513" y="394"/>
                  <a:pt x="513" y="316"/>
                </a:cubicBezTo>
                <a:lnTo>
                  <a:pt x="513" y="143"/>
                </a:lnTo>
                <a:lnTo>
                  <a:pt x="283" y="56"/>
                </a:lnTo>
                <a:lnTo>
                  <a:pt x="53" y="143"/>
                </a:lnTo>
                <a:lnTo>
                  <a:pt x="53" y="316"/>
                </a:lnTo>
                <a:cubicBezTo>
                  <a:pt x="53" y="394"/>
                  <a:pt x="74" y="463"/>
                  <a:pt x="118" y="525"/>
                </a:cubicBezTo>
                <a:cubicBezTo>
                  <a:pt x="161" y="587"/>
                  <a:pt x="216" y="629"/>
                  <a:pt x="283" y="652"/>
                </a:cubicBezTo>
                <a:moveTo>
                  <a:pt x="283" y="354"/>
                </a:moveTo>
                <a:lnTo>
                  <a:pt x="283" y="35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538560" y="4408200"/>
            <a:ext cx="1334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ファイルの隔離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" name=""/>
          <p:cNvSpPr/>
          <p:nvPr/>
        </p:nvSpPr>
        <p:spPr>
          <a:xfrm>
            <a:off x="8734320" y="4914720"/>
            <a:ext cx="19440" cy="362160"/>
          </a:xfrm>
          <a:custGeom>
            <a:avLst/>
            <a:gdLst/>
            <a:ahLst/>
            <a:rect l="0" t="0" r="r" b="b"/>
            <a:pathLst>
              <a:path w="54" h="1006">
                <a:moveTo>
                  <a:pt x="0" y="0"/>
                </a:moveTo>
                <a:lnTo>
                  <a:pt x="54" y="0"/>
                </a:lnTo>
                <a:lnTo>
                  <a:pt x="5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3" name=""/>
          <p:cNvSpPr/>
          <p:nvPr/>
        </p:nvSpPr>
        <p:spPr>
          <a:xfrm>
            <a:off x="8734320" y="526716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4" name=""/>
          <p:cNvSpPr/>
          <p:nvPr/>
        </p:nvSpPr>
        <p:spPr>
          <a:xfrm>
            <a:off x="8905680" y="5219640"/>
            <a:ext cx="95760" cy="114480"/>
          </a:xfrm>
          <a:custGeom>
            <a:avLst/>
            <a:gdLst/>
            <a:ahLst/>
            <a:rect l="0" t="0" r="r" b="b"/>
            <a:pathLst>
              <a:path w="266" h="318">
                <a:moveTo>
                  <a:pt x="0" y="0"/>
                </a:moveTo>
                <a:lnTo>
                  <a:pt x="0" y="318"/>
                </a:lnTo>
                <a:lnTo>
                  <a:pt x="266" y="15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9538560" y="5132160"/>
            <a:ext cx="1143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起動時の検証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2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09480" y="392760"/>
            <a:ext cx="10296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まとめ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" name=""/>
          <p:cNvSpPr/>
          <p:nvPr/>
        </p:nvSpPr>
        <p:spPr>
          <a:xfrm>
            <a:off x="1581120" y="1914480"/>
            <a:ext cx="1619280" cy="648000"/>
          </a:xfrm>
          <a:custGeom>
            <a:avLst/>
            <a:gdLst/>
            <a:ahLst/>
            <a:rect l="0" t="0" r="r" b="b"/>
            <a:pathLst>
              <a:path w="4498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615"/>
                </a:lnTo>
                <a:cubicBezTo>
                  <a:pt x="4498" y="1627"/>
                  <a:pt x="4497" y="1639"/>
                  <a:pt x="4495" y="1651"/>
                </a:cubicBezTo>
                <a:cubicBezTo>
                  <a:pt x="4493" y="1663"/>
                  <a:pt x="4489" y="1674"/>
                  <a:pt x="4484" y="1685"/>
                </a:cubicBezTo>
                <a:cubicBezTo>
                  <a:pt x="4480" y="1697"/>
                  <a:pt x="4474" y="1707"/>
                  <a:pt x="4467" y="1717"/>
                </a:cubicBezTo>
                <a:cubicBezTo>
                  <a:pt x="4461" y="1728"/>
                  <a:pt x="4453" y="1737"/>
                  <a:pt x="4444" y="1746"/>
                </a:cubicBezTo>
                <a:cubicBezTo>
                  <a:pt x="4436" y="1754"/>
                  <a:pt x="4426" y="1762"/>
                  <a:pt x="4416" y="1769"/>
                </a:cubicBezTo>
                <a:cubicBezTo>
                  <a:pt x="4406" y="1775"/>
                  <a:pt x="4395" y="1781"/>
                  <a:pt x="4384" y="1786"/>
                </a:cubicBezTo>
                <a:cubicBezTo>
                  <a:pt x="4373" y="1790"/>
                  <a:pt x="4361" y="1794"/>
                  <a:pt x="4349" y="1796"/>
                </a:cubicBezTo>
                <a:cubicBezTo>
                  <a:pt x="4337" y="1799"/>
                  <a:pt x="4325" y="1800"/>
                  <a:pt x="4313" y="1800"/>
                </a:cubicBezTo>
                <a:lnTo>
                  <a:pt x="185" y="1800"/>
                </a:lnTo>
                <a:cubicBezTo>
                  <a:pt x="173" y="1800"/>
                  <a:pt x="161" y="1799"/>
                  <a:pt x="149" y="1796"/>
                </a:cubicBezTo>
                <a:cubicBezTo>
                  <a:pt x="137" y="1794"/>
                  <a:pt x="125" y="1790"/>
                  <a:pt x="114" y="1786"/>
                </a:cubicBezTo>
                <a:cubicBezTo>
                  <a:pt x="103" y="1781"/>
                  <a:pt x="92" y="1775"/>
                  <a:pt x="82" y="1769"/>
                </a:cubicBezTo>
                <a:cubicBezTo>
                  <a:pt x="72" y="1762"/>
                  <a:pt x="62" y="1754"/>
                  <a:pt x="54" y="1746"/>
                </a:cubicBezTo>
                <a:cubicBezTo>
                  <a:pt x="45" y="1737"/>
                  <a:pt x="38" y="1728"/>
                  <a:pt x="31" y="1717"/>
                </a:cubicBezTo>
                <a:cubicBezTo>
                  <a:pt x="24" y="1707"/>
                  <a:pt x="18" y="1697"/>
                  <a:pt x="14" y="1685"/>
                </a:cubicBezTo>
                <a:cubicBezTo>
                  <a:pt x="9" y="1674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" name=""/>
          <p:cNvSpPr/>
          <p:nvPr/>
        </p:nvSpPr>
        <p:spPr>
          <a:xfrm>
            <a:off x="1581120" y="1914480"/>
            <a:ext cx="1619280" cy="648000"/>
          </a:xfrm>
          <a:custGeom>
            <a:avLst/>
            <a:gdLst/>
            <a:ahLst/>
            <a:rect l="0" t="0" r="r" b="b"/>
            <a:pathLst>
              <a:path w="4498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615"/>
                </a:lnTo>
                <a:cubicBezTo>
                  <a:pt x="4498" y="1627"/>
                  <a:pt x="4497" y="1639"/>
                  <a:pt x="4495" y="1651"/>
                </a:cubicBezTo>
                <a:cubicBezTo>
                  <a:pt x="4493" y="1663"/>
                  <a:pt x="4489" y="1674"/>
                  <a:pt x="4484" y="1685"/>
                </a:cubicBezTo>
                <a:cubicBezTo>
                  <a:pt x="4480" y="1697"/>
                  <a:pt x="4474" y="1707"/>
                  <a:pt x="4467" y="1717"/>
                </a:cubicBezTo>
                <a:cubicBezTo>
                  <a:pt x="4461" y="1728"/>
                  <a:pt x="4453" y="1737"/>
                  <a:pt x="4444" y="1746"/>
                </a:cubicBezTo>
                <a:cubicBezTo>
                  <a:pt x="4436" y="1754"/>
                  <a:pt x="4426" y="1762"/>
                  <a:pt x="4416" y="1769"/>
                </a:cubicBezTo>
                <a:cubicBezTo>
                  <a:pt x="4406" y="1775"/>
                  <a:pt x="4395" y="1781"/>
                  <a:pt x="4384" y="1786"/>
                </a:cubicBezTo>
                <a:cubicBezTo>
                  <a:pt x="4373" y="1790"/>
                  <a:pt x="4361" y="1794"/>
                  <a:pt x="4349" y="1796"/>
                </a:cubicBezTo>
                <a:cubicBezTo>
                  <a:pt x="4337" y="1799"/>
                  <a:pt x="4325" y="1800"/>
                  <a:pt x="4313" y="1800"/>
                </a:cubicBezTo>
                <a:lnTo>
                  <a:pt x="185" y="1800"/>
                </a:lnTo>
                <a:cubicBezTo>
                  <a:pt x="173" y="1800"/>
                  <a:pt x="161" y="1799"/>
                  <a:pt x="149" y="1796"/>
                </a:cubicBezTo>
                <a:cubicBezTo>
                  <a:pt x="137" y="1794"/>
                  <a:pt x="125" y="1790"/>
                  <a:pt x="114" y="1786"/>
                </a:cubicBezTo>
                <a:cubicBezTo>
                  <a:pt x="103" y="1781"/>
                  <a:pt x="92" y="1775"/>
                  <a:pt x="82" y="1769"/>
                </a:cubicBezTo>
                <a:cubicBezTo>
                  <a:pt x="72" y="1762"/>
                  <a:pt x="62" y="1754"/>
                  <a:pt x="54" y="1746"/>
                </a:cubicBezTo>
                <a:cubicBezTo>
                  <a:pt x="45" y="1737"/>
                  <a:pt x="38" y="1728"/>
                  <a:pt x="31" y="1717"/>
                </a:cubicBezTo>
                <a:cubicBezTo>
                  <a:pt x="24" y="1707"/>
                  <a:pt x="18" y="1697"/>
                  <a:pt x="14" y="1685"/>
                </a:cubicBezTo>
                <a:cubicBezTo>
                  <a:pt x="9" y="1674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" name=""/>
          <p:cNvSpPr/>
          <p:nvPr/>
        </p:nvSpPr>
        <p:spPr>
          <a:xfrm>
            <a:off x="1746720" y="2124000"/>
            <a:ext cx="259560" cy="229320"/>
          </a:xfrm>
          <a:custGeom>
            <a:avLst/>
            <a:gdLst/>
            <a:ahLst/>
            <a:rect l="0" t="0" r="r" b="b"/>
            <a:pathLst>
              <a:path w="721" h="637">
                <a:moveTo>
                  <a:pt x="53" y="637"/>
                </a:moveTo>
                <a:cubicBezTo>
                  <a:pt x="39" y="637"/>
                  <a:pt x="26" y="631"/>
                  <a:pt x="16" y="621"/>
                </a:cubicBezTo>
                <a:cubicBezTo>
                  <a:pt x="5" y="610"/>
                  <a:pt x="0" y="597"/>
                  <a:pt x="0" y="583"/>
                </a:cubicBezTo>
                <a:lnTo>
                  <a:pt x="0" y="53"/>
                </a:lnTo>
                <a:cubicBezTo>
                  <a:pt x="0" y="39"/>
                  <a:pt x="5" y="26"/>
                  <a:pt x="16" y="16"/>
                </a:cubicBezTo>
                <a:cubicBezTo>
                  <a:pt x="26" y="5"/>
                  <a:pt x="39" y="0"/>
                  <a:pt x="53" y="0"/>
                </a:cubicBezTo>
                <a:lnTo>
                  <a:pt x="668" y="0"/>
                </a:lnTo>
                <a:cubicBezTo>
                  <a:pt x="682" y="0"/>
                  <a:pt x="694" y="5"/>
                  <a:pt x="705" y="16"/>
                </a:cubicBezTo>
                <a:cubicBezTo>
                  <a:pt x="715" y="26"/>
                  <a:pt x="721" y="39"/>
                  <a:pt x="721" y="53"/>
                </a:cubicBezTo>
                <a:lnTo>
                  <a:pt x="721" y="583"/>
                </a:lnTo>
                <a:cubicBezTo>
                  <a:pt x="721" y="597"/>
                  <a:pt x="715" y="610"/>
                  <a:pt x="705" y="621"/>
                </a:cubicBezTo>
                <a:cubicBezTo>
                  <a:pt x="694" y="631"/>
                  <a:pt x="682" y="637"/>
                  <a:pt x="668" y="637"/>
                </a:cubicBezTo>
                <a:lnTo>
                  <a:pt x="53" y="637"/>
                </a:lnTo>
                <a:moveTo>
                  <a:pt x="53" y="583"/>
                </a:moveTo>
                <a:lnTo>
                  <a:pt x="668" y="583"/>
                </a:lnTo>
                <a:lnTo>
                  <a:pt x="668" y="53"/>
                </a:lnTo>
                <a:lnTo>
                  <a:pt x="53" y="53"/>
                </a:lnTo>
                <a:lnTo>
                  <a:pt x="53" y="583"/>
                </a:lnTo>
                <a:moveTo>
                  <a:pt x="113" y="495"/>
                </a:moveTo>
                <a:lnTo>
                  <a:pt x="289" y="495"/>
                </a:lnTo>
                <a:lnTo>
                  <a:pt x="289" y="424"/>
                </a:lnTo>
                <a:lnTo>
                  <a:pt x="113" y="424"/>
                </a:lnTo>
                <a:lnTo>
                  <a:pt x="113" y="495"/>
                </a:lnTo>
                <a:moveTo>
                  <a:pt x="450" y="424"/>
                </a:moveTo>
                <a:lnTo>
                  <a:pt x="625" y="248"/>
                </a:lnTo>
                <a:lnTo>
                  <a:pt x="575" y="198"/>
                </a:lnTo>
                <a:lnTo>
                  <a:pt x="450" y="324"/>
                </a:lnTo>
                <a:lnTo>
                  <a:pt x="399" y="273"/>
                </a:lnTo>
                <a:lnTo>
                  <a:pt x="350" y="324"/>
                </a:lnTo>
                <a:lnTo>
                  <a:pt x="450" y="424"/>
                </a:lnTo>
                <a:moveTo>
                  <a:pt x="113" y="353"/>
                </a:moveTo>
                <a:lnTo>
                  <a:pt x="289" y="353"/>
                </a:lnTo>
                <a:lnTo>
                  <a:pt x="289" y="283"/>
                </a:lnTo>
                <a:lnTo>
                  <a:pt x="113" y="283"/>
                </a:lnTo>
                <a:lnTo>
                  <a:pt x="113" y="353"/>
                </a:lnTo>
                <a:moveTo>
                  <a:pt x="113" y="211"/>
                </a:moveTo>
                <a:lnTo>
                  <a:pt x="289" y="211"/>
                </a:lnTo>
                <a:lnTo>
                  <a:pt x="289" y="141"/>
                </a:lnTo>
                <a:lnTo>
                  <a:pt x="113" y="141"/>
                </a:lnTo>
                <a:lnTo>
                  <a:pt x="113" y="211"/>
                </a:lnTo>
                <a:moveTo>
                  <a:pt x="53" y="583"/>
                </a:moveTo>
                <a:lnTo>
                  <a:pt x="53" y="53"/>
                </a:lnTo>
                <a:lnTo>
                  <a:pt x="53" y="58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609480" y="1090800"/>
            <a:ext cx="87037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のリスクは、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つの管理策に追加のリスク対応を重ねれば低減できる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103120" y="209376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結論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" name=""/>
          <p:cNvSpPr/>
          <p:nvPr/>
        </p:nvSpPr>
        <p:spPr>
          <a:xfrm>
            <a:off x="3576600" y="2290680"/>
            <a:ext cx="1800360" cy="276480"/>
          </a:xfrm>
          <a:custGeom>
            <a:avLst/>
            <a:gdLst/>
            <a:ahLst/>
            <a:rect l="0" t="0" r="r" b="b"/>
            <a:pathLst>
              <a:path w="5001" h="768">
                <a:moveTo>
                  <a:pt x="0" y="384"/>
                </a:moveTo>
                <a:cubicBezTo>
                  <a:pt x="0" y="359"/>
                  <a:pt x="2" y="334"/>
                  <a:pt x="7" y="310"/>
                </a:cubicBezTo>
                <a:cubicBezTo>
                  <a:pt x="12" y="285"/>
                  <a:pt x="19" y="261"/>
                  <a:pt x="29" y="238"/>
                </a:cubicBezTo>
                <a:cubicBezTo>
                  <a:pt x="38" y="214"/>
                  <a:pt x="50" y="192"/>
                  <a:pt x="64" y="171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6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4618" y="0"/>
                </a:lnTo>
                <a:cubicBezTo>
                  <a:pt x="4643" y="0"/>
                  <a:pt x="4668" y="2"/>
                  <a:pt x="4692" y="7"/>
                </a:cubicBezTo>
                <a:cubicBezTo>
                  <a:pt x="4717" y="12"/>
                  <a:pt x="4741" y="19"/>
                  <a:pt x="4764" y="29"/>
                </a:cubicBezTo>
                <a:cubicBezTo>
                  <a:pt x="4788" y="39"/>
                  <a:pt x="4810" y="50"/>
                  <a:pt x="4831" y="64"/>
                </a:cubicBezTo>
                <a:cubicBezTo>
                  <a:pt x="4852" y="78"/>
                  <a:pt x="4871" y="94"/>
                  <a:pt x="4889" y="112"/>
                </a:cubicBezTo>
                <a:cubicBezTo>
                  <a:pt x="4907" y="130"/>
                  <a:pt x="4923" y="149"/>
                  <a:pt x="4937" y="171"/>
                </a:cubicBezTo>
                <a:cubicBezTo>
                  <a:pt x="4951" y="192"/>
                  <a:pt x="4962" y="214"/>
                  <a:pt x="4972" y="238"/>
                </a:cubicBezTo>
                <a:cubicBezTo>
                  <a:pt x="4982" y="261"/>
                  <a:pt x="4989" y="285"/>
                  <a:pt x="4994" y="310"/>
                </a:cubicBezTo>
                <a:cubicBezTo>
                  <a:pt x="4999" y="334"/>
                  <a:pt x="5001" y="359"/>
                  <a:pt x="5001" y="384"/>
                </a:cubicBezTo>
                <a:cubicBezTo>
                  <a:pt x="5001" y="410"/>
                  <a:pt x="4999" y="435"/>
                  <a:pt x="4994" y="459"/>
                </a:cubicBezTo>
                <a:cubicBezTo>
                  <a:pt x="4989" y="484"/>
                  <a:pt x="4982" y="508"/>
                  <a:pt x="4972" y="531"/>
                </a:cubicBezTo>
                <a:cubicBezTo>
                  <a:pt x="4962" y="554"/>
                  <a:pt x="4951" y="577"/>
                  <a:pt x="4937" y="598"/>
                </a:cubicBezTo>
                <a:cubicBezTo>
                  <a:pt x="4923" y="618"/>
                  <a:pt x="4907" y="638"/>
                  <a:pt x="4889" y="656"/>
                </a:cubicBezTo>
                <a:cubicBezTo>
                  <a:pt x="4871" y="673"/>
                  <a:pt x="4852" y="689"/>
                  <a:pt x="4831" y="703"/>
                </a:cubicBezTo>
                <a:cubicBezTo>
                  <a:pt x="4810" y="717"/>
                  <a:pt x="4788" y="729"/>
                  <a:pt x="4764" y="739"/>
                </a:cubicBezTo>
                <a:cubicBezTo>
                  <a:pt x="4741" y="748"/>
                  <a:pt x="4717" y="756"/>
                  <a:pt x="4692" y="761"/>
                </a:cubicBezTo>
                <a:cubicBezTo>
                  <a:pt x="4668" y="766"/>
                  <a:pt x="4643" y="768"/>
                  <a:pt x="4618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6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3"/>
                  <a:pt x="112" y="656"/>
                </a:cubicBezTo>
                <a:cubicBezTo>
                  <a:pt x="94" y="638"/>
                  <a:pt x="78" y="618"/>
                  <a:pt x="64" y="598"/>
                </a:cubicBezTo>
                <a:cubicBezTo>
                  <a:pt x="50" y="577"/>
                  <a:pt x="38" y="554"/>
                  <a:pt x="29" y="531"/>
                </a:cubicBezTo>
                <a:cubicBezTo>
                  <a:pt x="19" y="508"/>
                  <a:pt x="12" y="484"/>
                  <a:pt x="7" y="459"/>
                </a:cubicBezTo>
                <a:cubicBezTo>
                  <a:pt x="2" y="435"/>
                  <a:pt x="0" y="410"/>
                  <a:pt x="0" y="3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" name=""/>
          <p:cNvSpPr/>
          <p:nvPr/>
        </p:nvSpPr>
        <p:spPr>
          <a:xfrm>
            <a:off x="3576600" y="2290680"/>
            <a:ext cx="1800360" cy="276480"/>
          </a:xfrm>
          <a:custGeom>
            <a:avLst/>
            <a:gdLst/>
            <a:ahLst/>
            <a:rect l="0" t="0" r="r" b="b"/>
            <a:pathLst>
              <a:path w="5001" h="768">
                <a:moveTo>
                  <a:pt x="0" y="384"/>
                </a:moveTo>
                <a:cubicBezTo>
                  <a:pt x="0" y="359"/>
                  <a:pt x="2" y="334"/>
                  <a:pt x="7" y="310"/>
                </a:cubicBezTo>
                <a:cubicBezTo>
                  <a:pt x="12" y="285"/>
                  <a:pt x="19" y="261"/>
                  <a:pt x="29" y="238"/>
                </a:cubicBezTo>
                <a:cubicBezTo>
                  <a:pt x="38" y="214"/>
                  <a:pt x="50" y="192"/>
                  <a:pt x="64" y="171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6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4618" y="0"/>
                </a:lnTo>
                <a:cubicBezTo>
                  <a:pt x="4643" y="0"/>
                  <a:pt x="4668" y="2"/>
                  <a:pt x="4692" y="7"/>
                </a:cubicBezTo>
                <a:cubicBezTo>
                  <a:pt x="4717" y="12"/>
                  <a:pt x="4741" y="19"/>
                  <a:pt x="4764" y="29"/>
                </a:cubicBezTo>
                <a:cubicBezTo>
                  <a:pt x="4788" y="39"/>
                  <a:pt x="4810" y="50"/>
                  <a:pt x="4831" y="64"/>
                </a:cubicBezTo>
                <a:cubicBezTo>
                  <a:pt x="4852" y="78"/>
                  <a:pt x="4871" y="94"/>
                  <a:pt x="4889" y="112"/>
                </a:cubicBezTo>
                <a:cubicBezTo>
                  <a:pt x="4907" y="130"/>
                  <a:pt x="4923" y="149"/>
                  <a:pt x="4937" y="171"/>
                </a:cubicBezTo>
                <a:cubicBezTo>
                  <a:pt x="4951" y="192"/>
                  <a:pt x="4962" y="214"/>
                  <a:pt x="4972" y="238"/>
                </a:cubicBezTo>
                <a:cubicBezTo>
                  <a:pt x="4982" y="261"/>
                  <a:pt x="4989" y="285"/>
                  <a:pt x="4994" y="310"/>
                </a:cubicBezTo>
                <a:cubicBezTo>
                  <a:pt x="4999" y="334"/>
                  <a:pt x="5001" y="359"/>
                  <a:pt x="5001" y="384"/>
                </a:cubicBezTo>
                <a:cubicBezTo>
                  <a:pt x="5001" y="410"/>
                  <a:pt x="4999" y="435"/>
                  <a:pt x="4994" y="459"/>
                </a:cubicBezTo>
                <a:cubicBezTo>
                  <a:pt x="4989" y="484"/>
                  <a:pt x="4982" y="508"/>
                  <a:pt x="4972" y="531"/>
                </a:cubicBezTo>
                <a:cubicBezTo>
                  <a:pt x="4962" y="554"/>
                  <a:pt x="4951" y="577"/>
                  <a:pt x="4937" y="598"/>
                </a:cubicBezTo>
                <a:cubicBezTo>
                  <a:pt x="4923" y="618"/>
                  <a:pt x="4907" y="638"/>
                  <a:pt x="4889" y="656"/>
                </a:cubicBezTo>
                <a:cubicBezTo>
                  <a:pt x="4871" y="673"/>
                  <a:pt x="4852" y="689"/>
                  <a:pt x="4831" y="703"/>
                </a:cubicBezTo>
                <a:cubicBezTo>
                  <a:pt x="4810" y="717"/>
                  <a:pt x="4788" y="729"/>
                  <a:pt x="4764" y="739"/>
                </a:cubicBezTo>
                <a:cubicBezTo>
                  <a:pt x="4741" y="748"/>
                  <a:pt x="4717" y="756"/>
                  <a:pt x="4692" y="761"/>
                </a:cubicBezTo>
                <a:cubicBezTo>
                  <a:pt x="4668" y="766"/>
                  <a:pt x="4643" y="768"/>
                  <a:pt x="4618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6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3"/>
                  <a:pt x="112" y="656"/>
                </a:cubicBezTo>
                <a:cubicBezTo>
                  <a:pt x="94" y="638"/>
                  <a:pt x="78" y="618"/>
                  <a:pt x="64" y="598"/>
                </a:cubicBezTo>
                <a:cubicBezTo>
                  <a:pt x="50" y="577"/>
                  <a:pt x="38" y="554"/>
                  <a:pt x="29" y="531"/>
                </a:cubicBezTo>
                <a:cubicBezTo>
                  <a:pt x="19" y="508"/>
                  <a:pt x="12" y="484"/>
                  <a:pt x="7" y="459"/>
                </a:cubicBezTo>
                <a:cubicBezTo>
                  <a:pt x="2" y="435"/>
                  <a:pt x="0" y="41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570120" y="1906560"/>
            <a:ext cx="7096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つの管理策は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6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つのリスクを低減するが、起こりやすさは変えない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" name=""/>
          <p:cNvSpPr/>
          <p:nvPr/>
        </p:nvSpPr>
        <p:spPr>
          <a:xfrm>
            <a:off x="1581120" y="2828880"/>
            <a:ext cx="1619280" cy="648000"/>
          </a:xfrm>
          <a:custGeom>
            <a:avLst/>
            <a:gdLst/>
            <a:ahLst/>
            <a:rect l="0" t="0" r="r" b="b"/>
            <a:pathLst>
              <a:path w="4498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615"/>
                </a:lnTo>
                <a:cubicBezTo>
                  <a:pt x="4498" y="1627"/>
                  <a:pt x="4497" y="1639"/>
                  <a:pt x="4495" y="1651"/>
                </a:cubicBezTo>
                <a:cubicBezTo>
                  <a:pt x="4493" y="1663"/>
                  <a:pt x="4489" y="1674"/>
                  <a:pt x="4484" y="1685"/>
                </a:cubicBezTo>
                <a:cubicBezTo>
                  <a:pt x="4480" y="1697"/>
                  <a:pt x="4474" y="1707"/>
                  <a:pt x="4467" y="1717"/>
                </a:cubicBezTo>
                <a:cubicBezTo>
                  <a:pt x="4461" y="1728"/>
                  <a:pt x="4453" y="1737"/>
                  <a:pt x="4444" y="1746"/>
                </a:cubicBezTo>
                <a:cubicBezTo>
                  <a:pt x="4436" y="1754"/>
                  <a:pt x="4426" y="1762"/>
                  <a:pt x="4416" y="1769"/>
                </a:cubicBezTo>
                <a:cubicBezTo>
                  <a:pt x="4406" y="1775"/>
                  <a:pt x="4395" y="1781"/>
                  <a:pt x="4384" y="1786"/>
                </a:cubicBezTo>
                <a:cubicBezTo>
                  <a:pt x="4373" y="1790"/>
                  <a:pt x="4361" y="1794"/>
                  <a:pt x="4349" y="1796"/>
                </a:cubicBezTo>
                <a:cubicBezTo>
                  <a:pt x="4337" y="1799"/>
                  <a:pt x="4325" y="1800"/>
                  <a:pt x="4313" y="1800"/>
                </a:cubicBezTo>
                <a:lnTo>
                  <a:pt x="185" y="1800"/>
                </a:lnTo>
                <a:cubicBezTo>
                  <a:pt x="173" y="1800"/>
                  <a:pt x="161" y="1799"/>
                  <a:pt x="149" y="1796"/>
                </a:cubicBezTo>
                <a:cubicBezTo>
                  <a:pt x="137" y="1794"/>
                  <a:pt x="125" y="1790"/>
                  <a:pt x="114" y="1786"/>
                </a:cubicBezTo>
                <a:cubicBezTo>
                  <a:pt x="103" y="1781"/>
                  <a:pt x="92" y="1775"/>
                  <a:pt x="82" y="1769"/>
                </a:cubicBezTo>
                <a:cubicBezTo>
                  <a:pt x="72" y="1762"/>
                  <a:pt x="62" y="1754"/>
                  <a:pt x="54" y="1746"/>
                </a:cubicBezTo>
                <a:cubicBezTo>
                  <a:pt x="45" y="1737"/>
                  <a:pt x="38" y="1728"/>
                  <a:pt x="31" y="1717"/>
                </a:cubicBezTo>
                <a:cubicBezTo>
                  <a:pt x="24" y="1707"/>
                  <a:pt x="18" y="1697"/>
                  <a:pt x="14" y="1685"/>
                </a:cubicBezTo>
                <a:cubicBezTo>
                  <a:pt x="9" y="1674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" name=""/>
          <p:cNvSpPr/>
          <p:nvPr/>
        </p:nvSpPr>
        <p:spPr>
          <a:xfrm>
            <a:off x="1581120" y="2828880"/>
            <a:ext cx="1619280" cy="648000"/>
          </a:xfrm>
          <a:custGeom>
            <a:avLst/>
            <a:gdLst/>
            <a:ahLst/>
            <a:rect l="0" t="0" r="r" b="b"/>
            <a:pathLst>
              <a:path w="4498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615"/>
                </a:lnTo>
                <a:cubicBezTo>
                  <a:pt x="4498" y="1627"/>
                  <a:pt x="4497" y="1639"/>
                  <a:pt x="4495" y="1651"/>
                </a:cubicBezTo>
                <a:cubicBezTo>
                  <a:pt x="4493" y="1663"/>
                  <a:pt x="4489" y="1674"/>
                  <a:pt x="4484" y="1685"/>
                </a:cubicBezTo>
                <a:cubicBezTo>
                  <a:pt x="4480" y="1697"/>
                  <a:pt x="4474" y="1707"/>
                  <a:pt x="4467" y="1717"/>
                </a:cubicBezTo>
                <a:cubicBezTo>
                  <a:pt x="4461" y="1728"/>
                  <a:pt x="4453" y="1737"/>
                  <a:pt x="4444" y="1746"/>
                </a:cubicBezTo>
                <a:cubicBezTo>
                  <a:pt x="4436" y="1754"/>
                  <a:pt x="4426" y="1762"/>
                  <a:pt x="4416" y="1769"/>
                </a:cubicBezTo>
                <a:cubicBezTo>
                  <a:pt x="4406" y="1775"/>
                  <a:pt x="4395" y="1781"/>
                  <a:pt x="4384" y="1786"/>
                </a:cubicBezTo>
                <a:cubicBezTo>
                  <a:pt x="4373" y="1790"/>
                  <a:pt x="4361" y="1794"/>
                  <a:pt x="4349" y="1796"/>
                </a:cubicBezTo>
                <a:cubicBezTo>
                  <a:pt x="4337" y="1799"/>
                  <a:pt x="4325" y="1800"/>
                  <a:pt x="4313" y="1800"/>
                </a:cubicBezTo>
                <a:lnTo>
                  <a:pt x="185" y="1800"/>
                </a:lnTo>
                <a:cubicBezTo>
                  <a:pt x="173" y="1800"/>
                  <a:pt x="161" y="1799"/>
                  <a:pt x="149" y="1796"/>
                </a:cubicBezTo>
                <a:cubicBezTo>
                  <a:pt x="137" y="1794"/>
                  <a:pt x="125" y="1790"/>
                  <a:pt x="114" y="1786"/>
                </a:cubicBezTo>
                <a:cubicBezTo>
                  <a:pt x="103" y="1781"/>
                  <a:pt x="92" y="1775"/>
                  <a:pt x="82" y="1769"/>
                </a:cubicBezTo>
                <a:cubicBezTo>
                  <a:pt x="72" y="1762"/>
                  <a:pt x="62" y="1754"/>
                  <a:pt x="54" y="1746"/>
                </a:cubicBezTo>
                <a:cubicBezTo>
                  <a:pt x="45" y="1737"/>
                  <a:pt x="38" y="1728"/>
                  <a:pt x="31" y="1717"/>
                </a:cubicBezTo>
                <a:cubicBezTo>
                  <a:pt x="24" y="1707"/>
                  <a:pt x="18" y="1697"/>
                  <a:pt x="14" y="1685"/>
                </a:cubicBezTo>
                <a:cubicBezTo>
                  <a:pt x="9" y="1674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" name=""/>
          <p:cNvSpPr/>
          <p:nvPr/>
        </p:nvSpPr>
        <p:spPr>
          <a:xfrm>
            <a:off x="1774800" y="3025440"/>
            <a:ext cx="203400" cy="254160"/>
          </a:xfrm>
          <a:custGeom>
            <a:avLst/>
            <a:gdLst/>
            <a:ahLst/>
            <a:rect l="0" t="0" r="r" b="b"/>
            <a:pathLst>
              <a:path w="565" h="706">
                <a:moveTo>
                  <a:pt x="282" y="706"/>
                </a:moveTo>
                <a:cubicBezTo>
                  <a:pt x="199" y="686"/>
                  <a:pt x="132" y="638"/>
                  <a:pt x="79" y="563"/>
                </a:cubicBezTo>
                <a:cubicBezTo>
                  <a:pt x="26" y="488"/>
                  <a:pt x="0" y="405"/>
                  <a:pt x="0" y="315"/>
                </a:cubicBezTo>
                <a:lnTo>
                  <a:pt x="0" y="105"/>
                </a:lnTo>
                <a:lnTo>
                  <a:pt x="282" y="0"/>
                </a:lnTo>
                <a:lnTo>
                  <a:pt x="565" y="105"/>
                </a:lnTo>
                <a:lnTo>
                  <a:pt x="565" y="315"/>
                </a:lnTo>
                <a:cubicBezTo>
                  <a:pt x="565" y="405"/>
                  <a:pt x="539" y="488"/>
                  <a:pt x="486" y="563"/>
                </a:cubicBezTo>
                <a:cubicBezTo>
                  <a:pt x="433" y="638"/>
                  <a:pt x="364" y="686"/>
                  <a:pt x="282" y="706"/>
                </a:cubicBezTo>
                <a:moveTo>
                  <a:pt x="282" y="651"/>
                </a:moveTo>
                <a:cubicBezTo>
                  <a:pt x="349" y="629"/>
                  <a:pt x="405" y="587"/>
                  <a:pt x="448" y="525"/>
                </a:cubicBezTo>
                <a:cubicBezTo>
                  <a:pt x="491" y="463"/>
                  <a:pt x="512" y="392"/>
                  <a:pt x="512" y="315"/>
                </a:cubicBezTo>
                <a:lnTo>
                  <a:pt x="512" y="142"/>
                </a:lnTo>
                <a:lnTo>
                  <a:pt x="282" y="56"/>
                </a:lnTo>
                <a:lnTo>
                  <a:pt x="52" y="142"/>
                </a:lnTo>
                <a:lnTo>
                  <a:pt x="52" y="315"/>
                </a:lnTo>
                <a:cubicBezTo>
                  <a:pt x="52" y="392"/>
                  <a:pt x="74" y="463"/>
                  <a:pt x="116" y="525"/>
                </a:cubicBezTo>
                <a:cubicBezTo>
                  <a:pt x="159" y="587"/>
                  <a:pt x="214" y="629"/>
                  <a:pt x="282" y="651"/>
                </a:cubicBezTo>
                <a:moveTo>
                  <a:pt x="282" y="353"/>
                </a:moveTo>
                <a:lnTo>
                  <a:pt x="282" y="35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712680" y="231876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リスクと管理策の対応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103120" y="3008160"/>
            <a:ext cx="572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管理策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" name=""/>
          <p:cNvSpPr/>
          <p:nvPr/>
        </p:nvSpPr>
        <p:spPr>
          <a:xfrm>
            <a:off x="3576600" y="3205080"/>
            <a:ext cx="1495800" cy="276480"/>
          </a:xfrm>
          <a:custGeom>
            <a:avLst/>
            <a:gdLst/>
            <a:ahLst/>
            <a:rect l="0" t="0" r="r" b="b"/>
            <a:pathLst>
              <a:path w="4155" h="768">
                <a:moveTo>
                  <a:pt x="0" y="383"/>
                </a:moveTo>
                <a:cubicBezTo>
                  <a:pt x="0" y="358"/>
                  <a:pt x="2" y="333"/>
                  <a:pt x="7" y="309"/>
                </a:cubicBezTo>
                <a:cubicBezTo>
                  <a:pt x="12" y="284"/>
                  <a:pt x="19" y="260"/>
                  <a:pt x="29" y="237"/>
                </a:cubicBezTo>
                <a:cubicBezTo>
                  <a:pt x="38" y="213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6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3771" y="0"/>
                </a:lnTo>
                <a:cubicBezTo>
                  <a:pt x="3796" y="0"/>
                  <a:pt x="3821" y="2"/>
                  <a:pt x="3846" y="7"/>
                </a:cubicBezTo>
                <a:cubicBezTo>
                  <a:pt x="3870" y="12"/>
                  <a:pt x="3894" y="19"/>
                  <a:pt x="3918" y="29"/>
                </a:cubicBezTo>
                <a:cubicBezTo>
                  <a:pt x="3941" y="39"/>
                  <a:pt x="3963" y="50"/>
                  <a:pt x="3984" y="64"/>
                </a:cubicBezTo>
                <a:cubicBezTo>
                  <a:pt x="4005" y="78"/>
                  <a:pt x="4024" y="94"/>
                  <a:pt x="4042" y="112"/>
                </a:cubicBezTo>
                <a:cubicBezTo>
                  <a:pt x="4060" y="130"/>
                  <a:pt x="4076" y="149"/>
                  <a:pt x="4090" y="170"/>
                </a:cubicBezTo>
                <a:cubicBezTo>
                  <a:pt x="4104" y="191"/>
                  <a:pt x="4116" y="213"/>
                  <a:pt x="4125" y="237"/>
                </a:cubicBezTo>
                <a:cubicBezTo>
                  <a:pt x="4135" y="260"/>
                  <a:pt x="4142" y="284"/>
                  <a:pt x="4147" y="309"/>
                </a:cubicBezTo>
                <a:cubicBezTo>
                  <a:pt x="4152" y="333"/>
                  <a:pt x="4155" y="358"/>
                  <a:pt x="4155" y="383"/>
                </a:cubicBezTo>
                <a:cubicBezTo>
                  <a:pt x="4155" y="409"/>
                  <a:pt x="4152" y="434"/>
                  <a:pt x="4147" y="458"/>
                </a:cubicBezTo>
                <a:cubicBezTo>
                  <a:pt x="4142" y="483"/>
                  <a:pt x="4135" y="507"/>
                  <a:pt x="4125" y="530"/>
                </a:cubicBezTo>
                <a:cubicBezTo>
                  <a:pt x="4116" y="553"/>
                  <a:pt x="4104" y="576"/>
                  <a:pt x="4090" y="597"/>
                </a:cubicBezTo>
                <a:cubicBezTo>
                  <a:pt x="4076" y="617"/>
                  <a:pt x="4060" y="637"/>
                  <a:pt x="4042" y="655"/>
                </a:cubicBezTo>
                <a:cubicBezTo>
                  <a:pt x="4024" y="672"/>
                  <a:pt x="4005" y="689"/>
                  <a:pt x="3984" y="703"/>
                </a:cubicBezTo>
                <a:cubicBezTo>
                  <a:pt x="3963" y="717"/>
                  <a:pt x="3941" y="729"/>
                  <a:pt x="3918" y="739"/>
                </a:cubicBezTo>
                <a:cubicBezTo>
                  <a:pt x="3894" y="748"/>
                  <a:pt x="3870" y="756"/>
                  <a:pt x="3846" y="761"/>
                </a:cubicBezTo>
                <a:cubicBezTo>
                  <a:pt x="3821" y="766"/>
                  <a:pt x="3796" y="768"/>
                  <a:pt x="3771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6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2"/>
                  <a:pt x="112" y="655"/>
                </a:cubicBezTo>
                <a:cubicBezTo>
                  <a:pt x="94" y="637"/>
                  <a:pt x="78" y="617"/>
                  <a:pt x="64" y="597"/>
                </a:cubicBezTo>
                <a:cubicBezTo>
                  <a:pt x="50" y="576"/>
                  <a:pt x="38" y="553"/>
                  <a:pt x="29" y="530"/>
                </a:cubicBezTo>
                <a:cubicBezTo>
                  <a:pt x="19" y="507"/>
                  <a:pt x="12" y="483"/>
                  <a:pt x="7" y="458"/>
                </a:cubicBezTo>
                <a:cubicBezTo>
                  <a:pt x="2" y="434"/>
                  <a:pt x="0" y="409"/>
                  <a:pt x="0" y="3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" name=""/>
          <p:cNvSpPr/>
          <p:nvPr/>
        </p:nvSpPr>
        <p:spPr>
          <a:xfrm>
            <a:off x="3576600" y="3205080"/>
            <a:ext cx="1495800" cy="276480"/>
          </a:xfrm>
          <a:custGeom>
            <a:avLst/>
            <a:gdLst/>
            <a:ahLst/>
            <a:rect l="0" t="0" r="r" b="b"/>
            <a:pathLst>
              <a:path w="4155" h="768">
                <a:moveTo>
                  <a:pt x="0" y="383"/>
                </a:moveTo>
                <a:cubicBezTo>
                  <a:pt x="0" y="358"/>
                  <a:pt x="2" y="333"/>
                  <a:pt x="7" y="309"/>
                </a:cubicBezTo>
                <a:cubicBezTo>
                  <a:pt x="12" y="284"/>
                  <a:pt x="19" y="260"/>
                  <a:pt x="29" y="237"/>
                </a:cubicBezTo>
                <a:cubicBezTo>
                  <a:pt x="38" y="213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6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3771" y="0"/>
                </a:lnTo>
                <a:cubicBezTo>
                  <a:pt x="3796" y="0"/>
                  <a:pt x="3821" y="2"/>
                  <a:pt x="3846" y="7"/>
                </a:cubicBezTo>
                <a:cubicBezTo>
                  <a:pt x="3870" y="12"/>
                  <a:pt x="3894" y="19"/>
                  <a:pt x="3918" y="29"/>
                </a:cubicBezTo>
                <a:cubicBezTo>
                  <a:pt x="3941" y="39"/>
                  <a:pt x="3963" y="50"/>
                  <a:pt x="3984" y="64"/>
                </a:cubicBezTo>
                <a:cubicBezTo>
                  <a:pt x="4005" y="78"/>
                  <a:pt x="4024" y="94"/>
                  <a:pt x="4042" y="112"/>
                </a:cubicBezTo>
                <a:cubicBezTo>
                  <a:pt x="4060" y="130"/>
                  <a:pt x="4076" y="149"/>
                  <a:pt x="4090" y="170"/>
                </a:cubicBezTo>
                <a:cubicBezTo>
                  <a:pt x="4104" y="191"/>
                  <a:pt x="4116" y="213"/>
                  <a:pt x="4125" y="237"/>
                </a:cubicBezTo>
                <a:cubicBezTo>
                  <a:pt x="4135" y="260"/>
                  <a:pt x="4142" y="284"/>
                  <a:pt x="4147" y="309"/>
                </a:cubicBezTo>
                <a:cubicBezTo>
                  <a:pt x="4152" y="333"/>
                  <a:pt x="4155" y="358"/>
                  <a:pt x="4155" y="383"/>
                </a:cubicBezTo>
                <a:cubicBezTo>
                  <a:pt x="4155" y="409"/>
                  <a:pt x="4152" y="434"/>
                  <a:pt x="4147" y="458"/>
                </a:cubicBezTo>
                <a:cubicBezTo>
                  <a:pt x="4142" y="483"/>
                  <a:pt x="4135" y="507"/>
                  <a:pt x="4125" y="530"/>
                </a:cubicBezTo>
                <a:cubicBezTo>
                  <a:pt x="4116" y="553"/>
                  <a:pt x="4104" y="576"/>
                  <a:pt x="4090" y="597"/>
                </a:cubicBezTo>
                <a:cubicBezTo>
                  <a:pt x="4076" y="617"/>
                  <a:pt x="4060" y="637"/>
                  <a:pt x="4042" y="655"/>
                </a:cubicBezTo>
                <a:cubicBezTo>
                  <a:pt x="4024" y="672"/>
                  <a:pt x="4005" y="689"/>
                  <a:pt x="3984" y="703"/>
                </a:cubicBezTo>
                <a:cubicBezTo>
                  <a:pt x="3963" y="717"/>
                  <a:pt x="3941" y="729"/>
                  <a:pt x="3918" y="739"/>
                </a:cubicBezTo>
                <a:cubicBezTo>
                  <a:pt x="3894" y="748"/>
                  <a:pt x="3870" y="756"/>
                  <a:pt x="3846" y="761"/>
                </a:cubicBezTo>
                <a:cubicBezTo>
                  <a:pt x="3821" y="766"/>
                  <a:pt x="3796" y="768"/>
                  <a:pt x="3771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6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2"/>
                  <a:pt x="112" y="655"/>
                </a:cubicBezTo>
                <a:cubicBezTo>
                  <a:pt x="94" y="637"/>
                  <a:pt x="78" y="617"/>
                  <a:pt x="64" y="597"/>
                </a:cubicBezTo>
                <a:cubicBezTo>
                  <a:pt x="50" y="576"/>
                  <a:pt x="38" y="553"/>
                  <a:pt x="29" y="530"/>
                </a:cubicBezTo>
                <a:cubicBezTo>
                  <a:pt x="19" y="507"/>
                  <a:pt x="12" y="483"/>
                  <a:pt x="7" y="458"/>
                </a:cubicBezTo>
                <a:cubicBezTo>
                  <a:pt x="2" y="434"/>
                  <a:pt x="0" y="409"/>
                  <a:pt x="0" y="383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570120" y="2820960"/>
            <a:ext cx="7096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つの管理策は、ホストとの境界と外部との境界に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2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つずつ置かれる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" name=""/>
          <p:cNvSpPr/>
          <p:nvPr/>
        </p:nvSpPr>
        <p:spPr>
          <a:xfrm>
            <a:off x="5157720" y="3205080"/>
            <a:ext cx="1028880" cy="276480"/>
          </a:xfrm>
          <a:custGeom>
            <a:avLst/>
            <a:gdLst/>
            <a:ahLst/>
            <a:rect l="0" t="0" r="r" b="b"/>
            <a:pathLst>
              <a:path w="2858" h="768">
                <a:moveTo>
                  <a:pt x="0" y="383"/>
                </a:moveTo>
                <a:cubicBezTo>
                  <a:pt x="0" y="358"/>
                  <a:pt x="2" y="333"/>
                  <a:pt x="7" y="309"/>
                </a:cubicBezTo>
                <a:cubicBezTo>
                  <a:pt x="12" y="284"/>
                  <a:pt x="19" y="260"/>
                  <a:pt x="29" y="237"/>
                </a:cubicBezTo>
                <a:cubicBezTo>
                  <a:pt x="39" y="213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7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2475" y="0"/>
                </a:lnTo>
                <a:cubicBezTo>
                  <a:pt x="2500" y="0"/>
                  <a:pt x="2525" y="2"/>
                  <a:pt x="2549" y="7"/>
                </a:cubicBezTo>
                <a:cubicBezTo>
                  <a:pt x="2574" y="12"/>
                  <a:pt x="2598" y="19"/>
                  <a:pt x="2621" y="29"/>
                </a:cubicBezTo>
                <a:cubicBezTo>
                  <a:pt x="2645" y="39"/>
                  <a:pt x="2667" y="50"/>
                  <a:pt x="2688" y="64"/>
                </a:cubicBezTo>
                <a:cubicBezTo>
                  <a:pt x="2709" y="78"/>
                  <a:pt x="2728" y="94"/>
                  <a:pt x="2746" y="112"/>
                </a:cubicBezTo>
                <a:cubicBezTo>
                  <a:pt x="2764" y="130"/>
                  <a:pt x="2780" y="149"/>
                  <a:pt x="2794" y="170"/>
                </a:cubicBezTo>
                <a:cubicBezTo>
                  <a:pt x="2808" y="191"/>
                  <a:pt x="2819" y="213"/>
                  <a:pt x="2829" y="237"/>
                </a:cubicBezTo>
                <a:cubicBezTo>
                  <a:pt x="2839" y="260"/>
                  <a:pt x="2846" y="284"/>
                  <a:pt x="2851" y="309"/>
                </a:cubicBezTo>
                <a:cubicBezTo>
                  <a:pt x="2856" y="333"/>
                  <a:pt x="2858" y="358"/>
                  <a:pt x="2858" y="383"/>
                </a:cubicBezTo>
                <a:cubicBezTo>
                  <a:pt x="2858" y="409"/>
                  <a:pt x="2856" y="434"/>
                  <a:pt x="2851" y="458"/>
                </a:cubicBezTo>
                <a:cubicBezTo>
                  <a:pt x="2846" y="483"/>
                  <a:pt x="2839" y="507"/>
                  <a:pt x="2829" y="530"/>
                </a:cubicBezTo>
                <a:cubicBezTo>
                  <a:pt x="2819" y="553"/>
                  <a:pt x="2808" y="576"/>
                  <a:pt x="2794" y="597"/>
                </a:cubicBezTo>
                <a:cubicBezTo>
                  <a:pt x="2780" y="617"/>
                  <a:pt x="2764" y="637"/>
                  <a:pt x="2746" y="655"/>
                </a:cubicBezTo>
                <a:cubicBezTo>
                  <a:pt x="2728" y="672"/>
                  <a:pt x="2709" y="689"/>
                  <a:pt x="2688" y="703"/>
                </a:cubicBezTo>
                <a:cubicBezTo>
                  <a:pt x="2667" y="717"/>
                  <a:pt x="2645" y="729"/>
                  <a:pt x="2621" y="739"/>
                </a:cubicBezTo>
                <a:cubicBezTo>
                  <a:pt x="2598" y="748"/>
                  <a:pt x="2574" y="756"/>
                  <a:pt x="2549" y="761"/>
                </a:cubicBezTo>
                <a:cubicBezTo>
                  <a:pt x="2525" y="766"/>
                  <a:pt x="2500" y="768"/>
                  <a:pt x="2475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2"/>
                  <a:pt x="112" y="655"/>
                </a:cubicBezTo>
                <a:cubicBezTo>
                  <a:pt x="94" y="637"/>
                  <a:pt x="78" y="617"/>
                  <a:pt x="64" y="597"/>
                </a:cubicBezTo>
                <a:cubicBezTo>
                  <a:pt x="50" y="576"/>
                  <a:pt x="39" y="553"/>
                  <a:pt x="29" y="530"/>
                </a:cubicBezTo>
                <a:cubicBezTo>
                  <a:pt x="19" y="507"/>
                  <a:pt x="12" y="483"/>
                  <a:pt x="7" y="458"/>
                </a:cubicBezTo>
                <a:cubicBezTo>
                  <a:pt x="2" y="434"/>
                  <a:pt x="0" y="409"/>
                  <a:pt x="0" y="3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" name=""/>
          <p:cNvSpPr/>
          <p:nvPr/>
        </p:nvSpPr>
        <p:spPr>
          <a:xfrm>
            <a:off x="5157720" y="3205080"/>
            <a:ext cx="1028880" cy="276480"/>
          </a:xfrm>
          <a:custGeom>
            <a:avLst/>
            <a:gdLst/>
            <a:ahLst/>
            <a:rect l="0" t="0" r="r" b="b"/>
            <a:pathLst>
              <a:path w="2858" h="768">
                <a:moveTo>
                  <a:pt x="0" y="383"/>
                </a:moveTo>
                <a:cubicBezTo>
                  <a:pt x="0" y="358"/>
                  <a:pt x="2" y="333"/>
                  <a:pt x="7" y="309"/>
                </a:cubicBezTo>
                <a:cubicBezTo>
                  <a:pt x="12" y="284"/>
                  <a:pt x="19" y="260"/>
                  <a:pt x="29" y="237"/>
                </a:cubicBezTo>
                <a:cubicBezTo>
                  <a:pt x="39" y="213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7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2475" y="0"/>
                </a:lnTo>
                <a:cubicBezTo>
                  <a:pt x="2500" y="0"/>
                  <a:pt x="2525" y="2"/>
                  <a:pt x="2549" y="7"/>
                </a:cubicBezTo>
                <a:cubicBezTo>
                  <a:pt x="2574" y="12"/>
                  <a:pt x="2598" y="19"/>
                  <a:pt x="2621" y="29"/>
                </a:cubicBezTo>
                <a:cubicBezTo>
                  <a:pt x="2645" y="39"/>
                  <a:pt x="2667" y="50"/>
                  <a:pt x="2688" y="64"/>
                </a:cubicBezTo>
                <a:cubicBezTo>
                  <a:pt x="2709" y="78"/>
                  <a:pt x="2728" y="94"/>
                  <a:pt x="2746" y="112"/>
                </a:cubicBezTo>
                <a:cubicBezTo>
                  <a:pt x="2764" y="130"/>
                  <a:pt x="2780" y="149"/>
                  <a:pt x="2794" y="170"/>
                </a:cubicBezTo>
                <a:cubicBezTo>
                  <a:pt x="2808" y="191"/>
                  <a:pt x="2819" y="213"/>
                  <a:pt x="2829" y="237"/>
                </a:cubicBezTo>
                <a:cubicBezTo>
                  <a:pt x="2839" y="260"/>
                  <a:pt x="2846" y="284"/>
                  <a:pt x="2851" y="309"/>
                </a:cubicBezTo>
                <a:cubicBezTo>
                  <a:pt x="2856" y="333"/>
                  <a:pt x="2858" y="358"/>
                  <a:pt x="2858" y="383"/>
                </a:cubicBezTo>
                <a:cubicBezTo>
                  <a:pt x="2858" y="409"/>
                  <a:pt x="2856" y="434"/>
                  <a:pt x="2851" y="458"/>
                </a:cubicBezTo>
                <a:cubicBezTo>
                  <a:pt x="2846" y="483"/>
                  <a:pt x="2839" y="507"/>
                  <a:pt x="2829" y="530"/>
                </a:cubicBezTo>
                <a:cubicBezTo>
                  <a:pt x="2819" y="553"/>
                  <a:pt x="2808" y="576"/>
                  <a:pt x="2794" y="597"/>
                </a:cubicBezTo>
                <a:cubicBezTo>
                  <a:pt x="2780" y="617"/>
                  <a:pt x="2764" y="637"/>
                  <a:pt x="2746" y="655"/>
                </a:cubicBezTo>
                <a:cubicBezTo>
                  <a:pt x="2728" y="672"/>
                  <a:pt x="2709" y="689"/>
                  <a:pt x="2688" y="703"/>
                </a:cubicBezTo>
                <a:cubicBezTo>
                  <a:pt x="2667" y="717"/>
                  <a:pt x="2645" y="729"/>
                  <a:pt x="2621" y="739"/>
                </a:cubicBezTo>
                <a:cubicBezTo>
                  <a:pt x="2598" y="748"/>
                  <a:pt x="2574" y="756"/>
                  <a:pt x="2549" y="761"/>
                </a:cubicBezTo>
                <a:cubicBezTo>
                  <a:pt x="2525" y="766"/>
                  <a:pt x="2500" y="768"/>
                  <a:pt x="2475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2"/>
                  <a:pt x="112" y="655"/>
                </a:cubicBezTo>
                <a:cubicBezTo>
                  <a:pt x="94" y="637"/>
                  <a:pt x="78" y="617"/>
                  <a:pt x="64" y="597"/>
                </a:cubicBezTo>
                <a:cubicBezTo>
                  <a:pt x="50" y="576"/>
                  <a:pt x="39" y="553"/>
                  <a:pt x="29" y="530"/>
                </a:cubicBezTo>
                <a:cubicBezTo>
                  <a:pt x="19" y="507"/>
                  <a:pt x="12" y="483"/>
                  <a:pt x="7" y="458"/>
                </a:cubicBezTo>
                <a:cubicBezTo>
                  <a:pt x="2" y="434"/>
                  <a:pt x="0" y="409"/>
                  <a:pt x="0" y="383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712680" y="323316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通信の許可リスト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" name=""/>
          <p:cNvSpPr/>
          <p:nvPr/>
        </p:nvSpPr>
        <p:spPr>
          <a:xfrm>
            <a:off x="6271920" y="3205080"/>
            <a:ext cx="1343520" cy="276480"/>
          </a:xfrm>
          <a:custGeom>
            <a:avLst/>
            <a:gdLst/>
            <a:ahLst/>
            <a:rect l="0" t="0" r="r" b="b"/>
            <a:pathLst>
              <a:path w="3732" h="768">
                <a:moveTo>
                  <a:pt x="0" y="383"/>
                </a:moveTo>
                <a:cubicBezTo>
                  <a:pt x="0" y="358"/>
                  <a:pt x="3" y="333"/>
                  <a:pt x="8" y="309"/>
                </a:cubicBezTo>
                <a:cubicBezTo>
                  <a:pt x="13" y="284"/>
                  <a:pt x="20" y="260"/>
                  <a:pt x="30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3" y="112"/>
                </a:cubicBezTo>
                <a:cubicBezTo>
                  <a:pt x="130" y="94"/>
                  <a:pt x="150" y="78"/>
                  <a:pt x="171" y="64"/>
                </a:cubicBezTo>
                <a:cubicBezTo>
                  <a:pt x="192" y="50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lnTo>
                  <a:pt x="3348" y="0"/>
                </a:lnTo>
                <a:cubicBezTo>
                  <a:pt x="3373" y="0"/>
                  <a:pt x="3398" y="2"/>
                  <a:pt x="3423" y="7"/>
                </a:cubicBezTo>
                <a:cubicBezTo>
                  <a:pt x="3448" y="12"/>
                  <a:pt x="3472" y="19"/>
                  <a:pt x="3495" y="29"/>
                </a:cubicBezTo>
                <a:cubicBezTo>
                  <a:pt x="3518" y="39"/>
                  <a:pt x="3540" y="50"/>
                  <a:pt x="3561" y="64"/>
                </a:cubicBezTo>
                <a:cubicBezTo>
                  <a:pt x="3582" y="78"/>
                  <a:pt x="3602" y="94"/>
                  <a:pt x="3620" y="112"/>
                </a:cubicBezTo>
                <a:cubicBezTo>
                  <a:pt x="3637" y="130"/>
                  <a:pt x="3653" y="149"/>
                  <a:pt x="3667" y="170"/>
                </a:cubicBezTo>
                <a:cubicBezTo>
                  <a:pt x="3681" y="191"/>
                  <a:pt x="3693" y="213"/>
                  <a:pt x="3703" y="237"/>
                </a:cubicBezTo>
                <a:cubicBezTo>
                  <a:pt x="3712" y="260"/>
                  <a:pt x="3720" y="284"/>
                  <a:pt x="3725" y="309"/>
                </a:cubicBezTo>
                <a:cubicBezTo>
                  <a:pt x="3729" y="333"/>
                  <a:pt x="3732" y="358"/>
                  <a:pt x="3732" y="383"/>
                </a:cubicBezTo>
                <a:cubicBezTo>
                  <a:pt x="3732" y="409"/>
                  <a:pt x="3729" y="434"/>
                  <a:pt x="3725" y="458"/>
                </a:cubicBezTo>
                <a:cubicBezTo>
                  <a:pt x="3720" y="483"/>
                  <a:pt x="3712" y="507"/>
                  <a:pt x="3703" y="530"/>
                </a:cubicBezTo>
                <a:cubicBezTo>
                  <a:pt x="3693" y="553"/>
                  <a:pt x="3681" y="576"/>
                  <a:pt x="3667" y="597"/>
                </a:cubicBezTo>
                <a:cubicBezTo>
                  <a:pt x="3653" y="617"/>
                  <a:pt x="3637" y="637"/>
                  <a:pt x="3620" y="655"/>
                </a:cubicBezTo>
                <a:cubicBezTo>
                  <a:pt x="3602" y="672"/>
                  <a:pt x="3582" y="689"/>
                  <a:pt x="3561" y="703"/>
                </a:cubicBezTo>
                <a:cubicBezTo>
                  <a:pt x="3540" y="717"/>
                  <a:pt x="3518" y="729"/>
                  <a:pt x="3495" y="739"/>
                </a:cubicBezTo>
                <a:cubicBezTo>
                  <a:pt x="3472" y="748"/>
                  <a:pt x="3448" y="756"/>
                  <a:pt x="3423" y="761"/>
                </a:cubicBezTo>
                <a:cubicBezTo>
                  <a:pt x="3398" y="766"/>
                  <a:pt x="3373" y="768"/>
                  <a:pt x="3348" y="768"/>
                </a:cubicBezTo>
                <a:lnTo>
                  <a:pt x="384" y="768"/>
                </a:ln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4" y="729"/>
                  <a:pt x="192" y="717"/>
                  <a:pt x="171" y="703"/>
                </a:cubicBezTo>
                <a:cubicBezTo>
                  <a:pt x="150" y="689"/>
                  <a:pt x="130" y="672"/>
                  <a:pt x="113" y="655"/>
                </a:cubicBezTo>
                <a:cubicBezTo>
                  <a:pt x="95" y="637"/>
                  <a:pt x="79" y="617"/>
                  <a:pt x="65" y="597"/>
                </a:cubicBezTo>
                <a:cubicBezTo>
                  <a:pt x="51" y="576"/>
                  <a:pt x="39" y="553"/>
                  <a:pt x="30" y="530"/>
                </a:cubicBezTo>
                <a:cubicBezTo>
                  <a:pt x="20" y="507"/>
                  <a:pt x="13" y="483"/>
                  <a:pt x="8" y="458"/>
                </a:cubicBezTo>
                <a:cubicBezTo>
                  <a:pt x="3" y="434"/>
                  <a:pt x="0" y="409"/>
                  <a:pt x="0" y="3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" name=""/>
          <p:cNvSpPr/>
          <p:nvPr/>
        </p:nvSpPr>
        <p:spPr>
          <a:xfrm>
            <a:off x="6271920" y="3205080"/>
            <a:ext cx="1343520" cy="276480"/>
          </a:xfrm>
          <a:custGeom>
            <a:avLst/>
            <a:gdLst/>
            <a:ahLst/>
            <a:rect l="0" t="0" r="r" b="b"/>
            <a:pathLst>
              <a:path w="3732" h="768">
                <a:moveTo>
                  <a:pt x="0" y="383"/>
                </a:moveTo>
                <a:cubicBezTo>
                  <a:pt x="0" y="358"/>
                  <a:pt x="3" y="333"/>
                  <a:pt x="8" y="309"/>
                </a:cubicBezTo>
                <a:cubicBezTo>
                  <a:pt x="13" y="284"/>
                  <a:pt x="20" y="260"/>
                  <a:pt x="30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3" y="112"/>
                </a:cubicBezTo>
                <a:cubicBezTo>
                  <a:pt x="130" y="94"/>
                  <a:pt x="150" y="78"/>
                  <a:pt x="171" y="64"/>
                </a:cubicBezTo>
                <a:cubicBezTo>
                  <a:pt x="192" y="50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lnTo>
                  <a:pt x="3348" y="0"/>
                </a:lnTo>
                <a:cubicBezTo>
                  <a:pt x="3373" y="0"/>
                  <a:pt x="3398" y="2"/>
                  <a:pt x="3423" y="7"/>
                </a:cubicBezTo>
                <a:cubicBezTo>
                  <a:pt x="3448" y="12"/>
                  <a:pt x="3472" y="19"/>
                  <a:pt x="3495" y="29"/>
                </a:cubicBezTo>
                <a:cubicBezTo>
                  <a:pt x="3518" y="39"/>
                  <a:pt x="3540" y="50"/>
                  <a:pt x="3561" y="64"/>
                </a:cubicBezTo>
                <a:cubicBezTo>
                  <a:pt x="3582" y="78"/>
                  <a:pt x="3602" y="94"/>
                  <a:pt x="3620" y="112"/>
                </a:cubicBezTo>
                <a:cubicBezTo>
                  <a:pt x="3637" y="130"/>
                  <a:pt x="3653" y="149"/>
                  <a:pt x="3667" y="170"/>
                </a:cubicBezTo>
                <a:cubicBezTo>
                  <a:pt x="3681" y="191"/>
                  <a:pt x="3693" y="213"/>
                  <a:pt x="3703" y="237"/>
                </a:cubicBezTo>
                <a:cubicBezTo>
                  <a:pt x="3712" y="260"/>
                  <a:pt x="3720" y="284"/>
                  <a:pt x="3725" y="309"/>
                </a:cubicBezTo>
                <a:cubicBezTo>
                  <a:pt x="3729" y="333"/>
                  <a:pt x="3732" y="358"/>
                  <a:pt x="3732" y="383"/>
                </a:cubicBezTo>
                <a:cubicBezTo>
                  <a:pt x="3732" y="409"/>
                  <a:pt x="3729" y="434"/>
                  <a:pt x="3725" y="458"/>
                </a:cubicBezTo>
                <a:cubicBezTo>
                  <a:pt x="3720" y="483"/>
                  <a:pt x="3712" y="507"/>
                  <a:pt x="3703" y="530"/>
                </a:cubicBezTo>
                <a:cubicBezTo>
                  <a:pt x="3693" y="553"/>
                  <a:pt x="3681" y="576"/>
                  <a:pt x="3667" y="597"/>
                </a:cubicBezTo>
                <a:cubicBezTo>
                  <a:pt x="3653" y="617"/>
                  <a:pt x="3637" y="637"/>
                  <a:pt x="3620" y="655"/>
                </a:cubicBezTo>
                <a:cubicBezTo>
                  <a:pt x="3602" y="672"/>
                  <a:pt x="3582" y="689"/>
                  <a:pt x="3561" y="703"/>
                </a:cubicBezTo>
                <a:cubicBezTo>
                  <a:pt x="3540" y="717"/>
                  <a:pt x="3518" y="729"/>
                  <a:pt x="3495" y="739"/>
                </a:cubicBezTo>
                <a:cubicBezTo>
                  <a:pt x="3472" y="748"/>
                  <a:pt x="3448" y="756"/>
                  <a:pt x="3423" y="761"/>
                </a:cubicBezTo>
                <a:cubicBezTo>
                  <a:pt x="3398" y="766"/>
                  <a:pt x="3373" y="768"/>
                  <a:pt x="3348" y="768"/>
                </a:cubicBezTo>
                <a:lnTo>
                  <a:pt x="384" y="768"/>
                </a:ln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4" y="729"/>
                  <a:pt x="192" y="717"/>
                  <a:pt x="171" y="703"/>
                </a:cubicBezTo>
                <a:cubicBezTo>
                  <a:pt x="150" y="689"/>
                  <a:pt x="130" y="672"/>
                  <a:pt x="113" y="655"/>
                </a:cubicBezTo>
                <a:cubicBezTo>
                  <a:pt x="95" y="637"/>
                  <a:pt x="79" y="617"/>
                  <a:pt x="65" y="597"/>
                </a:cubicBezTo>
                <a:cubicBezTo>
                  <a:pt x="51" y="576"/>
                  <a:pt x="39" y="553"/>
                  <a:pt x="30" y="530"/>
                </a:cubicBezTo>
                <a:cubicBezTo>
                  <a:pt x="20" y="507"/>
                  <a:pt x="13" y="483"/>
                  <a:pt x="8" y="458"/>
                </a:cubicBezTo>
                <a:cubicBezTo>
                  <a:pt x="3" y="434"/>
                  <a:pt x="0" y="409"/>
                  <a:pt x="0" y="383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294160" y="3233160"/>
            <a:ext cx="846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非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root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実行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" name=""/>
          <p:cNvSpPr/>
          <p:nvPr/>
        </p:nvSpPr>
        <p:spPr>
          <a:xfrm>
            <a:off x="1581120" y="3743280"/>
            <a:ext cx="1619280" cy="648000"/>
          </a:xfrm>
          <a:custGeom>
            <a:avLst/>
            <a:gdLst/>
            <a:ahLst/>
            <a:rect l="0" t="0" r="r" b="b"/>
            <a:pathLst>
              <a:path w="4498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615"/>
                </a:lnTo>
                <a:cubicBezTo>
                  <a:pt x="4498" y="1627"/>
                  <a:pt x="4497" y="1639"/>
                  <a:pt x="4495" y="1651"/>
                </a:cubicBezTo>
                <a:cubicBezTo>
                  <a:pt x="4493" y="1663"/>
                  <a:pt x="4489" y="1674"/>
                  <a:pt x="4484" y="1685"/>
                </a:cubicBezTo>
                <a:cubicBezTo>
                  <a:pt x="4480" y="1697"/>
                  <a:pt x="4474" y="1707"/>
                  <a:pt x="4467" y="1717"/>
                </a:cubicBezTo>
                <a:cubicBezTo>
                  <a:pt x="4461" y="1728"/>
                  <a:pt x="4453" y="1737"/>
                  <a:pt x="4444" y="1746"/>
                </a:cubicBezTo>
                <a:cubicBezTo>
                  <a:pt x="4436" y="1754"/>
                  <a:pt x="4426" y="1762"/>
                  <a:pt x="4416" y="1769"/>
                </a:cubicBezTo>
                <a:cubicBezTo>
                  <a:pt x="4406" y="1775"/>
                  <a:pt x="4395" y="1781"/>
                  <a:pt x="4384" y="1786"/>
                </a:cubicBezTo>
                <a:cubicBezTo>
                  <a:pt x="4373" y="1790"/>
                  <a:pt x="4361" y="1794"/>
                  <a:pt x="4349" y="1796"/>
                </a:cubicBezTo>
                <a:cubicBezTo>
                  <a:pt x="4337" y="1799"/>
                  <a:pt x="4325" y="1800"/>
                  <a:pt x="4313" y="1800"/>
                </a:cubicBezTo>
                <a:lnTo>
                  <a:pt x="185" y="1800"/>
                </a:lnTo>
                <a:cubicBezTo>
                  <a:pt x="173" y="1800"/>
                  <a:pt x="161" y="1799"/>
                  <a:pt x="149" y="1796"/>
                </a:cubicBezTo>
                <a:cubicBezTo>
                  <a:pt x="137" y="1794"/>
                  <a:pt x="125" y="1790"/>
                  <a:pt x="114" y="1786"/>
                </a:cubicBezTo>
                <a:cubicBezTo>
                  <a:pt x="103" y="1781"/>
                  <a:pt x="92" y="1775"/>
                  <a:pt x="82" y="1769"/>
                </a:cubicBezTo>
                <a:cubicBezTo>
                  <a:pt x="72" y="1762"/>
                  <a:pt x="62" y="1754"/>
                  <a:pt x="54" y="1746"/>
                </a:cubicBezTo>
                <a:cubicBezTo>
                  <a:pt x="45" y="1737"/>
                  <a:pt x="38" y="1728"/>
                  <a:pt x="31" y="1717"/>
                </a:cubicBezTo>
                <a:cubicBezTo>
                  <a:pt x="24" y="1707"/>
                  <a:pt x="18" y="1697"/>
                  <a:pt x="14" y="1685"/>
                </a:cubicBezTo>
                <a:cubicBezTo>
                  <a:pt x="9" y="1674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" name=""/>
          <p:cNvSpPr/>
          <p:nvPr/>
        </p:nvSpPr>
        <p:spPr>
          <a:xfrm>
            <a:off x="1581120" y="3743280"/>
            <a:ext cx="1619280" cy="648000"/>
          </a:xfrm>
          <a:custGeom>
            <a:avLst/>
            <a:gdLst/>
            <a:ahLst/>
            <a:rect l="0" t="0" r="r" b="b"/>
            <a:pathLst>
              <a:path w="4498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615"/>
                </a:lnTo>
                <a:cubicBezTo>
                  <a:pt x="4498" y="1627"/>
                  <a:pt x="4497" y="1639"/>
                  <a:pt x="4495" y="1651"/>
                </a:cubicBezTo>
                <a:cubicBezTo>
                  <a:pt x="4493" y="1663"/>
                  <a:pt x="4489" y="1674"/>
                  <a:pt x="4484" y="1685"/>
                </a:cubicBezTo>
                <a:cubicBezTo>
                  <a:pt x="4480" y="1697"/>
                  <a:pt x="4474" y="1707"/>
                  <a:pt x="4467" y="1717"/>
                </a:cubicBezTo>
                <a:cubicBezTo>
                  <a:pt x="4461" y="1728"/>
                  <a:pt x="4453" y="1737"/>
                  <a:pt x="4444" y="1746"/>
                </a:cubicBezTo>
                <a:cubicBezTo>
                  <a:pt x="4436" y="1754"/>
                  <a:pt x="4426" y="1762"/>
                  <a:pt x="4416" y="1769"/>
                </a:cubicBezTo>
                <a:cubicBezTo>
                  <a:pt x="4406" y="1775"/>
                  <a:pt x="4395" y="1781"/>
                  <a:pt x="4384" y="1786"/>
                </a:cubicBezTo>
                <a:cubicBezTo>
                  <a:pt x="4373" y="1790"/>
                  <a:pt x="4361" y="1794"/>
                  <a:pt x="4349" y="1796"/>
                </a:cubicBezTo>
                <a:cubicBezTo>
                  <a:pt x="4337" y="1799"/>
                  <a:pt x="4325" y="1800"/>
                  <a:pt x="4313" y="1800"/>
                </a:cubicBezTo>
                <a:lnTo>
                  <a:pt x="185" y="1800"/>
                </a:lnTo>
                <a:cubicBezTo>
                  <a:pt x="173" y="1800"/>
                  <a:pt x="161" y="1799"/>
                  <a:pt x="149" y="1796"/>
                </a:cubicBezTo>
                <a:cubicBezTo>
                  <a:pt x="137" y="1794"/>
                  <a:pt x="125" y="1790"/>
                  <a:pt x="114" y="1786"/>
                </a:cubicBezTo>
                <a:cubicBezTo>
                  <a:pt x="103" y="1781"/>
                  <a:pt x="92" y="1775"/>
                  <a:pt x="82" y="1769"/>
                </a:cubicBezTo>
                <a:cubicBezTo>
                  <a:pt x="72" y="1762"/>
                  <a:pt x="62" y="1754"/>
                  <a:pt x="54" y="1746"/>
                </a:cubicBezTo>
                <a:cubicBezTo>
                  <a:pt x="45" y="1737"/>
                  <a:pt x="38" y="1728"/>
                  <a:pt x="31" y="1717"/>
                </a:cubicBezTo>
                <a:cubicBezTo>
                  <a:pt x="24" y="1707"/>
                  <a:pt x="18" y="1697"/>
                  <a:pt x="14" y="1685"/>
                </a:cubicBezTo>
                <a:cubicBezTo>
                  <a:pt x="9" y="1674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" name=""/>
          <p:cNvSpPr/>
          <p:nvPr/>
        </p:nvSpPr>
        <p:spPr>
          <a:xfrm>
            <a:off x="1749240" y="3966120"/>
            <a:ext cx="254520" cy="202680"/>
          </a:xfrm>
          <a:custGeom>
            <a:avLst/>
            <a:gdLst/>
            <a:ahLst/>
            <a:rect l="0" t="0" r="r" b="b"/>
            <a:pathLst>
              <a:path w="707" h="563">
                <a:moveTo>
                  <a:pt x="438" y="563"/>
                </a:moveTo>
                <a:lnTo>
                  <a:pt x="400" y="526"/>
                </a:lnTo>
                <a:lnTo>
                  <a:pt x="499" y="427"/>
                </a:lnTo>
                <a:lnTo>
                  <a:pt x="400" y="330"/>
                </a:lnTo>
                <a:lnTo>
                  <a:pt x="438" y="293"/>
                </a:lnTo>
                <a:lnTo>
                  <a:pt x="536" y="390"/>
                </a:lnTo>
                <a:lnTo>
                  <a:pt x="634" y="293"/>
                </a:lnTo>
                <a:lnTo>
                  <a:pt x="671" y="330"/>
                </a:lnTo>
                <a:lnTo>
                  <a:pt x="573" y="427"/>
                </a:lnTo>
                <a:lnTo>
                  <a:pt x="671" y="526"/>
                </a:lnTo>
                <a:lnTo>
                  <a:pt x="634" y="563"/>
                </a:lnTo>
                <a:lnTo>
                  <a:pt x="536" y="465"/>
                </a:lnTo>
                <a:lnTo>
                  <a:pt x="438" y="563"/>
                </a:lnTo>
                <a:moveTo>
                  <a:pt x="512" y="233"/>
                </a:moveTo>
                <a:lnTo>
                  <a:pt x="385" y="107"/>
                </a:lnTo>
                <a:lnTo>
                  <a:pt x="422" y="70"/>
                </a:lnTo>
                <a:lnTo>
                  <a:pt x="512" y="158"/>
                </a:lnTo>
                <a:lnTo>
                  <a:pt x="670" y="0"/>
                </a:lnTo>
                <a:lnTo>
                  <a:pt x="707" y="38"/>
                </a:lnTo>
                <a:lnTo>
                  <a:pt x="512" y="233"/>
                </a:lnTo>
                <a:moveTo>
                  <a:pt x="0" y="448"/>
                </a:moveTo>
                <a:lnTo>
                  <a:pt x="0" y="395"/>
                </a:lnTo>
                <a:lnTo>
                  <a:pt x="318" y="395"/>
                </a:lnTo>
                <a:lnTo>
                  <a:pt x="318" y="448"/>
                </a:lnTo>
                <a:lnTo>
                  <a:pt x="0" y="448"/>
                </a:lnTo>
                <a:moveTo>
                  <a:pt x="0" y="166"/>
                </a:moveTo>
                <a:lnTo>
                  <a:pt x="0" y="113"/>
                </a:lnTo>
                <a:lnTo>
                  <a:pt x="318" y="113"/>
                </a:lnTo>
                <a:lnTo>
                  <a:pt x="318" y="166"/>
                </a:lnTo>
                <a:lnTo>
                  <a:pt x="0" y="16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409080" y="323316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ファイルの隔離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103120" y="3922560"/>
            <a:ext cx="572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有効性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0" name=""/>
          <p:cNvSpPr/>
          <p:nvPr/>
        </p:nvSpPr>
        <p:spPr>
          <a:xfrm>
            <a:off x="3576600" y="4119480"/>
            <a:ext cx="1876680" cy="276480"/>
          </a:xfrm>
          <a:custGeom>
            <a:avLst/>
            <a:gdLst/>
            <a:ahLst/>
            <a:rect l="0" t="0" r="r" b="b"/>
            <a:pathLst>
              <a:path w="5213" h="768">
                <a:moveTo>
                  <a:pt x="0" y="383"/>
                </a:moveTo>
                <a:cubicBezTo>
                  <a:pt x="0" y="358"/>
                  <a:pt x="2" y="333"/>
                  <a:pt x="7" y="309"/>
                </a:cubicBezTo>
                <a:cubicBezTo>
                  <a:pt x="12" y="284"/>
                  <a:pt x="19" y="260"/>
                  <a:pt x="29" y="237"/>
                </a:cubicBezTo>
                <a:cubicBezTo>
                  <a:pt x="38" y="213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6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4829" y="0"/>
                </a:lnTo>
                <a:cubicBezTo>
                  <a:pt x="4854" y="0"/>
                  <a:pt x="4879" y="2"/>
                  <a:pt x="4904" y="7"/>
                </a:cubicBezTo>
                <a:cubicBezTo>
                  <a:pt x="4929" y="12"/>
                  <a:pt x="4953" y="19"/>
                  <a:pt x="4976" y="29"/>
                </a:cubicBezTo>
                <a:cubicBezTo>
                  <a:pt x="4999" y="39"/>
                  <a:pt x="5021" y="50"/>
                  <a:pt x="5042" y="64"/>
                </a:cubicBezTo>
                <a:cubicBezTo>
                  <a:pt x="5063" y="78"/>
                  <a:pt x="5083" y="94"/>
                  <a:pt x="5101" y="112"/>
                </a:cubicBezTo>
                <a:cubicBezTo>
                  <a:pt x="5118" y="130"/>
                  <a:pt x="5134" y="149"/>
                  <a:pt x="5148" y="170"/>
                </a:cubicBezTo>
                <a:cubicBezTo>
                  <a:pt x="5162" y="191"/>
                  <a:pt x="5174" y="213"/>
                  <a:pt x="5184" y="237"/>
                </a:cubicBezTo>
                <a:cubicBezTo>
                  <a:pt x="5193" y="260"/>
                  <a:pt x="5201" y="284"/>
                  <a:pt x="5206" y="309"/>
                </a:cubicBezTo>
                <a:cubicBezTo>
                  <a:pt x="5210" y="333"/>
                  <a:pt x="5213" y="358"/>
                  <a:pt x="5213" y="383"/>
                </a:cubicBezTo>
                <a:cubicBezTo>
                  <a:pt x="5213" y="409"/>
                  <a:pt x="5210" y="434"/>
                  <a:pt x="5206" y="459"/>
                </a:cubicBezTo>
                <a:cubicBezTo>
                  <a:pt x="5201" y="484"/>
                  <a:pt x="5193" y="508"/>
                  <a:pt x="5184" y="531"/>
                </a:cubicBezTo>
                <a:cubicBezTo>
                  <a:pt x="5174" y="554"/>
                  <a:pt x="5162" y="577"/>
                  <a:pt x="5148" y="598"/>
                </a:cubicBezTo>
                <a:cubicBezTo>
                  <a:pt x="5134" y="618"/>
                  <a:pt x="5118" y="638"/>
                  <a:pt x="5101" y="656"/>
                </a:cubicBezTo>
                <a:cubicBezTo>
                  <a:pt x="5083" y="673"/>
                  <a:pt x="5063" y="689"/>
                  <a:pt x="5042" y="703"/>
                </a:cubicBezTo>
                <a:cubicBezTo>
                  <a:pt x="5021" y="717"/>
                  <a:pt x="4999" y="729"/>
                  <a:pt x="4976" y="739"/>
                </a:cubicBezTo>
                <a:cubicBezTo>
                  <a:pt x="4953" y="748"/>
                  <a:pt x="4929" y="756"/>
                  <a:pt x="4904" y="761"/>
                </a:cubicBezTo>
                <a:cubicBezTo>
                  <a:pt x="4879" y="766"/>
                  <a:pt x="4854" y="768"/>
                  <a:pt x="4829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6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3"/>
                  <a:pt x="112" y="656"/>
                </a:cubicBezTo>
                <a:cubicBezTo>
                  <a:pt x="94" y="638"/>
                  <a:pt x="78" y="618"/>
                  <a:pt x="64" y="598"/>
                </a:cubicBezTo>
                <a:cubicBezTo>
                  <a:pt x="50" y="577"/>
                  <a:pt x="38" y="554"/>
                  <a:pt x="29" y="531"/>
                </a:cubicBezTo>
                <a:cubicBezTo>
                  <a:pt x="19" y="508"/>
                  <a:pt x="12" y="484"/>
                  <a:pt x="7" y="459"/>
                </a:cubicBezTo>
                <a:cubicBezTo>
                  <a:pt x="2" y="434"/>
                  <a:pt x="0" y="409"/>
                  <a:pt x="0" y="3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1" name=""/>
          <p:cNvSpPr/>
          <p:nvPr/>
        </p:nvSpPr>
        <p:spPr>
          <a:xfrm>
            <a:off x="3576600" y="4119480"/>
            <a:ext cx="1876680" cy="276480"/>
          </a:xfrm>
          <a:custGeom>
            <a:avLst/>
            <a:gdLst/>
            <a:ahLst/>
            <a:rect l="0" t="0" r="r" b="b"/>
            <a:pathLst>
              <a:path w="5213" h="768">
                <a:moveTo>
                  <a:pt x="0" y="383"/>
                </a:moveTo>
                <a:cubicBezTo>
                  <a:pt x="0" y="358"/>
                  <a:pt x="2" y="333"/>
                  <a:pt x="7" y="309"/>
                </a:cubicBezTo>
                <a:cubicBezTo>
                  <a:pt x="12" y="284"/>
                  <a:pt x="19" y="260"/>
                  <a:pt x="29" y="237"/>
                </a:cubicBezTo>
                <a:cubicBezTo>
                  <a:pt x="38" y="213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6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4829" y="0"/>
                </a:lnTo>
                <a:cubicBezTo>
                  <a:pt x="4854" y="0"/>
                  <a:pt x="4879" y="2"/>
                  <a:pt x="4904" y="7"/>
                </a:cubicBezTo>
                <a:cubicBezTo>
                  <a:pt x="4929" y="12"/>
                  <a:pt x="4953" y="19"/>
                  <a:pt x="4976" y="29"/>
                </a:cubicBezTo>
                <a:cubicBezTo>
                  <a:pt x="4999" y="39"/>
                  <a:pt x="5021" y="50"/>
                  <a:pt x="5042" y="64"/>
                </a:cubicBezTo>
                <a:cubicBezTo>
                  <a:pt x="5063" y="78"/>
                  <a:pt x="5083" y="94"/>
                  <a:pt x="5101" y="112"/>
                </a:cubicBezTo>
                <a:cubicBezTo>
                  <a:pt x="5118" y="130"/>
                  <a:pt x="5134" y="149"/>
                  <a:pt x="5148" y="170"/>
                </a:cubicBezTo>
                <a:cubicBezTo>
                  <a:pt x="5162" y="191"/>
                  <a:pt x="5174" y="213"/>
                  <a:pt x="5184" y="237"/>
                </a:cubicBezTo>
                <a:cubicBezTo>
                  <a:pt x="5193" y="260"/>
                  <a:pt x="5201" y="284"/>
                  <a:pt x="5206" y="309"/>
                </a:cubicBezTo>
                <a:cubicBezTo>
                  <a:pt x="5210" y="333"/>
                  <a:pt x="5213" y="358"/>
                  <a:pt x="5213" y="383"/>
                </a:cubicBezTo>
                <a:cubicBezTo>
                  <a:pt x="5213" y="409"/>
                  <a:pt x="5210" y="434"/>
                  <a:pt x="5206" y="459"/>
                </a:cubicBezTo>
                <a:cubicBezTo>
                  <a:pt x="5201" y="484"/>
                  <a:pt x="5193" y="508"/>
                  <a:pt x="5184" y="531"/>
                </a:cubicBezTo>
                <a:cubicBezTo>
                  <a:pt x="5174" y="554"/>
                  <a:pt x="5162" y="577"/>
                  <a:pt x="5148" y="598"/>
                </a:cubicBezTo>
                <a:cubicBezTo>
                  <a:pt x="5134" y="618"/>
                  <a:pt x="5118" y="638"/>
                  <a:pt x="5101" y="656"/>
                </a:cubicBezTo>
                <a:cubicBezTo>
                  <a:pt x="5083" y="673"/>
                  <a:pt x="5063" y="689"/>
                  <a:pt x="5042" y="703"/>
                </a:cubicBezTo>
                <a:cubicBezTo>
                  <a:pt x="5021" y="717"/>
                  <a:pt x="4999" y="729"/>
                  <a:pt x="4976" y="739"/>
                </a:cubicBezTo>
                <a:cubicBezTo>
                  <a:pt x="4953" y="748"/>
                  <a:pt x="4929" y="756"/>
                  <a:pt x="4904" y="761"/>
                </a:cubicBezTo>
                <a:cubicBezTo>
                  <a:pt x="4879" y="766"/>
                  <a:pt x="4854" y="768"/>
                  <a:pt x="4829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6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3"/>
                  <a:pt x="112" y="656"/>
                </a:cubicBezTo>
                <a:cubicBezTo>
                  <a:pt x="94" y="638"/>
                  <a:pt x="78" y="618"/>
                  <a:pt x="64" y="598"/>
                </a:cubicBezTo>
                <a:cubicBezTo>
                  <a:pt x="50" y="577"/>
                  <a:pt x="38" y="554"/>
                  <a:pt x="29" y="531"/>
                </a:cubicBezTo>
                <a:cubicBezTo>
                  <a:pt x="19" y="508"/>
                  <a:pt x="12" y="484"/>
                  <a:pt x="7" y="459"/>
                </a:cubicBezTo>
                <a:cubicBezTo>
                  <a:pt x="2" y="434"/>
                  <a:pt x="0" y="409"/>
                  <a:pt x="0" y="383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570120" y="3735360"/>
            <a:ext cx="6705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境界だけでリスクを低減できるのは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6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つで、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つは低減できない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" name=""/>
          <p:cNvSpPr/>
          <p:nvPr/>
        </p:nvSpPr>
        <p:spPr>
          <a:xfrm>
            <a:off x="5538600" y="4119480"/>
            <a:ext cx="2038680" cy="276480"/>
          </a:xfrm>
          <a:custGeom>
            <a:avLst/>
            <a:gdLst/>
            <a:ahLst/>
            <a:rect l="0" t="0" r="r" b="b"/>
            <a:pathLst>
              <a:path w="5663" h="768">
                <a:moveTo>
                  <a:pt x="0" y="383"/>
                </a:moveTo>
                <a:cubicBezTo>
                  <a:pt x="0" y="358"/>
                  <a:pt x="2" y="333"/>
                  <a:pt x="7" y="309"/>
                </a:cubicBezTo>
                <a:cubicBezTo>
                  <a:pt x="12" y="284"/>
                  <a:pt x="20" y="260"/>
                  <a:pt x="29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2" y="112"/>
                </a:cubicBezTo>
                <a:cubicBezTo>
                  <a:pt x="130" y="94"/>
                  <a:pt x="150" y="78"/>
                  <a:pt x="171" y="64"/>
                </a:cubicBezTo>
                <a:cubicBezTo>
                  <a:pt x="191" y="50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58" y="0"/>
                  <a:pt x="384" y="0"/>
                </a:cubicBezTo>
                <a:lnTo>
                  <a:pt x="5279" y="0"/>
                </a:lnTo>
                <a:cubicBezTo>
                  <a:pt x="5305" y="0"/>
                  <a:pt x="5330" y="2"/>
                  <a:pt x="5354" y="7"/>
                </a:cubicBezTo>
                <a:cubicBezTo>
                  <a:pt x="5379" y="12"/>
                  <a:pt x="5403" y="19"/>
                  <a:pt x="5426" y="29"/>
                </a:cubicBezTo>
                <a:cubicBezTo>
                  <a:pt x="5450" y="39"/>
                  <a:pt x="5472" y="50"/>
                  <a:pt x="5493" y="64"/>
                </a:cubicBezTo>
                <a:cubicBezTo>
                  <a:pt x="5514" y="78"/>
                  <a:pt x="5533" y="94"/>
                  <a:pt x="5551" y="112"/>
                </a:cubicBezTo>
                <a:cubicBezTo>
                  <a:pt x="5569" y="130"/>
                  <a:pt x="5584" y="149"/>
                  <a:pt x="5598" y="170"/>
                </a:cubicBezTo>
                <a:cubicBezTo>
                  <a:pt x="5612" y="191"/>
                  <a:pt x="5624" y="213"/>
                  <a:pt x="5634" y="237"/>
                </a:cubicBezTo>
                <a:cubicBezTo>
                  <a:pt x="5644" y="260"/>
                  <a:pt x="5651" y="284"/>
                  <a:pt x="5656" y="309"/>
                </a:cubicBezTo>
                <a:cubicBezTo>
                  <a:pt x="5661" y="333"/>
                  <a:pt x="5663" y="358"/>
                  <a:pt x="5663" y="383"/>
                </a:cubicBezTo>
                <a:cubicBezTo>
                  <a:pt x="5663" y="409"/>
                  <a:pt x="5661" y="434"/>
                  <a:pt x="5656" y="459"/>
                </a:cubicBezTo>
                <a:cubicBezTo>
                  <a:pt x="5651" y="484"/>
                  <a:pt x="5644" y="508"/>
                  <a:pt x="5634" y="531"/>
                </a:cubicBezTo>
                <a:cubicBezTo>
                  <a:pt x="5624" y="554"/>
                  <a:pt x="5612" y="577"/>
                  <a:pt x="5598" y="598"/>
                </a:cubicBezTo>
                <a:cubicBezTo>
                  <a:pt x="5584" y="618"/>
                  <a:pt x="5569" y="638"/>
                  <a:pt x="5551" y="656"/>
                </a:cubicBezTo>
                <a:cubicBezTo>
                  <a:pt x="5533" y="673"/>
                  <a:pt x="5514" y="689"/>
                  <a:pt x="5493" y="703"/>
                </a:cubicBezTo>
                <a:cubicBezTo>
                  <a:pt x="5472" y="717"/>
                  <a:pt x="5450" y="729"/>
                  <a:pt x="5426" y="739"/>
                </a:cubicBezTo>
                <a:cubicBezTo>
                  <a:pt x="5403" y="748"/>
                  <a:pt x="5379" y="756"/>
                  <a:pt x="5354" y="761"/>
                </a:cubicBezTo>
                <a:cubicBezTo>
                  <a:pt x="5330" y="766"/>
                  <a:pt x="5305" y="768"/>
                  <a:pt x="5279" y="768"/>
                </a:cubicBezTo>
                <a:lnTo>
                  <a:pt x="384" y="768"/>
                </a:lnTo>
                <a:cubicBezTo>
                  <a:pt x="358" y="768"/>
                  <a:pt x="334" y="766"/>
                  <a:pt x="309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4" y="729"/>
                  <a:pt x="191" y="717"/>
                  <a:pt x="171" y="703"/>
                </a:cubicBezTo>
                <a:cubicBezTo>
                  <a:pt x="150" y="689"/>
                  <a:pt x="130" y="673"/>
                  <a:pt x="112" y="656"/>
                </a:cubicBezTo>
                <a:cubicBezTo>
                  <a:pt x="95" y="638"/>
                  <a:pt x="79" y="618"/>
                  <a:pt x="65" y="598"/>
                </a:cubicBezTo>
                <a:cubicBezTo>
                  <a:pt x="51" y="577"/>
                  <a:pt x="39" y="554"/>
                  <a:pt x="29" y="531"/>
                </a:cubicBezTo>
                <a:cubicBezTo>
                  <a:pt x="20" y="508"/>
                  <a:pt x="12" y="484"/>
                  <a:pt x="7" y="459"/>
                </a:cubicBezTo>
                <a:cubicBezTo>
                  <a:pt x="2" y="434"/>
                  <a:pt x="0" y="409"/>
                  <a:pt x="0" y="3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" name=""/>
          <p:cNvSpPr/>
          <p:nvPr/>
        </p:nvSpPr>
        <p:spPr>
          <a:xfrm>
            <a:off x="5538600" y="4119480"/>
            <a:ext cx="2038680" cy="276480"/>
          </a:xfrm>
          <a:custGeom>
            <a:avLst/>
            <a:gdLst/>
            <a:ahLst/>
            <a:rect l="0" t="0" r="r" b="b"/>
            <a:pathLst>
              <a:path w="5663" h="768">
                <a:moveTo>
                  <a:pt x="0" y="383"/>
                </a:moveTo>
                <a:cubicBezTo>
                  <a:pt x="0" y="358"/>
                  <a:pt x="2" y="333"/>
                  <a:pt x="7" y="309"/>
                </a:cubicBezTo>
                <a:cubicBezTo>
                  <a:pt x="12" y="284"/>
                  <a:pt x="20" y="260"/>
                  <a:pt x="29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2" y="112"/>
                </a:cubicBezTo>
                <a:cubicBezTo>
                  <a:pt x="130" y="94"/>
                  <a:pt x="150" y="78"/>
                  <a:pt x="171" y="64"/>
                </a:cubicBezTo>
                <a:cubicBezTo>
                  <a:pt x="191" y="50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58" y="0"/>
                  <a:pt x="384" y="0"/>
                </a:cubicBezTo>
                <a:lnTo>
                  <a:pt x="5279" y="0"/>
                </a:lnTo>
                <a:cubicBezTo>
                  <a:pt x="5305" y="0"/>
                  <a:pt x="5330" y="2"/>
                  <a:pt x="5354" y="7"/>
                </a:cubicBezTo>
                <a:cubicBezTo>
                  <a:pt x="5379" y="12"/>
                  <a:pt x="5403" y="19"/>
                  <a:pt x="5426" y="29"/>
                </a:cubicBezTo>
                <a:cubicBezTo>
                  <a:pt x="5450" y="39"/>
                  <a:pt x="5472" y="50"/>
                  <a:pt x="5493" y="64"/>
                </a:cubicBezTo>
                <a:cubicBezTo>
                  <a:pt x="5514" y="78"/>
                  <a:pt x="5533" y="94"/>
                  <a:pt x="5551" y="112"/>
                </a:cubicBezTo>
                <a:cubicBezTo>
                  <a:pt x="5569" y="130"/>
                  <a:pt x="5584" y="149"/>
                  <a:pt x="5598" y="170"/>
                </a:cubicBezTo>
                <a:cubicBezTo>
                  <a:pt x="5612" y="191"/>
                  <a:pt x="5624" y="213"/>
                  <a:pt x="5634" y="237"/>
                </a:cubicBezTo>
                <a:cubicBezTo>
                  <a:pt x="5644" y="260"/>
                  <a:pt x="5651" y="284"/>
                  <a:pt x="5656" y="309"/>
                </a:cubicBezTo>
                <a:cubicBezTo>
                  <a:pt x="5661" y="333"/>
                  <a:pt x="5663" y="358"/>
                  <a:pt x="5663" y="383"/>
                </a:cubicBezTo>
                <a:cubicBezTo>
                  <a:pt x="5663" y="409"/>
                  <a:pt x="5661" y="434"/>
                  <a:pt x="5656" y="459"/>
                </a:cubicBezTo>
                <a:cubicBezTo>
                  <a:pt x="5651" y="484"/>
                  <a:pt x="5644" y="508"/>
                  <a:pt x="5634" y="531"/>
                </a:cubicBezTo>
                <a:cubicBezTo>
                  <a:pt x="5624" y="554"/>
                  <a:pt x="5612" y="577"/>
                  <a:pt x="5598" y="598"/>
                </a:cubicBezTo>
                <a:cubicBezTo>
                  <a:pt x="5584" y="618"/>
                  <a:pt x="5569" y="638"/>
                  <a:pt x="5551" y="656"/>
                </a:cubicBezTo>
                <a:cubicBezTo>
                  <a:pt x="5533" y="673"/>
                  <a:pt x="5514" y="689"/>
                  <a:pt x="5493" y="703"/>
                </a:cubicBezTo>
                <a:cubicBezTo>
                  <a:pt x="5472" y="717"/>
                  <a:pt x="5450" y="729"/>
                  <a:pt x="5426" y="739"/>
                </a:cubicBezTo>
                <a:cubicBezTo>
                  <a:pt x="5403" y="748"/>
                  <a:pt x="5379" y="756"/>
                  <a:pt x="5354" y="761"/>
                </a:cubicBezTo>
                <a:cubicBezTo>
                  <a:pt x="5330" y="766"/>
                  <a:pt x="5305" y="768"/>
                  <a:pt x="5279" y="768"/>
                </a:cubicBezTo>
                <a:lnTo>
                  <a:pt x="384" y="768"/>
                </a:lnTo>
                <a:cubicBezTo>
                  <a:pt x="358" y="768"/>
                  <a:pt x="334" y="766"/>
                  <a:pt x="309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4" y="729"/>
                  <a:pt x="191" y="717"/>
                  <a:pt x="171" y="703"/>
                </a:cubicBezTo>
                <a:cubicBezTo>
                  <a:pt x="150" y="689"/>
                  <a:pt x="130" y="673"/>
                  <a:pt x="112" y="656"/>
                </a:cubicBezTo>
                <a:cubicBezTo>
                  <a:pt x="95" y="638"/>
                  <a:pt x="79" y="618"/>
                  <a:pt x="65" y="598"/>
                </a:cubicBezTo>
                <a:cubicBezTo>
                  <a:pt x="51" y="577"/>
                  <a:pt x="39" y="554"/>
                  <a:pt x="29" y="531"/>
                </a:cubicBezTo>
                <a:cubicBezTo>
                  <a:pt x="20" y="508"/>
                  <a:pt x="12" y="484"/>
                  <a:pt x="7" y="459"/>
                </a:cubicBezTo>
                <a:cubicBezTo>
                  <a:pt x="2" y="434"/>
                  <a:pt x="0" y="409"/>
                  <a:pt x="0" y="383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3712680" y="4147560"/>
            <a:ext cx="16966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低減できる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6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つのリスク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" name=""/>
          <p:cNvSpPr/>
          <p:nvPr/>
        </p:nvSpPr>
        <p:spPr>
          <a:xfrm>
            <a:off x="7662600" y="4119480"/>
            <a:ext cx="1038600" cy="276480"/>
          </a:xfrm>
          <a:custGeom>
            <a:avLst/>
            <a:gdLst/>
            <a:ahLst/>
            <a:rect l="0" t="0" r="r" b="b"/>
            <a:pathLst>
              <a:path w="2885" h="768">
                <a:moveTo>
                  <a:pt x="0" y="383"/>
                </a:moveTo>
                <a:cubicBezTo>
                  <a:pt x="0" y="358"/>
                  <a:pt x="3" y="333"/>
                  <a:pt x="8" y="309"/>
                </a:cubicBezTo>
                <a:cubicBezTo>
                  <a:pt x="13" y="284"/>
                  <a:pt x="20" y="260"/>
                  <a:pt x="29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3" y="112"/>
                </a:cubicBezTo>
                <a:cubicBezTo>
                  <a:pt x="130" y="94"/>
                  <a:pt x="150" y="78"/>
                  <a:pt x="171" y="64"/>
                </a:cubicBezTo>
                <a:cubicBezTo>
                  <a:pt x="192" y="50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60" y="0"/>
                  <a:pt x="385" y="0"/>
                </a:cubicBezTo>
                <a:lnTo>
                  <a:pt x="2502" y="0"/>
                </a:lnTo>
                <a:cubicBezTo>
                  <a:pt x="2527" y="0"/>
                  <a:pt x="2552" y="2"/>
                  <a:pt x="2576" y="7"/>
                </a:cubicBezTo>
                <a:cubicBezTo>
                  <a:pt x="2601" y="12"/>
                  <a:pt x="2625" y="19"/>
                  <a:pt x="2648" y="29"/>
                </a:cubicBezTo>
                <a:cubicBezTo>
                  <a:pt x="2672" y="39"/>
                  <a:pt x="2694" y="50"/>
                  <a:pt x="2715" y="64"/>
                </a:cubicBezTo>
                <a:cubicBezTo>
                  <a:pt x="2736" y="78"/>
                  <a:pt x="2755" y="94"/>
                  <a:pt x="2773" y="112"/>
                </a:cubicBezTo>
                <a:cubicBezTo>
                  <a:pt x="2791" y="130"/>
                  <a:pt x="2807" y="149"/>
                  <a:pt x="2821" y="170"/>
                </a:cubicBezTo>
                <a:cubicBezTo>
                  <a:pt x="2835" y="191"/>
                  <a:pt x="2846" y="213"/>
                  <a:pt x="2856" y="237"/>
                </a:cubicBezTo>
                <a:cubicBezTo>
                  <a:pt x="2866" y="260"/>
                  <a:pt x="2873" y="284"/>
                  <a:pt x="2878" y="309"/>
                </a:cubicBezTo>
                <a:cubicBezTo>
                  <a:pt x="2883" y="333"/>
                  <a:pt x="2885" y="358"/>
                  <a:pt x="2885" y="383"/>
                </a:cubicBezTo>
                <a:cubicBezTo>
                  <a:pt x="2885" y="409"/>
                  <a:pt x="2883" y="434"/>
                  <a:pt x="2878" y="459"/>
                </a:cubicBezTo>
                <a:cubicBezTo>
                  <a:pt x="2873" y="484"/>
                  <a:pt x="2866" y="508"/>
                  <a:pt x="2856" y="531"/>
                </a:cubicBezTo>
                <a:cubicBezTo>
                  <a:pt x="2846" y="554"/>
                  <a:pt x="2835" y="577"/>
                  <a:pt x="2821" y="598"/>
                </a:cubicBezTo>
                <a:cubicBezTo>
                  <a:pt x="2807" y="618"/>
                  <a:pt x="2791" y="638"/>
                  <a:pt x="2773" y="656"/>
                </a:cubicBezTo>
                <a:cubicBezTo>
                  <a:pt x="2755" y="673"/>
                  <a:pt x="2736" y="689"/>
                  <a:pt x="2715" y="703"/>
                </a:cubicBezTo>
                <a:cubicBezTo>
                  <a:pt x="2694" y="717"/>
                  <a:pt x="2672" y="729"/>
                  <a:pt x="2648" y="739"/>
                </a:cubicBezTo>
                <a:cubicBezTo>
                  <a:pt x="2625" y="748"/>
                  <a:pt x="2601" y="756"/>
                  <a:pt x="2576" y="761"/>
                </a:cubicBezTo>
                <a:cubicBezTo>
                  <a:pt x="2552" y="766"/>
                  <a:pt x="2527" y="768"/>
                  <a:pt x="2502" y="768"/>
                </a:cubicBezTo>
                <a:lnTo>
                  <a:pt x="385" y="768"/>
                </a:lnTo>
                <a:cubicBezTo>
                  <a:pt x="360" y="768"/>
                  <a:pt x="334" y="766"/>
                  <a:pt x="309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4" y="729"/>
                  <a:pt x="192" y="717"/>
                  <a:pt x="171" y="703"/>
                </a:cubicBezTo>
                <a:cubicBezTo>
                  <a:pt x="150" y="689"/>
                  <a:pt x="130" y="673"/>
                  <a:pt x="113" y="656"/>
                </a:cubicBezTo>
                <a:cubicBezTo>
                  <a:pt x="95" y="638"/>
                  <a:pt x="79" y="618"/>
                  <a:pt x="65" y="598"/>
                </a:cubicBezTo>
                <a:cubicBezTo>
                  <a:pt x="51" y="577"/>
                  <a:pt x="39" y="554"/>
                  <a:pt x="29" y="531"/>
                </a:cubicBezTo>
                <a:cubicBezTo>
                  <a:pt x="20" y="508"/>
                  <a:pt x="13" y="484"/>
                  <a:pt x="8" y="459"/>
                </a:cubicBezTo>
                <a:cubicBezTo>
                  <a:pt x="3" y="434"/>
                  <a:pt x="0" y="409"/>
                  <a:pt x="0" y="3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" name=""/>
          <p:cNvSpPr/>
          <p:nvPr/>
        </p:nvSpPr>
        <p:spPr>
          <a:xfrm>
            <a:off x="7662600" y="4119480"/>
            <a:ext cx="1038600" cy="276480"/>
          </a:xfrm>
          <a:custGeom>
            <a:avLst/>
            <a:gdLst/>
            <a:ahLst/>
            <a:rect l="0" t="0" r="r" b="b"/>
            <a:pathLst>
              <a:path w="2885" h="768">
                <a:moveTo>
                  <a:pt x="0" y="383"/>
                </a:moveTo>
                <a:cubicBezTo>
                  <a:pt x="0" y="358"/>
                  <a:pt x="3" y="333"/>
                  <a:pt x="8" y="309"/>
                </a:cubicBezTo>
                <a:cubicBezTo>
                  <a:pt x="13" y="284"/>
                  <a:pt x="20" y="260"/>
                  <a:pt x="29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3" y="112"/>
                </a:cubicBezTo>
                <a:cubicBezTo>
                  <a:pt x="130" y="94"/>
                  <a:pt x="150" y="78"/>
                  <a:pt x="171" y="64"/>
                </a:cubicBezTo>
                <a:cubicBezTo>
                  <a:pt x="192" y="50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60" y="0"/>
                  <a:pt x="385" y="0"/>
                </a:cubicBezTo>
                <a:lnTo>
                  <a:pt x="2502" y="0"/>
                </a:lnTo>
                <a:cubicBezTo>
                  <a:pt x="2527" y="0"/>
                  <a:pt x="2552" y="2"/>
                  <a:pt x="2576" y="7"/>
                </a:cubicBezTo>
                <a:cubicBezTo>
                  <a:pt x="2601" y="12"/>
                  <a:pt x="2625" y="19"/>
                  <a:pt x="2648" y="29"/>
                </a:cubicBezTo>
                <a:cubicBezTo>
                  <a:pt x="2672" y="39"/>
                  <a:pt x="2694" y="50"/>
                  <a:pt x="2715" y="64"/>
                </a:cubicBezTo>
                <a:cubicBezTo>
                  <a:pt x="2736" y="78"/>
                  <a:pt x="2755" y="94"/>
                  <a:pt x="2773" y="112"/>
                </a:cubicBezTo>
                <a:cubicBezTo>
                  <a:pt x="2791" y="130"/>
                  <a:pt x="2807" y="149"/>
                  <a:pt x="2821" y="170"/>
                </a:cubicBezTo>
                <a:cubicBezTo>
                  <a:pt x="2835" y="191"/>
                  <a:pt x="2846" y="213"/>
                  <a:pt x="2856" y="237"/>
                </a:cubicBezTo>
                <a:cubicBezTo>
                  <a:pt x="2866" y="260"/>
                  <a:pt x="2873" y="284"/>
                  <a:pt x="2878" y="309"/>
                </a:cubicBezTo>
                <a:cubicBezTo>
                  <a:pt x="2883" y="333"/>
                  <a:pt x="2885" y="358"/>
                  <a:pt x="2885" y="383"/>
                </a:cubicBezTo>
                <a:cubicBezTo>
                  <a:pt x="2885" y="409"/>
                  <a:pt x="2883" y="434"/>
                  <a:pt x="2878" y="459"/>
                </a:cubicBezTo>
                <a:cubicBezTo>
                  <a:pt x="2873" y="484"/>
                  <a:pt x="2866" y="508"/>
                  <a:pt x="2856" y="531"/>
                </a:cubicBezTo>
                <a:cubicBezTo>
                  <a:pt x="2846" y="554"/>
                  <a:pt x="2835" y="577"/>
                  <a:pt x="2821" y="598"/>
                </a:cubicBezTo>
                <a:cubicBezTo>
                  <a:pt x="2807" y="618"/>
                  <a:pt x="2791" y="638"/>
                  <a:pt x="2773" y="656"/>
                </a:cubicBezTo>
                <a:cubicBezTo>
                  <a:pt x="2755" y="673"/>
                  <a:pt x="2736" y="689"/>
                  <a:pt x="2715" y="703"/>
                </a:cubicBezTo>
                <a:cubicBezTo>
                  <a:pt x="2694" y="717"/>
                  <a:pt x="2672" y="729"/>
                  <a:pt x="2648" y="739"/>
                </a:cubicBezTo>
                <a:cubicBezTo>
                  <a:pt x="2625" y="748"/>
                  <a:pt x="2601" y="756"/>
                  <a:pt x="2576" y="761"/>
                </a:cubicBezTo>
                <a:cubicBezTo>
                  <a:pt x="2552" y="766"/>
                  <a:pt x="2527" y="768"/>
                  <a:pt x="2502" y="768"/>
                </a:cubicBezTo>
                <a:lnTo>
                  <a:pt x="385" y="768"/>
                </a:lnTo>
                <a:cubicBezTo>
                  <a:pt x="360" y="768"/>
                  <a:pt x="334" y="766"/>
                  <a:pt x="309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4" y="729"/>
                  <a:pt x="192" y="717"/>
                  <a:pt x="171" y="703"/>
                </a:cubicBezTo>
                <a:cubicBezTo>
                  <a:pt x="150" y="689"/>
                  <a:pt x="130" y="673"/>
                  <a:pt x="113" y="656"/>
                </a:cubicBezTo>
                <a:cubicBezTo>
                  <a:pt x="95" y="638"/>
                  <a:pt x="79" y="618"/>
                  <a:pt x="65" y="598"/>
                </a:cubicBezTo>
                <a:cubicBezTo>
                  <a:pt x="51" y="577"/>
                  <a:pt x="39" y="554"/>
                  <a:pt x="29" y="531"/>
                </a:cubicBezTo>
                <a:cubicBezTo>
                  <a:pt x="20" y="508"/>
                  <a:pt x="13" y="484"/>
                  <a:pt x="8" y="459"/>
                </a:cubicBezTo>
                <a:cubicBezTo>
                  <a:pt x="3" y="434"/>
                  <a:pt x="0" y="409"/>
                  <a:pt x="0" y="383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5680440" y="4147560"/>
            <a:ext cx="18489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低減できない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つのリスク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" name=""/>
          <p:cNvSpPr/>
          <p:nvPr/>
        </p:nvSpPr>
        <p:spPr>
          <a:xfrm>
            <a:off x="1581120" y="4657680"/>
            <a:ext cx="1619280" cy="648000"/>
          </a:xfrm>
          <a:custGeom>
            <a:avLst/>
            <a:gdLst/>
            <a:ahLst/>
            <a:rect l="0" t="0" r="r" b="b"/>
            <a:pathLst>
              <a:path w="4498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615"/>
                </a:lnTo>
                <a:cubicBezTo>
                  <a:pt x="4498" y="1627"/>
                  <a:pt x="4497" y="1639"/>
                  <a:pt x="4495" y="1651"/>
                </a:cubicBezTo>
                <a:cubicBezTo>
                  <a:pt x="4493" y="1663"/>
                  <a:pt x="4489" y="1674"/>
                  <a:pt x="4484" y="1685"/>
                </a:cubicBezTo>
                <a:cubicBezTo>
                  <a:pt x="4480" y="1697"/>
                  <a:pt x="4474" y="1707"/>
                  <a:pt x="4467" y="1717"/>
                </a:cubicBezTo>
                <a:cubicBezTo>
                  <a:pt x="4461" y="1728"/>
                  <a:pt x="4453" y="1737"/>
                  <a:pt x="4444" y="1746"/>
                </a:cubicBezTo>
                <a:cubicBezTo>
                  <a:pt x="4436" y="1754"/>
                  <a:pt x="4426" y="1762"/>
                  <a:pt x="4416" y="1769"/>
                </a:cubicBezTo>
                <a:cubicBezTo>
                  <a:pt x="4406" y="1775"/>
                  <a:pt x="4395" y="1781"/>
                  <a:pt x="4384" y="1786"/>
                </a:cubicBezTo>
                <a:cubicBezTo>
                  <a:pt x="4373" y="1790"/>
                  <a:pt x="4361" y="1794"/>
                  <a:pt x="4349" y="1796"/>
                </a:cubicBezTo>
                <a:cubicBezTo>
                  <a:pt x="4337" y="1799"/>
                  <a:pt x="4325" y="1800"/>
                  <a:pt x="4313" y="1800"/>
                </a:cubicBezTo>
                <a:lnTo>
                  <a:pt x="185" y="1800"/>
                </a:lnTo>
                <a:cubicBezTo>
                  <a:pt x="173" y="1800"/>
                  <a:pt x="161" y="1799"/>
                  <a:pt x="149" y="1796"/>
                </a:cubicBezTo>
                <a:cubicBezTo>
                  <a:pt x="137" y="1794"/>
                  <a:pt x="125" y="1790"/>
                  <a:pt x="114" y="1786"/>
                </a:cubicBezTo>
                <a:cubicBezTo>
                  <a:pt x="103" y="1781"/>
                  <a:pt x="92" y="1775"/>
                  <a:pt x="82" y="1769"/>
                </a:cubicBezTo>
                <a:cubicBezTo>
                  <a:pt x="72" y="1762"/>
                  <a:pt x="62" y="1754"/>
                  <a:pt x="54" y="1746"/>
                </a:cubicBezTo>
                <a:cubicBezTo>
                  <a:pt x="45" y="1737"/>
                  <a:pt x="38" y="1728"/>
                  <a:pt x="31" y="1717"/>
                </a:cubicBezTo>
                <a:cubicBezTo>
                  <a:pt x="24" y="1707"/>
                  <a:pt x="18" y="1697"/>
                  <a:pt x="14" y="1685"/>
                </a:cubicBezTo>
                <a:cubicBezTo>
                  <a:pt x="9" y="1674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" name=""/>
          <p:cNvSpPr/>
          <p:nvPr/>
        </p:nvSpPr>
        <p:spPr>
          <a:xfrm>
            <a:off x="1581120" y="4657680"/>
            <a:ext cx="1619280" cy="648000"/>
          </a:xfrm>
          <a:custGeom>
            <a:avLst/>
            <a:gdLst/>
            <a:ahLst/>
            <a:rect l="0" t="0" r="r" b="b"/>
            <a:pathLst>
              <a:path w="4498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615"/>
                </a:lnTo>
                <a:cubicBezTo>
                  <a:pt x="4498" y="1627"/>
                  <a:pt x="4497" y="1639"/>
                  <a:pt x="4495" y="1651"/>
                </a:cubicBezTo>
                <a:cubicBezTo>
                  <a:pt x="4493" y="1663"/>
                  <a:pt x="4489" y="1674"/>
                  <a:pt x="4484" y="1685"/>
                </a:cubicBezTo>
                <a:cubicBezTo>
                  <a:pt x="4480" y="1697"/>
                  <a:pt x="4474" y="1707"/>
                  <a:pt x="4467" y="1717"/>
                </a:cubicBezTo>
                <a:cubicBezTo>
                  <a:pt x="4461" y="1728"/>
                  <a:pt x="4453" y="1737"/>
                  <a:pt x="4444" y="1746"/>
                </a:cubicBezTo>
                <a:cubicBezTo>
                  <a:pt x="4436" y="1754"/>
                  <a:pt x="4426" y="1762"/>
                  <a:pt x="4416" y="1769"/>
                </a:cubicBezTo>
                <a:cubicBezTo>
                  <a:pt x="4406" y="1775"/>
                  <a:pt x="4395" y="1781"/>
                  <a:pt x="4384" y="1786"/>
                </a:cubicBezTo>
                <a:cubicBezTo>
                  <a:pt x="4373" y="1790"/>
                  <a:pt x="4361" y="1794"/>
                  <a:pt x="4349" y="1796"/>
                </a:cubicBezTo>
                <a:cubicBezTo>
                  <a:pt x="4337" y="1799"/>
                  <a:pt x="4325" y="1800"/>
                  <a:pt x="4313" y="1800"/>
                </a:cubicBezTo>
                <a:lnTo>
                  <a:pt x="185" y="1800"/>
                </a:lnTo>
                <a:cubicBezTo>
                  <a:pt x="173" y="1800"/>
                  <a:pt x="161" y="1799"/>
                  <a:pt x="149" y="1796"/>
                </a:cubicBezTo>
                <a:cubicBezTo>
                  <a:pt x="137" y="1794"/>
                  <a:pt x="125" y="1790"/>
                  <a:pt x="114" y="1786"/>
                </a:cubicBezTo>
                <a:cubicBezTo>
                  <a:pt x="103" y="1781"/>
                  <a:pt x="92" y="1775"/>
                  <a:pt x="82" y="1769"/>
                </a:cubicBezTo>
                <a:cubicBezTo>
                  <a:pt x="72" y="1762"/>
                  <a:pt x="62" y="1754"/>
                  <a:pt x="54" y="1746"/>
                </a:cubicBezTo>
                <a:cubicBezTo>
                  <a:pt x="45" y="1737"/>
                  <a:pt x="38" y="1728"/>
                  <a:pt x="31" y="1717"/>
                </a:cubicBezTo>
                <a:cubicBezTo>
                  <a:pt x="24" y="1707"/>
                  <a:pt x="18" y="1697"/>
                  <a:pt x="14" y="1685"/>
                </a:cubicBezTo>
                <a:cubicBezTo>
                  <a:pt x="9" y="1674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" name=""/>
          <p:cNvSpPr/>
          <p:nvPr/>
        </p:nvSpPr>
        <p:spPr>
          <a:xfrm>
            <a:off x="1774800" y="4841640"/>
            <a:ext cx="203400" cy="267120"/>
          </a:xfrm>
          <a:custGeom>
            <a:avLst/>
            <a:gdLst/>
            <a:ahLst/>
            <a:rect l="0" t="0" r="r" b="b"/>
            <a:pathLst>
              <a:path w="565" h="742">
                <a:moveTo>
                  <a:pt x="52" y="253"/>
                </a:moveTo>
                <a:lnTo>
                  <a:pt x="396" y="253"/>
                </a:lnTo>
                <a:lnTo>
                  <a:pt x="396" y="168"/>
                </a:lnTo>
                <a:cubicBezTo>
                  <a:pt x="396" y="136"/>
                  <a:pt x="385" y="109"/>
                  <a:pt x="363" y="87"/>
                </a:cubicBezTo>
                <a:cubicBezTo>
                  <a:pt x="341" y="64"/>
                  <a:pt x="314" y="53"/>
                  <a:pt x="282" y="53"/>
                </a:cubicBezTo>
                <a:cubicBezTo>
                  <a:pt x="250" y="53"/>
                  <a:pt x="223" y="64"/>
                  <a:pt x="201" y="87"/>
                </a:cubicBezTo>
                <a:cubicBezTo>
                  <a:pt x="178" y="109"/>
                  <a:pt x="167" y="136"/>
                  <a:pt x="167" y="168"/>
                </a:cubicBezTo>
                <a:lnTo>
                  <a:pt x="114" y="168"/>
                </a:lnTo>
                <a:cubicBezTo>
                  <a:pt x="114" y="121"/>
                  <a:pt x="131" y="82"/>
                  <a:pt x="163" y="49"/>
                </a:cubicBezTo>
                <a:cubicBezTo>
                  <a:pt x="196" y="16"/>
                  <a:pt x="235" y="0"/>
                  <a:pt x="282" y="0"/>
                </a:cubicBezTo>
                <a:cubicBezTo>
                  <a:pt x="328" y="0"/>
                  <a:pt x="368" y="16"/>
                  <a:pt x="400" y="49"/>
                </a:cubicBezTo>
                <a:cubicBezTo>
                  <a:pt x="434" y="82"/>
                  <a:pt x="450" y="121"/>
                  <a:pt x="450" y="168"/>
                </a:cubicBezTo>
                <a:lnTo>
                  <a:pt x="450" y="253"/>
                </a:lnTo>
                <a:lnTo>
                  <a:pt x="512" y="253"/>
                </a:lnTo>
                <a:cubicBezTo>
                  <a:pt x="527" y="253"/>
                  <a:pt x="539" y="259"/>
                  <a:pt x="549" y="269"/>
                </a:cubicBezTo>
                <a:cubicBezTo>
                  <a:pt x="560" y="279"/>
                  <a:pt x="565" y="292"/>
                  <a:pt x="565" y="306"/>
                </a:cubicBezTo>
                <a:lnTo>
                  <a:pt x="565" y="689"/>
                </a:lnTo>
                <a:cubicBezTo>
                  <a:pt x="565" y="704"/>
                  <a:pt x="560" y="716"/>
                  <a:pt x="549" y="726"/>
                </a:cubicBezTo>
                <a:cubicBezTo>
                  <a:pt x="539" y="737"/>
                  <a:pt x="527" y="742"/>
                  <a:pt x="512" y="742"/>
                </a:cubicBezTo>
                <a:lnTo>
                  <a:pt x="52" y="742"/>
                </a:lnTo>
                <a:cubicBezTo>
                  <a:pt x="38" y="742"/>
                  <a:pt x="25" y="737"/>
                  <a:pt x="15" y="726"/>
                </a:cubicBezTo>
                <a:cubicBezTo>
                  <a:pt x="5" y="716"/>
                  <a:pt x="0" y="704"/>
                  <a:pt x="0" y="689"/>
                </a:cubicBezTo>
                <a:lnTo>
                  <a:pt x="0" y="306"/>
                </a:lnTo>
                <a:cubicBezTo>
                  <a:pt x="0" y="292"/>
                  <a:pt x="5" y="279"/>
                  <a:pt x="15" y="269"/>
                </a:cubicBezTo>
                <a:cubicBezTo>
                  <a:pt x="25" y="259"/>
                  <a:pt x="38" y="253"/>
                  <a:pt x="52" y="253"/>
                </a:cubicBezTo>
                <a:moveTo>
                  <a:pt x="52" y="689"/>
                </a:moveTo>
                <a:lnTo>
                  <a:pt x="512" y="689"/>
                </a:lnTo>
                <a:lnTo>
                  <a:pt x="512" y="306"/>
                </a:lnTo>
                <a:lnTo>
                  <a:pt x="52" y="306"/>
                </a:lnTo>
                <a:lnTo>
                  <a:pt x="52" y="689"/>
                </a:lnTo>
                <a:moveTo>
                  <a:pt x="330" y="546"/>
                </a:moveTo>
                <a:cubicBezTo>
                  <a:pt x="343" y="533"/>
                  <a:pt x="350" y="518"/>
                  <a:pt x="350" y="499"/>
                </a:cubicBezTo>
                <a:cubicBezTo>
                  <a:pt x="350" y="482"/>
                  <a:pt x="343" y="466"/>
                  <a:pt x="330" y="451"/>
                </a:cubicBezTo>
                <a:cubicBezTo>
                  <a:pt x="316" y="437"/>
                  <a:pt x="300" y="430"/>
                  <a:pt x="282" y="430"/>
                </a:cubicBezTo>
                <a:cubicBezTo>
                  <a:pt x="263" y="430"/>
                  <a:pt x="247" y="437"/>
                  <a:pt x="234" y="451"/>
                </a:cubicBezTo>
                <a:cubicBezTo>
                  <a:pt x="220" y="466"/>
                  <a:pt x="214" y="482"/>
                  <a:pt x="214" y="500"/>
                </a:cubicBezTo>
                <a:cubicBezTo>
                  <a:pt x="214" y="518"/>
                  <a:pt x="221" y="533"/>
                  <a:pt x="234" y="546"/>
                </a:cubicBezTo>
                <a:cubicBezTo>
                  <a:pt x="247" y="559"/>
                  <a:pt x="263" y="566"/>
                  <a:pt x="282" y="566"/>
                </a:cubicBezTo>
                <a:cubicBezTo>
                  <a:pt x="301" y="566"/>
                  <a:pt x="317" y="559"/>
                  <a:pt x="330" y="546"/>
                </a:cubicBezTo>
                <a:moveTo>
                  <a:pt x="52" y="689"/>
                </a:moveTo>
                <a:lnTo>
                  <a:pt x="52" y="306"/>
                </a:lnTo>
                <a:lnTo>
                  <a:pt x="52" y="68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803360" y="414756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公式の警告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2103120" y="4836960"/>
            <a:ext cx="762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ぜい弱性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" name=""/>
          <p:cNvSpPr/>
          <p:nvPr/>
        </p:nvSpPr>
        <p:spPr>
          <a:xfrm>
            <a:off x="3576600" y="5033880"/>
            <a:ext cx="1343160" cy="276480"/>
          </a:xfrm>
          <a:custGeom>
            <a:avLst/>
            <a:gdLst/>
            <a:ahLst/>
            <a:rect l="0" t="0" r="r" b="b"/>
            <a:pathLst>
              <a:path w="3731" h="768">
                <a:moveTo>
                  <a:pt x="0" y="384"/>
                </a:moveTo>
                <a:cubicBezTo>
                  <a:pt x="0" y="359"/>
                  <a:pt x="2" y="334"/>
                  <a:pt x="7" y="310"/>
                </a:cubicBezTo>
                <a:cubicBezTo>
                  <a:pt x="12" y="285"/>
                  <a:pt x="19" y="261"/>
                  <a:pt x="29" y="238"/>
                </a:cubicBezTo>
                <a:cubicBezTo>
                  <a:pt x="38" y="214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6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3348" y="0"/>
                </a:lnTo>
                <a:cubicBezTo>
                  <a:pt x="3373" y="0"/>
                  <a:pt x="3398" y="2"/>
                  <a:pt x="3422" y="7"/>
                </a:cubicBezTo>
                <a:cubicBezTo>
                  <a:pt x="3447" y="12"/>
                  <a:pt x="3471" y="19"/>
                  <a:pt x="3494" y="29"/>
                </a:cubicBezTo>
                <a:cubicBezTo>
                  <a:pt x="3518" y="39"/>
                  <a:pt x="3540" y="50"/>
                  <a:pt x="3561" y="64"/>
                </a:cubicBezTo>
                <a:cubicBezTo>
                  <a:pt x="3582" y="78"/>
                  <a:pt x="3601" y="94"/>
                  <a:pt x="3619" y="112"/>
                </a:cubicBezTo>
                <a:cubicBezTo>
                  <a:pt x="3637" y="130"/>
                  <a:pt x="3653" y="149"/>
                  <a:pt x="3667" y="170"/>
                </a:cubicBezTo>
                <a:cubicBezTo>
                  <a:pt x="3681" y="191"/>
                  <a:pt x="3692" y="214"/>
                  <a:pt x="3702" y="238"/>
                </a:cubicBezTo>
                <a:cubicBezTo>
                  <a:pt x="3712" y="261"/>
                  <a:pt x="3719" y="285"/>
                  <a:pt x="3724" y="310"/>
                </a:cubicBezTo>
                <a:cubicBezTo>
                  <a:pt x="3729" y="334"/>
                  <a:pt x="3731" y="359"/>
                  <a:pt x="3731" y="384"/>
                </a:cubicBezTo>
                <a:cubicBezTo>
                  <a:pt x="3731" y="410"/>
                  <a:pt x="3729" y="435"/>
                  <a:pt x="3724" y="459"/>
                </a:cubicBezTo>
                <a:cubicBezTo>
                  <a:pt x="3719" y="484"/>
                  <a:pt x="3712" y="508"/>
                  <a:pt x="3702" y="531"/>
                </a:cubicBezTo>
                <a:cubicBezTo>
                  <a:pt x="3692" y="554"/>
                  <a:pt x="3681" y="577"/>
                  <a:pt x="3667" y="598"/>
                </a:cubicBezTo>
                <a:cubicBezTo>
                  <a:pt x="3653" y="618"/>
                  <a:pt x="3637" y="638"/>
                  <a:pt x="3619" y="656"/>
                </a:cubicBezTo>
                <a:cubicBezTo>
                  <a:pt x="3601" y="673"/>
                  <a:pt x="3582" y="689"/>
                  <a:pt x="3561" y="703"/>
                </a:cubicBezTo>
                <a:cubicBezTo>
                  <a:pt x="3540" y="717"/>
                  <a:pt x="3518" y="729"/>
                  <a:pt x="3494" y="739"/>
                </a:cubicBezTo>
                <a:cubicBezTo>
                  <a:pt x="3471" y="748"/>
                  <a:pt x="3447" y="756"/>
                  <a:pt x="3422" y="761"/>
                </a:cubicBezTo>
                <a:cubicBezTo>
                  <a:pt x="3398" y="766"/>
                  <a:pt x="3373" y="768"/>
                  <a:pt x="3348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6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3"/>
                  <a:pt x="112" y="656"/>
                </a:cubicBezTo>
                <a:cubicBezTo>
                  <a:pt x="94" y="638"/>
                  <a:pt x="78" y="618"/>
                  <a:pt x="64" y="598"/>
                </a:cubicBezTo>
                <a:cubicBezTo>
                  <a:pt x="50" y="577"/>
                  <a:pt x="38" y="554"/>
                  <a:pt x="29" y="531"/>
                </a:cubicBezTo>
                <a:cubicBezTo>
                  <a:pt x="19" y="508"/>
                  <a:pt x="12" y="484"/>
                  <a:pt x="7" y="459"/>
                </a:cubicBezTo>
                <a:cubicBezTo>
                  <a:pt x="2" y="435"/>
                  <a:pt x="0" y="410"/>
                  <a:pt x="0" y="3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" name=""/>
          <p:cNvSpPr/>
          <p:nvPr/>
        </p:nvSpPr>
        <p:spPr>
          <a:xfrm>
            <a:off x="3576600" y="5033880"/>
            <a:ext cx="1343160" cy="276480"/>
          </a:xfrm>
          <a:custGeom>
            <a:avLst/>
            <a:gdLst/>
            <a:ahLst/>
            <a:rect l="0" t="0" r="r" b="b"/>
            <a:pathLst>
              <a:path w="3731" h="768">
                <a:moveTo>
                  <a:pt x="0" y="384"/>
                </a:moveTo>
                <a:cubicBezTo>
                  <a:pt x="0" y="359"/>
                  <a:pt x="2" y="334"/>
                  <a:pt x="7" y="310"/>
                </a:cubicBezTo>
                <a:cubicBezTo>
                  <a:pt x="12" y="285"/>
                  <a:pt x="19" y="261"/>
                  <a:pt x="29" y="238"/>
                </a:cubicBezTo>
                <a:cubicBezTo>
                  <a:pt x="38" y="214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6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3348" y="0"/>
                </a:lnTo>
                <a:cubicBezTo>
                  <a:pt x="3373" y="0"/>
                  <a:pt x="3398" y="2"/>
                  <a:pt x="3422" y="7"/>
                </a:cubicBezTo>
                <a:cubicBezTo>
                  <a:pt x="3447" y="12"/>
                  <a:pt x="3471" y="19"/>
                  <a:pt x="3494" y="29"/>
                </a:cubicBezTo>
                <a:cubicBezTo>
                  <a:pt x="3518" y="39"/>
                  <a:pt x="3540" y="50"/>
                  <a:pt x="3561" y="64"/>
                </a:cubicBezTo>
                <a:cubicBezTo>
                  <a:pt x="3582" y="78"/>
                  <a:pt x="3601" y="94"/>
                  <a:pt x="3619" y="112"/>
                </a:cubicBezTo>
                <a:cubicBezTo>
                  <a:pt x="3637" y="130"/>
                  <a:pt x="3653" y="149"/>
                  <a:pt x="3667" y="170"/>
                </a:cubicBezTo>
                <a:cubicBezTo>
                  <a:pt x="3681" y="191"/>
                  <a:pt x="3692" y="214"/>
                  <a:pt x="3702" y="238"/>
                </a:cubicBezTo>
                <a:cubicBezTo>
                  <a:pt x="3712" y="261"/>
                  <a:pt x="3719" y="285"/>
                  <a:pt x="3724" y="310"/>
                </a:cubicBezTo>
                <a:cubicBezTo>
                  <a:pt x="3729" y="334"/>
                  <a:pt x="3731" y="359"/>
                  <a:pt x="3731" y="384"/>
                </a:cubicBezTo>
                <a:cubicBezTo>
                  <a:pt x="3731" y="410"/>
                  <a:pt x="3729" y="435"/>
                  <a:pt x="3724" y="459"/>
                </a:cubicBezTo>
                <a:cubicBezTo>
                  <a:pt x="3719" y="484"/>
                  <a:pt x="3712" y="508"/>
                  <a:pt x="3702" y="531"/>
                </a:cubicBezTo>
                <a:cubicBezTo>
                  <a:pt x="3692" y="554"/>
                  <a:pt x="3681" y="577"/>
                  <a:pt x="3667" y="598"/>
                </a:cubicBezTo>
                <a:cubicBezTo>
                  <a:pt x="3653" y="618"/>
                  <a:pt x="3637" y="638"/>
                  <a:pt x="3619" y="656"/>
                </a:cubicBezTo>
                <a:cubicBezTo>
                  <a:pt x="3601" y="673"/>
                  <a:pt x="3582" y="689"/>
                  <a:pt x="3561" y="703"/>
                </a:cubicBezTo>
                <a:cubicBezTo>
                  <a:pt x="3540" y="717"/>
                  <a:pt x="3518" y="729"/>
                  <a:pt x="3494" y="739"/>
                </a:cubicBezTo>
                <a:cubicBezTo>
                  <a:pt x="3471" y="748"/>
                  <a:pt x="3447" y="756"/>
                  <a:pt x="3422" y="761"/>
                </a:cubicBezTo>
                <a:cubicBezTo>
                  <a:pt x="3398" y="766"/>
                  <a:pt x="3373" y="768"/>
                  <a:pt x="3348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6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3"/>
                  <a:pt x="112" y="656"/>
                </a:cubicBezTo>
                <a:cubicBezTo>
                  <a:pt x="94" y="638"/>
                  <a:pt x="78" y="618"/>
                  <a:pt x="64" y="598"/>
                </a:cubicBezTo>
                <a:cubicBezTo>
                  <a:pt x="50" y="577"/>
                  <a:pt x="38" y="554"/>
                  <a:pt x="29" y="531"/>
                </a:cubicBezTo>
                <a:cubicBezTo>
                  <a:pt x="19" y="508"/>
                  <a:pt x="12" y="484"/>
                  <a:pt x="7" y="459"/>
                </a:cubicBezTo>
                <a:cubicBezTo>
                  <a:pt x="2" y="435"/>
                  <a:pt x="0" y="410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3570120" y="4649760"/>
            <a:ext cx="6574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持ち出しの経路など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10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のぜい弱性が、管理策そのものにも残る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" name=""/>
          <p:cNvSpPr/>
          <p:nvPr/>
        </p:nvSpPr>
        <p:spPr>
          <a:xfrm>
            <a:off x="1581120" y="557208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138"/>
                </a:lnTo>
                <a:cubicBezTo>
                  <a:pt x="4498" y="1150"/>
                  <a:pt x="4497" y="1163"/>
                  <a:pt x="4495" y="1174"/>
                </a:cubicBezTo>
                <a:cubicBezTo>
                  <a:pt x="4493" y="1186"/>
                  <a:pt x="4489" y="1198"/>
                  <a:pt x="4484" y="1209"/>
                </a:cubicBezTo>
                <a:cubicBezTo>
                  <a:pt x="4480" y="1220"/>
                  <a:pt x="4474" y="1231"/>
                  <a:pt x="4467" y="1241"/>
                </a:cubicBezTo>
                <a:cubicBezTo>
                  <a:pt x="4461" y="1251"/>
                  <a:pt x="4453" y="1261"/>
                  <a:pt x="4444" y="1269"/>
                </a:cubicBezTo>
                <a:cubicBezTo>
                  <a:pt x="4436" y="1278"/>
                  <a:pt x="4426" y="1286"/>
                  <a:pt x="4416" y="1292"/>
                </a:cubicBezTo>
                <a:cubicBezTo>
                  <a:pt x="4406" y="1299"/>
                  <a:pt x="4395" y="1305"/>
                  <a:pt x="4384" y="1309"/>
                </a:cubicBezTo>
                <a:cubicBezTo>
                  <a:pt x="4373" y="1314"/>
                  <a:pt x="4361" y="1318"/>
                  <a:pt x="4349" y="1320"/>
                </a:cubicBezTo>
                <a:cubicBezTo>
                  <a:pt x="4337" y="1322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09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2" y="1278"/>
                  <a:pt x="54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8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3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" name=""/>
          <p:cNvSpPr/>
          <p:nvPr/>
        </p:nvSpPr>
        <p:spPr>
          <a:xfrm>
            <a:off x="1581120" y="557208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138"/>
                </a:lnTo>
                <a:cubicBezTo>
                  <a:pt x="4498" y="1150"/>
                  <a:pt x="4497" y="1163"/>
                  <a:pt x="4495" y="1174"/>
                </a:cubicBezTo>
                <a:cubicBezTo>
                  <a:pt x="4493" y="1186"/>
                  <a:pt x="4489" y="1198"/>
                  <a:pt x="4484" y="1209"/>
                </a:cubicBezTo>
                <a:cubicBezTo>
                  <a:pt x="4480" y="1220"/>
                  <a:pt x="4474" y="1231"/>
                  <a:pt x="4467" y="1241"/>
                </a:cubicBezTo>
                <a:cubicBezTo>
                  <a:pt x="4461" y="1251"/>
                  <a:pt x="4453" y="1261"/>
                  <a:pt x="4444" y="1269"/>
                </a:cubicBezTo>
                <a:cubicBezTo>
                  <a:pt x="4436" y="1278"/>
                  <a:pt x="4426" y="1286"/>
                  <a:pt x="4416" y="1292"/>
                </a:cubicBezTo>
                <a:cubicBezTo>
                  <a:pt x="4406" y="1299"/>
                  <a:pt x="4395" y="1305"/>
                  <a:pt x="4384" y="1309"/>
                </a:cubicBezTo>
                <a:cubicBezTo>
                  <a:pt x="4373" y="1314"/>
                  <a:pt x="4361" y="1318"/>
                  <a:pt x="4349" y="1320"/>
                </a:cubicBezTo>
                <a:cubicBezTo>
                  <a:pt x="4337" y="1322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09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2" y="1278"/>
                  <a:pt x="54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8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3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9" name=""/>
          <p:cNvSpPr/>
          <p:nvPr/>
        </p:nvSpPr>
        <p:spPr>
          <a:xfrm>
            <a:off x="1736640" y="5683320"/>
            <a:ext cx="279720" cy="254160"/>
          </a:xfrm>
          <a:custGeom>
            <a:avLst/>
            <a:gdLst/>
            <a:ahLst/>
            <a:rect l="0" t="0" r="r" b="b"/>
            <a:pathLst>
              <a:path w="777" h="706">
                <a:moveTo>
                  <a:pt x="384" y="653"/>
                </a:moveTo>
                <a:cubicBezTo>
                  <a:pt x="387" y="653"/>
                  <a:pt x="391" y="652"/>
                  <a:pt x="395" y="651"/>
                </a:cubicBezTo>
                <a:cubicBezTo>
                  <a:pt x="398" y="649"/>
                  <a:pt x="401" y="647"/>
                  <a:pt x="404" y="645"/>
                </a:cubicBezTo>
                <a:lnTo>
                  <a:pt x="701" y="347"/>
                </a:lnTo>
                <a:cubicBezTo>
                  <a:pt x="709" y="339"/>
                  <a:pt x="714" y="331"/>
                  <a:pt x="718" y="321"/>
                </a:cubicBezTo>
                <a:cubicBezTo>
                  <a:pt x="722" y="311"/>
                  <a:pt x="724" y="301"/>
                  <a:pt x="724" y="291"/>
                </a:cubicBezTo>
                <a:cubicBezTo>
                  <a:pt x="724" y="281"/>
                  <a:pt x="722" y="271"/>
                  <a:pt x="718" y="261"/>
                </a:cubicBezTo>
                <a:cubicBezTo>
                  <a:pt x="714" y="251"/>
                  <a:pt x="709" y="243"/>
                  <a:pt x="701" y="235"/>
                </a:cubicBezTo>
                <a:lnTo>
                  <a:pt x="542" y="76"/>
                </a:lnTo>
                <a:cubicBezTo>
                  <a:pt x="535" y="69"/>
                  <a:pt x="526" y="63"/>
                  <a:pt x="516" y="59"/>
                </a:cubicBezTo>
                <a:cubicBezTo>
                  <a:pt x="506" y="55"/>
                  <a:pt x="496" y="52"/>
                  <a:pt x="486" y="52"/>
                </a:cubicBezTo>
                <a:cubicBezTo>
                  <a:pt x="476" y="52"/>
                  <a:pt x="466" y="55"/>
                  <a:pt x="456" y="59"/>
                </a:cubicBezTo>
                <a:cubicBezTo>
                  <a:pt x="447" y="63"/>
                  <a:pt x="438" y="69"/>
                  <a:pt x="430" y="76"/>
                </a:cubicBezTo>
                <a:lnTo>
                  <a:pt x="414" y="92"/>
                </a:lnTo>
                <a:lnTo>
                  <a:pt x="486" y="164"/>
                </a:lnTo>
                <a:cubicBezTo>
                  <a:pt x="493" y="173"/>
                  <a:pt x="500" y="182"/>
                  <a:pt x="506" y="193"/>
                </a:cubicBezTo>
                <a:cubicBezTo>
                  <a:pt x="512" y="204"/>
                  <a:pt x="515" y="216"/>
                  <a:pt x="515" y="229"/>
                </a:cubicBezTo>
                <a:cubicBezTo>
                  <a:pt x="515" y="251"/>
                  <a:pt x="506" y="271"/>
                  <a:pt x="489" y="288"/>
                </a:cubicBezTo>
                <a:cubicBezTo>
                  <a:pt x="472" y="305"/>
                  <a:pt x="452" y="313"/>
                  <a:pt x="429" y="313"/>
                </a:cubicBezTo>
                <a:cubicBezTo>
                  <a:pt x="415" y="313"/>
                  <a:pt x="402" y="311"/>
                  <a:pt x="393" y="307"/>
                </a:cubicBezTo>
                <a:cubicBezTo>
                  <a:pt x="383" y="302"/>
                  <a:pt x="374" y="296"/>
                  <a:pt x="366" y="288"/>
                </a:cubicBezTo>
                <a:lnTo>
                  <a:pt x="301" y="223"/>
                </a:lnTo>
                <a:lnTo>
                  <a:pt x="141" y="383"/>
                </a:lnTo>
                <a:cubicBezTo>
                  <a:pt x="138" y="386"/>
                  <a:pt x="136" y="389"/>
                  <a:pt x="135" y="392"/>
                </a:cubicBezTo>
                <a:cubicBezTo>
                  <a:pt x="133" y="396"/>
                  <a:pt x="133" y="399"/>
                  <a:pt x="133" y="403"/>
                </a:cubicBezTo>
                <a:cubicBezTo>
                  <a:pt x="133" y="410"/>
                  <a:pt x="135" y="416"/>
                  <a:pt x="140" y="421"/>
                </a:cubicBezTo>
                <a:cubicBezTo>
                  <a:pt x="145" y="426"/>
                  <a:pt x="152" y="429"/>
                  <a:pt x="159" y="429"/>
                </a:cubicBezTo>
                <a:cubicBezTo>
                  <a:pt x="163" y="429"/>
                  <a:pt x="166" y="428"/>
                  <a:pt x="170" y="426"/>
                </a:cubicBezTo>
                <a:cubicBezTo>
                  <a:pt x="173" y="425"/>
                  <a:pt x="176" y="422"/>
                  <a:pt x="178" y="420"/>
                </a:cubicBezTo>
                <a:lnTo>
                  <a:pt x="301" y="298"/>
                </a:lnTo>
                <a:lnTo>
                  <a:pt x="338" y="335"/>
                </a:lnTo>
                <a:lnTo>
                  <a:pt x="216" y="456"/>
                </a:lnTo>
                <a:cubicBezTo>
                  <a:pt x="213" y="459"/>
                  <a:pt x="211" y="462"/>
                  <a:pt x="210" y="466"/>
                </a:cubicBezTo>
                <a:cubicBezTo>
                  <a:pt x="208" y="469"/>
                  <a:pt x="208" y="473"/>
                  <a:pt x="208" y="477"/>
                </a:cubicBezTo>
                <a:cubicBezTo>
                  <a:pt x="208" y="484"/>
                  <a:pt x="211" y="490"/>
                  <a:pt x="216" y="495"/>
                </a:cubicBezTo>
                <a:cubicBezTo>
                  <a:pt x="222" y="500"/>
                  <a:pt x="228" y="503"/>
                  <a:pt x="235" y="503"/>
                </a:cubicBezTo>
                <a:cubicBezTo>
                  <a:pt x="239" y="503"/>
                  <a:pt x="242" y="502"/>
                  <a:pt x="245" y="501"/>
                </a:cubicBezTo>
                <a:cubicBezTo>
                  <a:pt x="249" y="499"/>
                  <a:pt x="252" y="497"/>
                  <a:pt x="254" y="495"/>
                </a:cubicBezTo>
                <a:lnTo>
                  <a:pt x="376" y="373"/>
                </a:lnTo>
                <a:lnTo>
                  <a:pt x="413" y="410"/>
                </a:lnTo>
                <a:lnTo>
                  <a:pt x="292" y="531"/>
                </a:lnTo>
                <a:cubicBezTo>
                  <a:pt x="289" y="534"/>
                  <a:pt x="288" y="537"/>
                  <a:pt x="286" y="540"/>
                </a:cubicBezTo>
                <a:cubicBezTo>
                  <a:pt x="285" y="544"/>
                  <a:pt x="284" y="548"/>
                  <a:pt x="284" y="552"/>
                </a:cubicBezTo>
                <a:cubicBezTo>
                  <a:pt x="284" y="559"/>
                  <a:pt x="286" y="565"/>
                  <a:pt x="292" y="570"/>
                </a:cubicBezTo>
                <a:cubicBezTo>
                  <a:pt x="297" y="575"/>
                  <a:pt x="303" y="578"/>
                  <a:pt x="310" y="578"/>
                </a:cubicBezTo>
                <a:cubicBezTo>
                  <a:pt x="314" y="578"/>
                  <a:pt x="317" y="577"/>
                  <a:pt x="320" y="576"/>
                </a:cubicBezTo>
                <a:cubicBezTo>
                  <a:pt x="323" y="575"/>
                  <a:pt x="326" y="573"/>
                  <a:pt x="329" y="570"/>
                </a:cubicBezTo>
                <a:lnTo>
                  <a:pt x="451" y="448"/>
                </a:lnTo>
                <a:lnTo>
                  <a:pt x="488" y="485"/>
                </a:lnTo>
                <a:lnTo>
                  <a:pt x="366" y="607"/>
                </a:lnTo>
                <a:cubicBezTo>
                  <a:pt x="363" y="610"/>
                  <a:pt x="361" y="613"/>
                  <a:pt x="360" y="617"/>
                </a:cubicBezTo>
                <a:cubicBezTo>
                  <a:pt x="359" y="620"/>
                  <a:pt x="358" y="624"/>
                  <a:pt x="358" y="626"/>
                </a:cubicBezTo>
                <a:cubicBezTo>
                  <a:pt x="358" y="635"/>
                  <a:pt x="360" y="641"/>
                  <a:pt x="365" y="646"/>
                </a:cubicBezTo>
                <a:cubicBezTo>
                  <a:pt x="370" y="651"/>
                  <a:pt x="376" y="653"/>
                  <a:pt x="384" y="653"/>
                </a:cubicBezTo>
                <a:moveTo>
                  <a:pt x="384" y="706"/>
                </a:moveTo>
                <a:cubicBezTo>
                  <a:pt x="365" y="706"/>
                  <a:pt x="348" y="699"/>
                  <a:pt x="332" y="684"/>
                </a:cubicBezTo>
                <a:cubicBezTo>
                  <a:pt x="317" y="670"/>
                  <a:pt x="308" y="652"/>
                  <a:pt x="305" y="631"/>
                </a:cubicBezTo>
                <a:cubicBezTo>
                  <a:pt x="285" y="628"/>
                  <a:pt x="268" y="620"/>
                  <a:pt x="255" y="606"/>
                </a:cubicBezTo>
                <a:cubicBezTo>
                  <a:pt x="241" y="593"/>
                  <a:pt x="233" y="576"/>
                  <a:pt x="230" y="556"/>
                </a:cubicBezTo>
                <a:cubicBezTo>
                  <a:pt x="209" y="553"/>
                  <a:pt x="192" y="545"/>
                  <a:pt x="179" y="531"/>
                </a:cubicBezTo>
                <a:cubicBezTo>
                  <a:pt x="166" y="517"/>
                  <a:pt x="158" y="500"/>
                  <a:pt x="155" y="481"/>
                </a:cubicBezTo>
                <a:cubicBezTo>
                  <a:pt x="133" y="478"/>
                  <a:pt x="115" y="469"/>
                  <a:pt x="101" y="455"/>
                </a:cubicBezTo>
                <a:cubicBezTo>
                  <a:pt x="87" y="440"/>
                  <a:pt x="80" y="422"/>
                  <a:pt x="80" y="402"/>
                </a:cubicBezTo>
                <a:cubicBezTo>
                  <a:pt x="80" y="392"/>
                  <a:pt x="82" y="382"/>
                  <a:pt x="86" y="372"/>
                </a:cubicBezTo>
                <a:cubicBezTo>
                  <a:pt x="90" y="362"/>
                  <a:pt x="96" y="353"/>
                  <a:pt x="103" y="345"/>
                </a:cubicBezTo>
                <a:lnTo>
                  <a:pt x="301" y="148"/>
                </a:lnTo>
                <a:lnTo>
                  <a:pt x="398" y="245"/>
                </a:lnTo>
                <a:cubicBezTo>
                  <a:pt x="403" y="249"/>
                  <a:pt x="408" y="253"/>
                  <a:pt x="414" y="256"/>
                </a:cubicBezTo>
                <a:cubicBezTo>
                  <a:pt x="419" y="258"/>
                  <a:pt x="425" y="260"/>
                  <a:pt x="430" y="260"/>
                </a:cubicBezTo>
                <a:cubicBezTo>
                  <a:pt x="438" y="260"/>
                  <a:pt x="445" y="256"/>
                  <a:pt x="452" y="249"/>
                </a:cubicBezTo>
                <a:cubicBezTo>
                  <a:pt x="459" y="243"/>
                  <a:pt x="462" y="235"/>
                  <a:pt x="462" y="228"/>
                </a:cubicBezTo>
                <a:cubicBezTo>
                  <a:pt x="462" y="224"/>
                  <a:pt x="461" y="220"/>
                  <a:pt x="459" y="216"/>
                </a:cubicBezTo>
                <a:cubicBezTo>
                  <a:pt x="457" y="212"/>
                  <a:pt x="453" y="207"/>
                  <a:pt x="449" y="202"/>
                </a:cubicBezTo>
                <a:lnTo>
                  <a:pt x="323" y="76"/>
                </a:lnTo>
                <a:cubicBezTo>
                  <a:pt x="315" y="69"/>
                  <a:pt x="306" y="63"/>
                  <a:pt x="296" y="59"/>
                </a:cubicBezTo>
                <a:cubicBezTo>
                  <a:pt x="286" y="55"/>
                  <a:pt x="276" y="52"/>
                  <a:pt x="266" y="52"/>
                </a:cubicBezTo>
                <a:cubicBezTo>
                  <a:pt x="256" y="52"/>
                  <a:pt x="247" y="55"/>
                  <a:pt x="237" y="59"/>
                </a:cubicBezTo>
                <a:cubicBezTo>
                  <a:pt x="227" y="63"/>
                  <a:pt x="217" y="68"/>
                  <a:pt x="210" y="76"/>
                </a:cubicBezTo>
                <a:lnTo>
                  <a:pt x="76" y="210"/>
                </a:lnTo>
                <a:cubicBezTo>
                  <a:pt x="67" y="218"/>
                  <a:pt x="62" y="227"/>
                  <a:pt x="58" y="236"/>
                </a:cubicBezTo>
                <a:cubicBezTo>
                  <a:pt x="55" y="245"/>
                  <a:pt x="53" y="256"/>
                  <a:pt x="53" y="267"/>
                </a:cubicBezTo>
                <a:cubicBezTo>
                  <a:pt x="52" y="279"/>
                  <a:pt x="54" y="290"/>
                  <a:pt x="59" y="301"/>
                </a:cubicBezTo>
                <a:cubicBezTo>
                  <a:pt x="64" y="311"/>
                  <a:pt x="70" y="321"/>
                  <a:pt x="77" y="330"/>
                </a:cubicBezTo>
                <a:lnTo>
                  <a:pt x="39" y="368"/>
                </a:lnTo>
                <a:cubicBezTo>
                  <a:pt x="28" y="355"/>
                  <a:pt x="18" y="340"/>
                  <a:pt x="11" y="321"/>
                </a:cubicBezTo>
                <a:cubicBezTo>
                  <a:pt x="3" y="303"/>
                  <a:pt x="0" y="285"/>
                  <a:pt x="0" y="266"/>
                </a:cubicBezTo>
                <a:cubicBezTo>
                  <a:pt x="0" y="248"/>
                  <a:pt x="3" y="231"/>
                  <a:pt x="10" y="215"/>
                </a:cubicBezTo>
                <a:cubicBezTo>
                  <a:pt x="17" y="199"/>
                  <a:pt x="26" y="185"/>
                  <a:pt x="39" y="172"/>
                </a:cubicBezTo>
                <a:lnTo>
                  <a:pt x="172" y="38"/>
                </a:lnTo>
                <a:cubicBezTo>
                  <a:pt x="185" y="25"/>
                  <a:pt x="199" y="16"/>
                  <a:pt x="216" y="9"/>
                </a:cubicBezTo>
                <a:cubicBezTo>
                  <a:pt x="233" y="3"/>
                  <a:pt x="250" y="0"/>
                  <a:pt x="267" y="0"/>
                </a:cubicBezTo>
                <a:cubicBezTo>
                  <a:pt x="284" y="0"/>
                  <a:pt x="301" y="3"/>
                  <a:pt x="317" y="9"/>
                </a:cubicBezTo>
                <a:cubicBezTo>
                  <a:pt x="333" y="16"/>
                  <a:pt x="348" y="25"/>
                  <a:pt x="361" y="38"/>
                </a:cubicBezTo>
                <a:lnTo>
                  <a:pt x="376" y="55"/>
                </a:lnTo>
                <a:lnTo>
                  <a:pt x="392" y="38"/>
                </a:lnTo>
                <a:cubicBezTo>
                  <a:pt x="405" y="25"/>
                  <a:pt x="420" y="16"/>
                  <a:pt x="436" y="9"/>
                </a:cubicBezTo>
                <a:cubicBezTo>
                  <a:pt x="453" y="3"/>
                  <a:pt x="469" y="0"/>
                  <a:pt x="487" y="0"/>
                </a:cubicBezTo>
                <a:cubicBezTo>
                  <a:pt x="504" y="0"/>
                  <a:pt x="520" y="3"/>
                  <a:pt x="537" y="9"/>
                </a:cubicBezTo>
                <a:cubicBezTo>
                  <a:pt x="553" y="16"/>
                  <a:pt x="567" y="25"/>
                  <a:pt x="580" y="38"/>
                </a:cubicBezTo>
                <a:lnTo>
                  <a:pt x="738" y="197"/>
                </a:lnTo>
                <a:cubicBezTo>
                  <a:pt x="751" y="210"/>
                  <a:pt x="761" y="225"/>
                  <a:pt x="767" y="241"/>
                </a:cubicBezTo>
                <a:cubicBezTo>
                  <a:pt x="774" y="258"/>
                  <a:pt x="777" y="274"/>
                  <a:pt x="777" y="291"/>
                </a:cubicBezTo>
                <a:cubicBezTo>
                  <a:pt x="777" y="308"/>
                  <a:pt x="774" y="325"/>
                  <a:pt x="767" y="341"/>
                </a:cubicBezTo>
                <a:cubicBezTo>
                  <a:pt x="761" y="357"/>
                  <a:pt x="751" y="372"/>
                  <a:pt x="738" y="385"/>
                </a:cubicBezTo>
                <a:lnTo>
                  <a:pt x="441" y="682"/>
                </a:lnTo>
                <a:cubicBezTo>
                  <a:pt x="433" y="690"/>
                  <a:pt x="425" y="696"/>
                  <a:pt x="415" y="700"/>
                </a:cubicBezTo>
                <a:cubicBezTo>
                  <a:pt x="405" y="704"/>
                  <a:pt x="395" y="706"/>
                  <a:pt x="384" y="706"/>
                </a:cubicBezTo>
                <a:moveTo>
                  <a:pt x="298" y="224"/>
                </a:moveTo>
                <a:lnTo>
                  <a:pt x="298" y="22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3712680" y="506196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持ち出しの経路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2103120" y="5665320"/>
            <a:ext cx="953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570120" y="5640480"/>
            <a:ext cx="7087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持ち出しの経路が残っても、構成を変えれば残留リスクは低減できる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" name=""/>
          <p:cNvSpPr/>
          <p:nvPr/>
        </p:nvSpPr>
        <p:spPr>
          <a:xfrm>
            <a:off x="3209760" y="222876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4" name=""/>
          <p:cNvSpPr/>
          <p:nvPr/>
        </p:nvSpPr>
        <p:spPr>
          <a:xfrm>
            <a:off x="2180880" y="2571480"/>
            <a:ext cx="19440" cy="248040"/>
          </a:xfrm>
          <a:custGeom>
            <a:avLst/>
            <a:gdLst/>
            <a:ahLst/>
            <a:rect l="0" t="0" r="r" b="b"/>
            <a:pathLst>
              <a:path w="54" h="689">
                <a:moveTo>
                  <a:pt x="0" y="0"/>
                </a:moveTo>
                <a:lnTo>
                  <a:pt x="54" y="0"/>
                </a:lnTo>
                <a:lnTo>
                  <a:pt x="54" y="689"/>
                </a:lnTo>
                <a:lnTo>
                  <a:pt x="0" y="68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5" name=""/>
          <p:cNvSpPr/>
          <p:nvPr/>
        </p:nvSpPr>
        <p:spPr>
          <a:xfrm>
            <a:off x="2133360" y="272412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159" y="265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6" name=""/>
          <p:cNvSpPr/>
          <p:nvPr/>
        </p:nvSpPr>
        <p:spPr>
          <a:xfrm>
            <a:off x="3209760" y="314316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7" name=""/>
          <p:cNvSpPr/>
          <p:nvPr/>
        </p:nvSpPr>
        <p:spPr>
          <a:xfrm>
            <a:off x="2180880" y="3485880"/>
            <a:ext cx="19440" cy="248040"/>
          </a:xfrm>
          <a:custGeom>
            <a:avLst/>
            <a:gdLst/>
            <a:ahLst/>
            <a:rect l="0" t="0" r="r" b="b"/>
            <a:pathLst>
              <a:path w="54" h="689">
                <a:moveTo>
                  <a:pt x="0" y="0"/>
                </a:moveTo>
                <a:lnTo>
                  <a:pt x="54" y="0"/>
                </a:lnTo>
                <a:lnTo>
                  <a:pt x="54" y="689"/>
                </a:lnTo>
                <a:lnTo>
                  <a:pt x="0" y="68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8" name=""/>
          <p:cNvSpPr/>
          <p:nvPr/>
        </p:nvSpPr>
        <p:spPr>
          <a:xfrm>
            <a:off x="2133360" y="363852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159" y="265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9" name=""/>
          <p:cNvSpPr/>
          <p:nvPr/>
        </p:nvSpPr>
        <p:spPr>
          <a:xfrm>
            <a:off x="3209760" y="405756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0" name=""/>
          <p:cNvSpPr/>
          <p:nvPr/>
        </p:nvSpPr>
        <p:spPr>
          <a:xfrm>
            <a:off x="2180880" y="4400280"/>
            <a:ext cx="19440" cy="248040"/>
          </a:xfrm>
          <a:custGeom>
            <a:avLst/>
            <a:gdLst/>
            <a:ahLst/>
            <a:rect l="0" t="0" r="r" b="b"/>
            <a:pathLst>
              <a:path w="54" h="689">
                <a:moveTo>
                  <a:pt x="0" y="0"/>
                </a:moveTo>
                <a:lnTo>
                  <a:pt x="54" y="0"/>
                </a:lnTo>
                <a:lnTo>
                  <a:pt x="54" y="689"/>
                </a:lnTo>
                <a:lnTo>
                  <a:pt x="0" y="68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1" name=""/>
          <p:cNvSpPr/>
          <p:nvPr/>
        </p:nvSpPr>
        <p:spPr>
          <a:xfrm>
            <a:off x="2133360" y="455292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159" y="265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2" name=""/>
          <p:cNvSpPr/>
          <p:nvPr/>
        </p:nvSpPr>
        <p:spPr>
          <a:xfrm>
            <a:off x="3209760" y="497196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3" name=""/>
          <p:cNvSpPr/>
          <p:nvPr/>
        </p:nvSpPr>
        <p:spPr>
          <a:xfrm>
            <a:off x="2180880" y="5314680"/>
            <a:ext cx="19440" cy="248040"/>
          </a:xfrm>
          <a:custGeom>
            <a:avLst/>
            <a:gdLst/>
            <a:ahLst/>
            <a:rect l="0" t="0" r="r" b="b"/>
            <a:pathLst>
              <a:path w="54" h="689">
                <a:moveTo>
                  <a:pt x="0" y="0"/>
                </a:moveTo>
                <a:lnTo>
                  <a:pt x="54" y="0"/>
                </a:lnTo>
                <a:lnTo>
                  <a:pt x="54" y="689"/>
                </a:lnTo>
                <a:lnTo>
                  <a:pt x="0" y="68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4" name=""/>
          <p:cNvSpPr/>
          <p:nvPr/>
        </p:nvSpPr>
        <p:spPr>
          <a:xfrm>
            <a:off x="2133360" y="546732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159" y="265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5" name=""/>
          <p:cNvSpPr/>
          <p:nvPr/>
        </p:nvSpPr>
        <p:spPr>
          <a:xfrm>
            <a:off x="3209760" y="58006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7956360" y="556560"/>
            <a:ext cx="3474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管理策 ∕ 有効性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3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1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09480" y="392760"/>
            <a:ext cx="46188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のリスクと管理策の有効性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3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609480" y="1090800"/>
            <a:ext cx="82800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つの管理策は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6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つのリスクを低減するが、起こりやすさは変えない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5" name=""/>
          <p:cNvSpPr/>
          <p:nvPr/>
        </p:nvSpPr>
        <p:spPr>
          <a:xfrm>
            <a:off x="8305560" y="2676240"/>
            <a:ext cx="457560" cy="276840"/>
          </a:xfrm>
          <a:custGeom>
            <a:avLst/>
            <a:gdLst/>
            <a:ahLst/>
            <a:rect l="0" t="0" r="r" b="b"/>
            <a:pathLst>
              <a:path w="1271" h="769">
                <a:moveTo>
                  <a:pt x="0" y="0"/>
                </a:moveTo>
                <a:lnTo>
                  <a:pt x="1271" y="0"/>
                </a:lnTo>
                <a:lnTo>
                  <a:pt x="1271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6" name=""/>
          <p:cNvSpPr/>
          <p:nvPr/>
        </p:nvSpPr>
        <p:spPr>
          <a:xfrm>
            <a:off x="8762760" y="2676240"/>
            <a:ext cx="1429200" cy="276840"/>
          </a:xfrm>
          <a:custGeom>
            <a:avLst/>
            <a:gdLst/>
            <a:ahLst/>
            <a:rect l="0" t="0" r="r" b="b"/>
            <a:pathLst>
              <a:path w="3970" h="769">
                <a:moveTo>
                  <a:pt x="0" y="0"/>
                </a:moveTo>
                <a:lnTo>
                  <a:pt x="3970" y="0"/>
                </a:lnTo>
                <a:lnTo>
                  <a:pt x="3970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7" name=""/>
          <p:cNvSpPr/>
          <p:nvPr/>
        </p:nvSpPr>
        <p:spPr>
          <a:xfrm>
            <a:off x="10191600" y="2676240"/>
            <a:ext cx="1200600" cy="276840"/>
          </a:xfrm>
          <a:custGeom>
            <a:avLst/>
            <a:gdLst/>
            <a:ahLst/>
            <a:rect l="0" t="0" r="r" b="b"/>
            <a:pathLst>
              <a:path w="3335" h="769">
                <a:moveTo>
                  <a:pt x="0" y="0"/>
                </a:moveTo>
                <a:lnTo>
                  <a:pt x="3335" y="0"/>
                </a:lnTo>
                <a:lnTo>
                  <a:pt x="3335" y="769"/>
                </a:ln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8" name=""/>
          <p:cNvSpPr/>
          <p:nvPr/>
        </p:nvSpPr>
        <p:spPr>
          <a:xfrm>
            <a:off x="8305560" y="2952720"/>
            <a:ext cx="457560" cy="285840"/>
          </a:xfrm>
          <a:custGeom>
            <a:avLst/>
            <a:gdLst/>
            <a:ahLst/>
            <a:rect l="0" t="0" r="r" b="b"/>
            <a:pathLst>
              <a:path w="1271" h="794">
                <a:moveTo>
                  <a:pt x="0" y="0"/>
                </a:moveTo>
                <a:lnTo>
                  <a:pt x="1271" y="0"/>
                </a:lnTo>
                <a:lnTo>
                  <a:pt x="1271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9" name=""/>
          <p:cNvSpPr/>
          <p:nvPr/>
        </p:nvSpPr>
        <p:spPr>
          <a:xfrm>
            <a:off x="8762760" y="2952720"/>
            <a:ext cx="1429200" cy="285840"/>
          </a:xfrm>
          <a:custGeom>
            <a:avLst/>
            <a:gdLst/>
            <a:ahLst/>
            <a:rect l="0" t="0" r="r" b="b"/>
            <a:pathLst>
              <a:path w="3970" h="794">
                <a:moveTo>
                  <a:pt x="0" y="0"/>
                </a:moveTo>
                <a:lnTo>
                  <a:pt x="3970" y="0"/>
                </a:lnTo>
                <a:lnTo>
                  <a:pt x="3970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0" name=""/>
          <p:cNvSpPr/>
          <p:nvPr/>
        </p:nvSpPr>
        <p:spPr>
          <a:xfrm>
            <a:off x="10191600" y="2952720"/>
            <a:ext cx="1200600" cy="285840"/>
          </a:xfrm>
          <a:custGeom>
            <a:avLst/>
            <a:gdLst/>
            <a:ahLst/>
            <a:rect l="0" t="0" r="r" b="b"/>
            <a:pathLst>
              <a:path w="3335" h="794">
                <a:moveTo>
                  <a:pt x="0" y="0"/>
                </a:moveTo>
                <a:lnTo>
                  <a:pt x="3335" y="0"/>
                </a:lnTo>
                <a:lnTo>
                  <a:pt x="3335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1" name=""/>
          <p:cNvSpPr/>
          <p:nvPr/>
        </p:nvSpPr>
        <p:spPr>
          <a:xfrm>
            <a:off x="8305560" y="3238200"/>
            <a:ext cx="457560" cy="286200"/>
          </a:xfrm>
          <a:custGeom>
            <a:avLst/>
            <a:gdLst/>
            <a:ahLst/>
            <a:rect l="0" t="0" r="r" b="b"/>
            <a:pathLst>
              <a:path w="1271" h="795">
                <a:moveTo>
                  <a:pt x="0" y="0"/>
                </a:moveTo>
                <a:lnTo>
                  <a:pt x="1271" y="0"/>
                </a:lnTo>
                <a:lnTo>
                  <a:pt x="1271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2" name=""/>
          <p:cNvSpPr/>
          <p:nvPr/>
        </p:nvSpPr>
        <p:spPr>
          <a:xfrm>
            <a:off x="8762760" y="3238200"/>
            <a:ext cx="1429200" cy="286200"/>
          </a:xfrm>
          <a:custGeom>
            <a:avLst/>
            <a:gdLst/>
            <a:ahLst/>
            <a:rect l="0" t="0" r="r" b="b"/>
            <a:pathLst>
              <a:path w="3970" h="795">
                <a:moveTo>
                  <a:pt x="0" y="0"/>
                </a:moveTo>
                <a:lnTo>
                  <a:pt x="3970" y="0"/>
                </a:lnTo>
                <a:lnTo>
                  <a:pt x="3970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3" name=""/>
          <p:cNvSpPr/>
          <p:nvPr/>
        </p:nvSpPr>
        <p:spPr>
          <a:xfrm>
            <a:off x="10191600" y="3238200"/>
            <a:ext cx="1200600" cy="286200"/>
          </a:xfrm>
          <a:custGeom>
            <a:avLst/>
            <a:gdLst/>
            <a:ahLst/>
            <a:rect l="0" t="0" r="r" b="b"/>
            <a:pathLst>
              <a:path w="3335" h="795">
                <a:moveTo>
                  <a:pt x="0" y="0"/>
                </a:moveTo>
                <a:lnTo>
                  <a:pt x="3335" y="0"/>
                </a:lnTo>
                <a:lnTo>
                  <a:pt x="333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4" name=""/>
          <p:cNvSpPr/>
          <p:nvPr/>
        </p:nvSpPr>
        <p:spPr>
          <a:xfrm>
            <a:off x="8305560" y="3524040"/>
            <a:ext cx="457560" cy="286200"/>
          </a:xfrm>
          <a:custGeom>
            <a:avLst/>
            <a:gdLst/>
            <a:ahLst/>
            <a:rect l="0" t="0" r="r" b="b"/>
            <a:pathLst>
              <a:path w="1271" h="795">
                <a:moveTo>
                  <a:pt x="0" y="0"/>
                </a:moveTo>
                <a:lnTo>
                  <a:pt x="1271" y="0"/>
                </a:lnTo>
                <a:lnTo>
                  <a:pt x="1271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5" name=""/>
          <p:cNvSpPr/>
          <p:nvPr/>
        </p:nvSpPr>
        <p:spPr>
          <a:xfrm>
            <a:off x="8762760" y="3524040"/>
            <a:ext cx="1429200" cy="286200"/>
          </a:xfrm>
          <a:custGeom>
            <a:avLst/>
            <a:gdLst/>
            <a:ahLst/>
            <a:rect l="0" t="0" r="r" b="b"/>
            <a:pathLst>
              <a:path w="3970" h="795">
                <a:moveTo>
                  <a:pt x="0" y="0"/>
                </a:moveTo>
                <a:lnTo>
                  <a:pt x="3970" y="0"/>
                </a:lnTo>
                <a:lnTo>
                  <a:pt x="3970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6" name=""/>
          <p:cNvSpPr/>
          <p:nvPr/>
        </p:nvSpPr>
        <p:spPr>
          <a:xfrm>
            <a:off x="10191600" y="3524040"/>
            <a:ext cx="1200600" cy="286200"/>
          </a:xfrm>
          <a:custGeom>
            <a:avLst/>
            <a:gdLst/>
            <a:ahLst/>
            <a:rect l="0" t="0" r="r" b="b"/>
            <a:pathLst>
              <a:path w="3335" h="795">
                <a:moveTo>
                  <a:pt x="0" y="0"/>
                </a:moveTo>
                <a:lnTo>
                  <a:pt x="3335" y="0"/>
                </a:lnTo>
                <a:lnTo>
                  <a:pt x="333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7" name=""/>
          <p:cNvSpPr/>
          <p:nvPr/>
        </p:nvSpPr>
        <p:spPr>
          <a:xfrm>
            <a:off x="8305560" y="3809880"/>
            <a:ext cx="457560" cy="286200"/>
          </a:xfrm>
          <a:custGeom>
            <a:avLst/>
            <a:gdLst/>
            <a:ahLst/>
            <a:rect l="0" t="0" r="r" b="b"/>
            <a:pathLst>
              <a:path w="1271" h="795">
                <a:moveTo>
                  <a:pt x="0" y="0"/>
                </a:moveTo>
                <a:lnTo>
                  <a:pt x="1271" y="0"/>
                </a:lnTo>
                <a:lnTo>
                  <a:pt x="1271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8" name=""/>
          <p:cNvSpPr/>
          <p:nvPr/>
        </p:nvSpPr>
        <p:spPr>
          <a:xfrm>
            <a:off x="8762760" y="3809880"/>
            <a:ext cx="1429200" cy="286200"/>
          </a:xfrm>
          <a:custGeom>
            <a:avLst/>
            <a:gdLst/>
            <a:ahLst/>
            <a:rect l="0" t="0" r="r" b="b"/>
            <a:pathLst>
              <a:path w="3970" h="795">
                <a:moveTo>
                  <a:pt x="0" y="0"/>
                </a:moveTo>
                <a:lnTo>
                  <a:pt x="3970" y="0"/>
                </a:lnTo>
                <a:lnTo>
                  <a:pt x="3970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9" name=""/>
          <p:cNvSpPr/>
          <p:nvPr/>
        </p:nvSpPr>
        <p:spPr>
          <a:xfrm>
            <a:off x="10191600" y="3809880"/>
            <a:ext cx="1200600" cy="286200"/>
          </a:xfrm>
          <a:custGeom>
            <a:avLst/>
            <a:gdLst/>
            <a:ahLst/>
            <a:rect l="0" t="0" r="r" b="b"/>
            <a:pathLst>
              <a:path w="3335" h="795">
                <a:moveTo>
                  <a:pt x="0" y="0"/>
                </a:moveTo>
                <a:lnTo>
                  <a:pt x="3335" y="0"/>
                </a:lnTo>
                <a:lnTo>
                  <a:pt x="333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0" name=""/>
          <p:cNvSpPr/>
          <p:nvPr/>
        </p:nvSpPr>
        <p:spPr>
          <a:xfrm>
            <a:off x="8305560" y="4095720"/>
            <a:ext cx="457560" cy="285840"/>
          </a:xfrm>
          <a:custGeom>
            <a:avLst/>
            <a:gdLst/>
            <a:ahLst/>
            <a:rect l="0" t="0" r="r" b="b"/>
            <a:pathLst>
              <a:path w="1271" h="794">
                <a:moveTo>
                  <a:pt x="0" y="0"/>
                </a:moveTo>
                <a:lnTo>
                  <a:pt x="1271" y="0"/>
                </a:lnTo>
                <a:lnTo>
                  <a:pt x="1271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1" name=""/>
          <p:cNvSpPr/>
          <p:nvPr/>
        </p:nvSpPr>
        <p:spPr>
          <a:xfrm>
            <a:off x="8762760" y="4095720"/>
            <a:ext cx="1429200" cy="285840"/>
          </a:xfrm>
          <a:custGeom>
            <a:avLst/>
            <a:gdLst/>
            <a:ahLst/>
            <a:rect l="0" t="0" r="r" b="b"/>
            <a:pathLst>
              <a:path w="3970" h="794">
                <a:moveTo>
                  <a:pt x="0" y="0"/>
                </a:moveTo>
                <a:lnTo>
                  <a:pt x="3970" y="0"/>
                </a:lnTo>
                <a:lnTo>
                  <a:pt x="3970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2" name=""/>
          <p:cNvSpPr/>
          <p:nvPr/>
        </p:nvSpPr>
        <p:spPr>
          <a:xfrm>
            <a:off x="10191600" y="4095720"/>
            <a:ext cx="1200600" cy="285840"/>
          </a:xfrm>
          <a:custGeom>
            <a:avLst/>
            <a:gdLst/>
            <a:ahLst/>
            <a:rect l="0" t="0" r="r" b="b"/>
            <a:pathLst>
              <a:path w="3335" h="794">
                <a:moveTo>
                  <a:pt x="0" y="0"/>
                </a:moveTo>
                <a:lnTo>
                  <a:pt x="3335" y="0"/>
                </a:lnTo>
                <a:lnTo>
                  <a:pt x="3335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3" name=""/>
          <p:cNvSpPr/>
          <p:nvPr/>
        </p:nvSpPr>
        <p:spPr>
          <a:xfrm>
            <a:off x="8305560" y="4381200"/>
            <a:ext cx="457560" cy="467280"/>
          </a:xfrm>
          <a:custGeom>
            <a:avLst/>
            <a:gdLst/>
            <a:ahLst/>
            <a:rect l="0" t="0" r="r" b="b"/>
            <a:pathLst>
              <a:path w="1271" h="1298">
                <a:moveTo>
                  <a:pt x="0" y="0"/>
                </a:moveTo>
                <a:lnTo>
                  <a:pt x="1271" y="0"/>
                </a:lnTo>
                <a:lnTo>
                  <a:pt x="1271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4" name=""/>
          <p:cNvSpPr/>
          <p:nvPr/>
        </p:nvSpPr>
        <p:spPr>
          <a:xfrm>
            <a:off x="8762760" y="4381200"/>
            <a:ext cx="1429200" cy="467280"/>
          </a:xfrm>
          <a:custGeom>
            <a:avLst/>
            <a:gdLst/>
            <a:ahLst/>
            <a:rect l="0" t="0" r="r" b="b"/>
            <a:pathLst>
              <a:path w="3970" h="1298">
                <a:moveTo>
                  <a:pt x="0" y="0"/>
                </a:moveTo>
                <a:lnTo>
                  <a:pt x="3970" y="0"/>
                </a:lnTo>
                <a:lnTo>
                  <a:pt x="3970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5" name=""/>
          <p:cNvSpPr/>
          <p:nvPr/>
        </p:nvSpPr>
        <p:spPr>
          <a:xfrm>
            <a:off x="10191600" y="4381200"/>
            <a:ext cx="1200600" cy="467280"/>
          </a:xfrm>
          <a:custGeom>
            <a:avLst/>
            <a:gdLst/>
            <a:ahLst/>
            <a:rect l="0" t="0" r="r" b="b"/>
            <a:pathLst>
              <a:path w="3335" h="1298">
                <a:moveTo>
                  <a:pt x="0" y="0"/>
                </a:moveTo>
                <a:lnTo>
                  <a:pt x="3335" y="0"/>
                </a:lnTo>
                <a:lnTo>
                  <a:pt x="3335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6" name=""/>
          <p:cNvSpPr/>
          <p:nvPr/>
        </p:nvSpPr>
        <p:spPr>
          <a:xfrm>
            <a:off x="8305560" y="4848120"/>
            <a:ext cx="457560" cy="286200"/>
          </a:xfrm>
          <a:custGeom>
            <a:avLst/>
            <a:gdLst/>
            <a:ahLst/>
            <a:rect l="0" t="0" r="r" b="b"/>
            <a:pathLst>
              <a:path w="1271" h="795">
                <a:moveTo>
                  <a:pt x="0" y="0"/>
                </a:moveTo>
                <a:lnTo>
                  <a:pt x="1271" y="0"/>
                </a:lnTo>
                <a:lnTo>
                  <a:pt x="1271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7" name=""/>
          <p:cNvSpPr/>
          <p:nvPr/>
        </p:nvSpPr>
        <p:spPr>
          <a:xfrm>
            <a:off x="8762760" y="4848120"/>
            <a:ext cx="1429200" cy="286200"/>
          </a:xfrm>
          <a:custGeom>
            <a:avLst/>
            <a:gdLst/>
            <a:ahLst/>
            <a:rect l="0" t="0" r="r" b="b"/>
            <a:pathLst>
              <a:path w="3970" h="795">
                <a:moveTo>
                  <a:pt x="0" y="0"/>
                </a:moveTo>
                <a:lnTo>
                  <a:pt x="3970" y="0"/>
                </a:lnTo>
                <a:lnTo>
                  <a:pt x="3970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8" name=""/>
          <p:cNvSpPr/>
          <p:nvPr/>
        </p:nvSpPr>
        <p:spPr>
          <a:xfrm>
            <a:off x="10191600" y="4848120"/>
            <a:ext cx="1200600" cy="286200"/>
          </a:xfrm>
          <a:custGeom>
            <a:avLst/>
            <a:gdLst/>
            <a:ahLst/>
            <a:rect l="0" t="0" r="r" b="b"/>
            <a:pathLst>
              <a:path w="3335" h="795">
                <a:moveTo>
                  <a:pt x="0" y="0"/>
                </a:moveTo>
                <a:lnTo>
                  <a:pt x="3335" y="0"/>
                </a:lnTo>
                <a:lnTo>
                  <a:pt x="333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9" name=""/>
          <p:cNvSpPr/>
          <p:nvPr/>
        </p:nvSpPr>
        <p:spPr>
          <a:xfrm>
            <a:off x="8305560" y="5133960"/>
            <a:ext cx="457560" cy="285840"/>
          </a:xfrm>
          <a:custGeom>
            <a:avLst/>
            <a:gdLst/>
            <a:ahLst/>
            <a:rect l="0" t="0" r="r" b="b"/>
            <a:pathLst>
              <a:path w="1271" h="794">
                <a:moveTo>
                  <a:pt x="0" y="0"/>
                </a:moveTo>
                <a:lnTo>
                  <a:pt x="1271" y="0"/>
                </a:lnTo>
                <a:lnTo>
                  <a:pt x="1271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0" name=""/>
          <p:cNvSpPr/>
          <p:nvPr/>
        </p:nvSpPr>
        <p:spPr>
          <a:xfrm>
            <a:off x="8762760" y="5133960"/>
            <a:ext cx="1429200" cy="285840"/>
          </a:xfrm>
          <a:custGeom>
            <a:avLst/>
            <a:gdLst/>
            <a:ahLst/>
            <a:rect l="0" t="0" r="r" b="b"/>
            <a:pathLst>
              <a:path w="3970" h="794">
                <a:moveTo>
                  <a:pt x="0" y="0"/>
                </a:moveTo>
                <a:lnTo>
                  <a:pt x="3970" y="0"/>
                </a:lnTo>
                <a:lnTo>
                  <a:pt x="3970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1" name=""/>
          <p:cNvSpPr/>
          <p:nvPr/>
        </p:nvSpPr>
        <p:spPr>
          <a:xfrm>
            <a:off x="10191600" y="5133960"/>
            <a:ext cx="1200600" cy="285840"/>
          </a:xfrm>
          <a:custGeom>
            <a:avLst/>
            <a:gdLst/>
            <a:ahLst/>
            <a:rect l="0" t="0" r="r" b="b"/>
            <a:pathLst>
              <a:path w="3335" h="794">
                <a:moveTo>
                  <a:pt x="0" y="0"/>
                </a:moveTo>
                <a:lnTo>
                  <a:pt x="3335" y="0"/>
                </a:lnTo>
                <a:lnTo>
                  <a:pt x="3335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2" name=""/>
          <p:cNvSpPr/>
          <p:nvPr/>
        </p:nvSpPr>
        <p:spPr>
          <a:xfrm>
            <a:off x="8305560" y="5419440"/>
            <a:ext cx="457560" cy="286200"/>
          </a:xfrm>
          <a:custGeom>
            <a:avLst/>
            <a:gdLst/>
            <a:ahLst/>
            <a:rect l="0" t="0" r="r" b="b"/>
            <a:pathLst>
              <a:path w="1271" h="795">
                <a:moveTo>
                  <a:pt x="0" y="0"/>
                </a:moveTo>
                <a:lnTo>
                  <a:pt x="1271" y="0"/>
                </a:lnTo>
                <a:lnTo>
                  <a:pt x="1271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3" name=""/>
          <p:cNvSpPr/>
          <p:nvPr/>
        </p:nvSpPr>
        <p:spPr>
          <a:xfrm>
            <a:off x="8762760" y="5419440"/>
            <a:ext cx="1429200" cy="286200"/>
          </a:xfrm>
          <a:custGeom>
            <a:avLst/>
            <a:gdLst/>
            <a:ahLst/>
            <a:rect l="0" t="0" r="r" b="b"/>
            <a:pathLst>
              <a:path w="3970" h="795">
                <a:moveTo>
                  <a:pt x="0" y="0"/>
                </a:moveTo>
                <a:lnTo>
                  <a:pt x="3970" y="0"/>
                </a:lnTo>
                <a:lnTo>
                  <a:pt x="3970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4" name=""/>
          <p:cNvSpPr/>
          <p:nvPr/>
        </p:nvSpPr>
        <p:spPr>
          <a:xfrm>
            <a:off x="10191600" y="5419440"/>
            <a:ext cx="1200600" cy="286200"/>
          </a:xfrm>
          <a:custGeom>
            <a:avLst/>
            <a:gdLst/>
            <a:ahLst/>
            <a:rect l="0" t="0" r="r" b="b"/>
            <a:pathLst>
              <a:path w="3335" h="795">
                <a:moveTo>
                  <a:pt x="0" y="0"/>
                </a:moveTo>
                <a:lnTo>
                  <a:pt x="3335" y="0"/>
                </a:lnTo>
                <a:lnTo>
                  <a:pt x="3335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5" name=""/>
          <p:cNvSpPr/>
          <p:nvPr/>
        </p:nvSpPr>
        <p:spPr>
          <a:xfrm>
            <a:off x="8305560" y="2952720"/>
            <a:ext cx="457560" cy="9720"/>
          </a:xfrm>
          <a:custGeom>
            <a:avLst/>
            <a:gdLst/>
            <a:ah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6" name=""/>
          <p:cNvSpPr/>
          <p:nvPr/>
        </p:nvSpPr>
        <p:spPr>
          <a:xfrm>
            <a:off x="8762760" y="2952720"/>
            <a:ext cx="1429200" cy="9720"/>
          </a:xfrm>
          <a:custGeom>
            <a:avLst/>
            <a:gdLst/>
            <a:ahLst/>
            <a:rect l="0" t="0" r="r" b="b"/>
            <a:pathLst>
              <a:path w="3970" h="27">
                <a:moveTo>
                  <a:pt x="0" y="0"/>
                </a:moveTo>
                <a:lnTo>
                  <a:pt x="3970" y="0"/>
                </a:lnTo>
                <a:lnTo>
                  <a:pt x="3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7" name=""/>
          <p:cNvSpPr/>
          <p:nvPr/>
        </p:nvSpPr>
        <p:spPr>
          <a:xfrm>
            <a:off x="10191600" y="295272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8" name=""/>
          <p:cNvSpPr/>
          <p:nvPr/>
        </p:nvSpPr>
        <p:spPr>
          <a:xfrm>
            <a:off x="8305560" y="3238200"/>
            <a:ext cx="457560" cy="10080"/>
          </a:xfrm>
          <a:custGeom>
            <a:avLst/>
            <a:gdLst/>
            <a:ahLst/>
            <a:rect l="0" t="0" r="r" b="b"/>
            <a:pathLst>
              <a:path w="1271" h="28">
                <a:moveTo>
                  <a:pt x="0" y="0"/>
                </a:moveTo>
                <a:lnTo>
                  <a:pt x="1271" y="0"/>
                </a:lnTo>
                <a:lnTo>
                  <a:pt x="1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9" name=""/>
          <p:cNvSpPr/>
          <p:nvPr/>
        </p:nvSpPr>
        <p:spPr>
          <a:xfrm>
            <a:off x="8762760" y="3238200"/>
            <a:ext cx="1429200" cy="10080"/>
          </a:xfrm>
          <a:custGeom>
            <a:avLst/>
            <a:gdLst/>
            <a:ahLst/>
            <a:rect l="0" t="0" r="r" b="b"/>
            <a:pathLst>
              <a:path w="3970" h="28">
                <a:moveTo>
                  <a:pt x="0" y="0"/>
                </a:moveTo>
                <a:lnTo>
                  <a:pt x="3970" y="0"/>
                </a:lnTo>
                <a:lnTo>
                  <a:pt x="3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0" name=""/>
          <p:cNvSpPr/>
          <p:nvPr/>
        </p:nvSpPr>
        <p:spPr>
          <a:xfrm>
            <a:off x="10191600" y="323820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1" name=""/>
          <p:cNvSpPr/>
          <p:nvPr/>
        </p:nvSpPr>
        <p:spPr>
          <a:xfrm>
            <a:off x="8305560" y="3524040"/>
            <a:ext cx="457560" cy="10080"/>
          </a:xfrm>
          <a:custGeom>
            <a:avLst/>
            <a:gdLst/>
            <a:ahLst/>
            <a:rect l="0" t="0" r="r" b="b"/>
            <a:pathLst>
              <a:path w="1271" h="28">
                <a:moveTo>
                  <a:pt x="0" y="0"/>
                </a:moveTo>
                <a:lnTo>
                  <a:pt x="1271" y="0"/>
                </a:lnTo>
                <a:lnTo>
                  <a:pt x="1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2" name=""/>
          <p:cNvSpPr/>
          <p:nvPr/>
        </p:nvSpPr>
        <p:spPr>
          <a:xfrm>
            <a:off x="8762760" y="3524040"/>
            <a:ext cx="1429200" cy="10080"/>
          </a:xfrm>
          <a:custGeom>
            <a:avLst/>
            <a:gdLst/>
            <a:ahLst/>
            <a:rect l="0" t="0" r="r" b="b"/>
            <a:pathLst>
              <a:path w="3970" h="28">
                <a:moveTo>
                  <a:pt x="0" y="0"/>
                </a:moveTo>
                <a:lnTo>
                  <a:pt x="3970" y="0"/>
                </a:lnTo>
                <a:lnTo>
                  <a:pt x="3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3" name=""/>
          <p:cNvSpPr/>
          <p:nvPr/>
        </p:nvSpPr>
        <p:spPr>
          <a:xfrm>
            <a:off x="10191600" y="352404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4" name=""/>
          <p:cNvSpPr/>
          <p:nvPr/>
        </p:nvSpPr>
        <p:spPr>
          <a:xfrm>
            <a:off x="8305560" y="3809880"/>
            <a:ext cx="457560" cy="9720"/>
          </a:xfrm>
          <a:custGeom>
            <a:avLst/>
            <a:gdLst/>
            <a:ah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5" name=""/>
          <p:cNvSpPr/>
          <p:nvPr/>
        </p:nvSpPr>
        <p:spPr>
          <a:xfrm>
            <a:off x="8762760" y="3809880"/>
            <a:ext cx="1429200" cy="9720"/>
          </a:xfrm>
          <a:custGeom>
            <a:avLst/>
            <a:gdLst/>
            <a:ahLst/>
            <a:rect l="0" t="0" r="r" b="b"/>
            <a:pathLst>
              <a:path w="3970" h="27">
                <a:moveTo>
                  <a:pt x="0" y="0"/>
                </a:moveTo>
                <a:lnTo>
                  <a:pt x="3970" y="0"/>
                </a:lnTo>
                <a:lnTo>
                  <a:pt x="3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6" name=""/>
          <p:cNvSpPr/>
          <p:nvPr/>
        </p:nvSpPr>
        <p:spPr>
          <a:xfrm>
            <a:off x="10191600" y="380988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7" name=""/>
          <p:cNvSpPr/>
          <p:nvPr/>
        </p:nvSpPr>
        <p:spPr>
          <a:xfrm>
            <a:off x="8305560" y="4095720"/>
            <a:ext cx="457560" cy="9720"/>
          </a:xfrm>
          <a:custGeom>
            <a:avLst/>
            <a:gdLst/>
            <a:ah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8" name=""/>
          <p:cNvSpPr/>
          <p:nvPr/>
        </p:nvSpPr>
        <p:spPr>
          <a:xfrm>
            <a:off x="8762760" y="4095720"/>
            <a:ext cx="1429200" cy="9720"/>
          </a:xfrm>
          <a:custGeom>
            <a:avLst/>
            <a:gdLst/>
            <a:ahLst/>
            <a:rect l="0" t="0" r="r" b="b"/>
            <a:pathLst>
              <a:path w="3970" h="27">
                <a:moveTo>
                  <a:pt x="0" y="0"/>
                </a:moveTo>
                <a:lnTo>
                  <a:pt x="3970" y="0"/>
                </a:lnTo>
                <a:lnTo>
                  <a:pt x="3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9" name=""/>
          <p:cNvSpPr/>
          <p:nvPr/>
        </p:nvSpPr>
        <p:spPr>
          <a:xfrm>
            <a:off x="10191600" y="409572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0" name=""/>
          <p:cNvSpPr/>
          <p:nvPr/>
        </p:nvSpPr>
        <p:spPr>
          <a:xfrm>
            <a:off x="8305560" y="4381200"/>
            <a:ext cx="457560" cy="10080"/>
          </a:xfrm>
          <a:custGeom>
            <a:avLst/>
            <a:gdLst/>
            <a:ahLst/>
            <a:rect l="0" t="0" r="r" b="b"/>
            <a:pathLst>
              <a:path w="1271" h="28">
                <a:moveTo>
                  <a:pt x="0" y="0"/>
                </a:moveTo>
                <a:lnTo>
                  <a:pt x="1271" y="0"/>
                </a:lnTo>
                <a:lnTo>
                  <a:pt x="1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1" name=""/>
          <p:cNvSpPr/>
          <p:nvPr/>
        </p:nvSpPr>
        <p:spPr>
          <a:xfrm>
            <a:off x="8762760" y="4381200"/>
            <a:ext cx="1429200" cy="10080"/>
          </a:xfrm>
          <a:custGeom>
            <a:avLst/>
            <a:gdLst/>
            <a:ahLst/>
            <a:rect l="0" t="0" r="r" b="b"/>
            <a:pathLst>
              <a:path w="3970" h="28">
                <a:moveTo>
                  <a:pt x="0" y="0"/>
                </a:moveTo>
                <a:lnTo>
                  <a:pt x="3970" y="0"/>
                </a:lnTo>
                <a:lnTo>
                  <a:pt x="3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2" name=""/>
          <p:cNvSpPr/>
          <p:nvPr/>
        </p:nvSpPr>
        <p:spPr>
          <a:xfrm>
            <a:off x="10191600" y="438120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3" name=""/>
          <p:cNvSpPr/>
          <p:nvPr/>
        </p:nvSpPr>
        <p:spPr>
          <a:xfrm>
            <a:off x="8305560" y="4848120"/>
            <a:ext cx="457560" cy="9720"/>
          </a:xfrm>
          <a:custGeom>
            <a:avLst/>
            <a:gdLst/>
            <a:ah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4" name=""/>
          <p:cNvSpPr/>
          <p:nvPr/>
        </p:nvSpPr>
        <p:spPr>
          <a:xfrm>
            <a:off x="8762760" y="4848120"/>
            <a:ext cx="1429200" cy="9720"/>
          </a:xfrm>
          <a:custGeom>
            <a:avLst/>
            <a:gdLst/>
            <a:ahLst/>
            <a:rect l="0" t="0" r="r" b="b"/>
            <a:pathLst>
              <a:path w="3970" h="27">
                <a:moveTo>
                  <a:pt x="0" y="0"/>
                </a:moveTo>
                <a:lnTo>
                  <a:pt x="3970" y="0"/>
                </a:lnTo>
                <a:lnTo>
                  <a:pt x="3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5" name=""/>
          <p:cNvSpPr/>
          <p:nvPr/>
        </p:nvSpPr>
        <p:spPr>
          <a:xfrm>
            <a:off x="10191600" y="484812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6" name=""/>
          <p:cNvSpPr/>
          <p:nvPr/>
        </p:nvSpPr>
        <p:spPr>
          <a:xfrm>
            <a:off x="8305560" y="5133960"/>
            <a:ext cx="457560" cy="9720"/>
          </a:xfrm>
          <a:custGeom>
            <a:avLst/>
            <a:gdLst/>
            <a:ah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7" name=""/>
          <p:cNvSpPr/>
          <p:nvPr/>
        </p:nvSpPr>
        <p:spPr>
          <a:xfrm>
            <a:off x="8762760" y="5133960"/>
            <a:ext cx="1429200" cy="9720"/>
          </a:xfrm>
          <a:custGeom>
            <a:avLst/>
            <a:gdLst/>
            <a:ahLst/>
            <a:rect l="0" t="0" r="r" b="b"/>
            <a:pathLst>
              <a:path w="3970" h="27">
                <a:moveTo>
                  <a:pt x="0" y="0"/>
                </a:moveTo>
                <a:lnTo>
                  <a:pt x="3970" y="0"/>
                </a:lnTo>
                <a:lnTo>
                  <a:pt x="3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8" name=""/>
          <p:cNvSpPr/>
          <p:nvPr/>
        </p:nvSpPr>
        <p:spPr>
          <a:xfrm>
            <a:off x="10191600" y="513396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9" name=""/>
          <p:cNvSpPr/>
          <p:nvPr/>
        </p:nvSpPr>
        <p:spPr>
          <a:xfrm>
            <a:off x="8305560" y="5419440"/>
            <a:ext cx="457560" cy="10080"/>
          </a:xfrm>
          <a:custGeom>
            <a:avLst/>
            <a:gdLst/>
            <a:ahLst/>
            <a:rect l="0" t="0" r="r" b="b"/>
            <a:pathLst>
              <a:path w="1271" h="28">
                <a:moveTo>
                  <a:pt x="0" y="0"/>
                </a:moveTo>
                <a:lnTo>
                  <a:pt x="1271" y="0"/>
                </a:lnTo>
                <a:lnTo>
                  <a:pt x="1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0" name=""/>
          <p:cNvSpPr/>
          <p:nvPr/>
        </p:nvSpPr>
        <p:spPr>
          <a:xfrm>
            <a:off x="8762760" y="5419440"/>
            <a:ext cx="1429200" cy="10080"/>
          </a:xfrm>
          <a:custGeom>
            <a:avLst/>
            <a:gdLst/>
            <a:ahLst/>
            <a:rect l="0" t="0" r="r" b="b"/>
            <a:pathLst>
              <a:path w="3970" h="28">
                <a:moveTo>
                  <a:pt x="0" y="0"/>
                </a:moveTo>
                <a:lnTo>
                  <a:pt x="3970" y="0"/>
                </a:lnTo>
                <a:lnTo>
                  <a:pt x="3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1" name=""/>
          <p:cNvSpPr/>
          <p:nvPr/>
        </p:nvSpPr>
        <p:spPr>
          <a:xfrm>
            <a:off x="10191600" y="541944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2" name=""/>
          <p:cNvSpPr/>
          <p:nvPr/>
        </p:nvSpPr>
        <p:spPr>
          <a:xfrm>
            <a:off x="8305560" y="5705280"/>
            <a:ext cx="457560" cy="9720"/>
          </a:xfrm>
          <a:custGeom>
            <a:avLst/>
            <a:gdLst/>
            <a:ah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3" name=""/>
          <p:cNvSpPr/>
          <p:nvPr/>
        </p:nvSpPr>
        <p:spPr>
          <a:xfrm>
            <a:off x="8762760" y="5705280"/>
            <a:ext cx="1429200" cy="9720"/>
          </a:xfrm>
          <a:custGeom>
            <a:avLst/>
            <a:gdLst/>
            <a:ahLst/>
            <a:rect l="0" t="0" r="r" b="b"/>
            <a:pathLst>
              <a:path w="3970" h="27">
                <a:moveTo>
                  <a:pt x="0" y="0"/>
                </a:moveTo>
                <a:lnTo>
                  <a:pt x="3970" y="0"/>
                </a:lnTo>
                <a:lnTo>
                  <a:pt x="3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4" name=""/>
          <p:cNvSpPr/>
          <p:nvPr/>
        </p:nvSpPr>
        <p:spPr>
          <a:xfrm>
            <a:off x="10191600" y="570528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704880" y="1716120"/>
            <a:ext cx="4801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低減できないリスクは入力と処理の側に集まる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6" name=""/>
          <p:cNvSpPr/>
          <p:nvPr/>
        </p:nvSpPr>
        <p:spPr>
          <a:xfrm>
            <a:off x="10235880" y="2739960"/>
            <a:ext cx="159120" cy="159120"/>
          </a:xfrm>
          <a:custGeom>
            <a:avLst/>
            <a:gdLst/>
            <a:ahLst/>
            <a:rect l="0" t="0" r="r" b="b"/>
            <a:pathLst>
              <a:path w="442" h="442">
                <a:moveTo>
                  <a:pt x="111" y="236"/>
                </a:moveTo>
                <a:lnTo>
                  <a:pt x="331" y="236"/>
                </a:lnTo>
                <a:lnTo>
                  <a:pt x="331" y="203"/>
                </a:lnTo>
                <a:lnTo>
                  <a:pt x="111" y="203"/>
                </a:lnTo>
                <a:lnTo>
                  <a:pt x="111" y="236"/>
                </a:lnTo>
                <a:moveTo>
                  <a:pt x="221" y="442"/>
                </a:moveTo>
                <a:cubicBezTo>
                  <a:pt x="191" y="442"/>
                  <a:pt x="162" y="436"/>
                  <a:pt x="135" y="424"/>
                </a:cubicBezTo>
                <a:cubicBezTo>
                  <a:pt x="109" y="413"/>
                  <a:pt x="85" y="397"/>
                  <a:pt x="65" y="377"/>
                </a:cubicBezTo>
                <a:cubicBezTo>
                  <a:pt x="45" y="357"/>
                  <a:pt x="29" y="333"/>
                  <a:pt x="18" y="307"/>
                </a:cubicBezTo>
                <a:cubicBezTo>
                  <a:pt x="6" y="280"/>
                  <a:pt x="0" y="251"/>
                  <a:pt x="0" y="221"/>
                </a:cubicBezTo>
                <a:cubicBezTo>
                  <a:pt x="0" y="191"/>
                  <a:pt x="6" y="162"/>
                  <a:pt x="18" y="135"/>
                </a:cubicBezTo>
                <a:cubicBezTo>
                  <a:pt x="29" y="108"/>
                  <a:pt x="45" y="84"/>
                  <a:pt x="65" y="64"/>
                </a:cubicBezTo>
                <a:cubicBezTo>
                  <a:pt x="85" y="44"/>
                  <a:pt x="109" y="29"/>
                  <a:pt x="135" y="17"/>
                </a:cubicBezTo>
                <a:cubicBezTo>
                  <a:pt x="162" y="5"/>
                  <a:pt x="191" y="0"/>
                  <a:pt x="221" y="0"/>
                </a:cubicBezTo>
                <a:cubicBezTo>
                  <a:pt x="251" y="0"/>
                  <a:pt x="280" y="5"/>
                  <a:pt x="307" y="17"/>
                </a:cubicBezTo>
                <a:cubicBezTo>
                  <a:pt x="334" y="29"/>
                  <a:pt x="357" y="44"/>
                  <a:pt x="377" y="64"/>
                </a:cubicBezTo>
                <a:cubicBezTo>
                  <a:pt x="398" y="84"/>
                  <a:pt x="413" y="108"/>
                  <a:pt x="425" y="135"/>
                </a:cubicBezTo>
                <a:cubicBezTo>
                  <a:pt x="437" y="162"/>
                  <a:pt x="442" y="191"/>
                  <a:pt x="442" y="221"/>
                </a:cubicBezTo>
                <a:cubicBezTo>
                  <a:pt x="442" y="251"/>
                  <a:pt x="437" y="280"/>
                  <a:pt x="425" y="307"/>
                </a:cubicBezTo>
                <a:cubicBezTo>
                  <a:pt x="413" y="333"/>
                  <a:pt x="398" y="357"/>
                  <a:pt x="377" y="377"/>
                </a:cubicBezTo>
                <a:cubicBezTo>
                  <a:pt x="357" y="397"/>
                  <a:pt x="334" y="413"/>
                  <a:pt x="307" y="424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0"/>
                  <a:pt x="354" y="354"/>
                </a:cubicBezTo>
                <a:cubicBezTo>
                  <a:pt x="391" y="317"/>
                  <a:pt x="409" y="273"/>
                  <a:pt x="409" y="221"/>
                </a:cubicBezTo>
                <a:cubicBezTo>
                  <a:pt x="409" y="169"/>
                  <a:pt x="391" y="125"/>
                  <a:pt x="354" y="87"/>
                </a:cubicBezTo>
                <a:cubicBezTo>
                  <a:pt x="317" y="51"/>
                  <a:pt x="273" y="33"/>
                  <a:pt x="221" y="33"/>
                </a:cubicBezTo>
                <a:cubicBezTo>
                  <a:pt x="169" y="33"/>
                  <a:pt x="125" y="51"/>
                  <a:pt x="88" y="87"/>
                </a:cubicBezTo>
                <a:cubicBezTo>
                  <a:pt x="52" y="125"/>
                  <a:pt x="33" y="169"/>
                  <a:pt x="33" y="221"/>
                </a:cubicBezTo>
                <a:cubicBezTo>
                  <a:pt x="33" y="273"/>
                  <a:pt x="52" y="317"/>
                  <a:pt x="88" y="354"/>
                </a:cubicBezTo>
                <a:cubicBezTo>
                  <a:pt x="125" y="390"/>
                  <a:pt x="169" y="409"/>
                  <a:pt x="221" y="409"/>
                </a:cubicBezTo>
                <a:moveTo>
                  <a:pt x="221" y="221"/>
                </a:moveTo>
                <a:lnTo>
                  <a:pt x="221" y="221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8335440" y="2699640"/>
            <a:ext cx="1542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ASI01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目標の乗っ取り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0447560" y="269964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9" name=""/>
          <p:cNvSpPr/>
          <p:nvPr/>
        </p:nvSpPr>
        <p:spPr>
          <a:xfrm>
            <a:off x="10235880" y="3025440"/>
            <a:ext cx="159120" cy="159120"/>
          </a:xfrm>
          <a:custGeom>
            <a:avLst/>
            <a:gdLst/>
            <a:ahLst/>
            <a:rect l="0" t="0" r="r" b="b"/>
            <a:pathLst>
              <a:path w="442" h="442">
                <a:moveTo>
                  <a:pt x="188" y="322"/>
                </a:moveTo>
                <a:lnTo>
                  <a:pt x="344" y="165"/>
                </a:lnTo>
                <a:lnTo>
                  <a:pt x="319" y="140"/>
                </a:lnTo>
                <a:lnTo>
                  <a:pt x="188" y="272"/>
                </a:lnTo>
                <a:lnTo>
                  <a:pt x="122" y="206"/>
                </a:lnTo>
                <a:lnTo>
                  <a:pt x="97" y="231"/>
                </a:lnTo>
                <a:lnTo>
                  <a:pt x="188" y="322"/>
                </a:lnTo>
                <a:moveTo>
                  <a:pt x="221" y="442"/>
                </a:moveTo>
                <a:cubicBezTo>
                  <a:pt x="191" y="442"/>
                  <a:pt x="162" y="437"/>
                  <a:pt x="135" y="425"/>
                </a:cubicBezTo>
                <a:cubicBezTo>
                  <a:pt x="109" y="413"/>
                  <a:pt x="85" y="398"/>
                  <a:pt x="65" y="378"/>
                </a:cubicBezTo>
                <a:cubicBezTo>
                  <a:pt x="45" y="358"/>
                  <a:pt x="29" y="334"/>
                  <a:pt x="18" y="307"/>
                </a:cubicBezTo>
                <a:cubicBezTo>
                  <a:pt x="6" y="281"/>
                  <a:pt x="0" y="252"/>
                  <a:pt x="0" y="222"/>
                </a:cubicBezTo>
                <a:cubicBezTo>
                  <a:pt x="0" y="191"/>
                  <a:pt x="6" y="162"/>
                  <a:pt x="18" y="135"/>
                </a:cubicBezTo>
                <a:cubicBezTo>
                  <a:pt x="29" y="108"/>
                  <a:pt x="45" y="85"/>
                  <a:pt x="65" y="65"/>
                </a:cubicBezTo>
                <a:cubicBezTo>
                  <a:pt x="85" y="45"/>
                  <a:pt x="109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8" y="85"/>
                  <a:pt x="413" y="108"/>
                  <a:pt x="425" y="135"/>
                </a:cubicBezTo>
                <a:cubicBezTo>
                  <a:pt x="437" y="162"/>
                  <a:pt x="442" y="191"/>
                  <a:pt x="442" y="222"/>
                </a:cubicBezTo>
                <a:cubicBezTo>
                  <a:pt x="442" y="252"/>
                  <a:pt x="437" y="281"/>
                  <a:pt x="425" y="307"/>
                </a:cubicBezTo>
                <a:cubicBezTo>
                  <a:pt x="413" y="334"/>
                  <a:pt x="398" y="358"/>
                  <a:pt x="377" y="378"/>
                </a:cubicBezTo>
                <a:cubicBezTo>
                  <a:pt x="357" y="398"/>
                  <a:pt x="334" y="413"/>
                  <a:pt x="307" y="425"/>
                </a:cubicBezTo>
                <a:cubicBezTo>
                  <a:pt x="280" y="437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1" y="318"/>
                  <a:pt x="409" y="274"/>
                  <a:pt x="409" y="222"/>
                </a:cubicBezTo>
                <a:cubicBezTo>
                  <a:pt x="409" y="169"/>
                  <a:pt x="391" y="124"/>
                  <a:pt x="354" y="88"/>
                </a:cubicBezTo>
                <a:cubicBezTo>
                  <a:pt x="317" y="52"/>
                  <a:pt x="273" y="34"/>
                  <a:pt x="221" y="34"/>
                </a:cubicBezTo>
                <a:cubicBezTo>
                  <a:pt x="169" y="34"/>
                  <a:pt x="125" y="52"/>
                  <a:pt x="88" y="88"/>
                </a:cubicBezTo>
                <a:cubicBezTo>
                  <a:pt x="52" y="124"/>
                  <a:pt x="33" y="169"/>
                  <a:pt x="33" y="222"/>
                </a:cubicBezTo>
                <a:cubicBezTo>
                  <a:pt x="33" y="274"/>
                  <a:pt x="52" y="318"/>
                  <a:pt x="88" y="354"/>
                </a:cubicBezTo>
                <a:cubicBezTo>
                  <a:pt x="125" y="391"/>
                  <a:pt x="169" y="409"/>
                  <a:pt x="221" y="409"/>
                </a:cubicBezTo>
                <a:moveTo>
                  <a:pt x="221" y="222"/>
                </a:moveTo>
                <a:lnTo>
                  <a:pt x="221" y="22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8335440" y="2985480"/>
            <a:ext cx="1390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ASI02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ツールの悪用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0447560" y="298548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2" name=""/>
          <p:cNvSpPr/>
          <p:nvPr/>
        </p:nvSpPr>
        <p:spPr>
          <a:xfrm>
            <a:off x="10235880" y="3311280"/>
            <a:ext cx="159120" cy="159120"/>
          </a:xfrm>
          <a:custGeom>
            <a:avLst/>
            <a:gdLst/>
            <a:ahLst/>
            <a:rect l="0" t="0" r="r" b="b"/>
            <a:pathLst>
              <a:path w="442" h="442">
                <a:moveTo>
                  <a:pt x="188" y="322"/>
                </a:moveTo>
                <a:lnTo>
                  <a:pt x="344" y="165"/>
                </a:lnTo>
                <a:lnTo>
                  <a:pt x="319" y="140"/>
                </a:lnTo>
                <a:lnTo>
                  <a:pt x="188" y="272"/>
                </a:lnTo>
                <a:lnTo>
                  <a:pt x="122" y="205"/>
                </a:lnTo>
                <a:lnTo>
                  <a:pt x="97" y="229"/>
                </a:lnTo>
                <a:lnTo>
                  <a:pt x="188" y="322"/>
                </a:lnTo>
                <a:moveTo>
                  <a:pt x="221" y="442"/>
                </a:moveTo>
                <a:cubicBezTo>
                  <a:pt x="191" y="442"/>
                  <a:pt x="162" y="436"/>
                  <a:pt x="135" y="425"/>
                </a:cubicBezTo>
                <a:cubicBezTo>
                  <a:pt x="109" y="413"/>
                  <a:pt x="85" y="397"/>
                  <a:pt x="65" y="377"/>
                </a:cubicBezTo>
                <a:cubicBezTo>
                  <a:pt x="45" y="357"/>
                  <a:pt x="29" y="334"/>
                  <a:pt x="18" y="307"/>
                </a:cubicBezTo>
                <a:cubicBezTo>
                  <a:pt x="6" y="280"/>
                  <a:pt x="0" y="251"/>
                  <a:pt x="0" y="221"/>
                </a:cubicBezTo>
                <a:cubicBezTo>
                  <a:pt x="0" y="190"/>
                  <a:pt x="6" y="162"/>
                  <a:pt x="18" y="135"/>
                </a:cubicBezTo>
                <a:cubicBezTo>
                  <a:pt x="29" y="108"/>
                  <a:pt x="45" y="85"/>
                  <a:pt x="65" y="65"/>
                </a:cubicBezTo>
                <a:cubicBezTo>
                  <a:pt x="85" y="45"/>
                  <a:pt x="109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8" y="85"/>
                  <a:pt x="413" y="108"/>
                  <a:pt x="425" y="135"/>
                </a:cubicBezTo>
                <a:cubicBezTo>
                  <a:pt x="437" y="162"/>
                  <a:pt x="442" y="190"/>
                  <a:pt x="442" y="221"/>
                </a:cubicBezTo>
                <a:cubicBezTo>
                  <a:pt x="442" y="251"/>
                  <a:pt x="437" y="280"/>
                  <a:pt x="425" y="307"/>
                </a:cubicBezTo>
                <a:cubicBezTo>
                  <a:pt x="413" y="334"/>
                  <a:pt x="398" y="357"/>
                  <a:pt x="377" y="377"/>
                </a:cubicBezTo>
                <a:cubicBezTo>
                  <a:pt x="357" y="397"/>
                  <a:pt x="334" y="413"/>
                  <a:pt x="307" y="425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1" y="318"/>
                  <a:pt x="409" y="273"/>
                  <a:pt x="409" y="221"/>
                </a:cubicBezTo>
                <a:cubicBezTo>
                  <a:pt x="409" y="168"/>
                  <a:pt x="391" y="124"/>
                  <a:pt x="354" y="88"/>
                </a:cubicBezTo>
                <a:cubicBezTo>
                  <a:pt x="317" y="51"/>
                  <a:pt x="273" y="33"/>
                  <a:pt x="221" y="33"/>
                </a:cubicBezTo>
                <a:cubicBezTo>
                  <a:pt x="169" y="33"/>
                  <a:pt x="125" y="51"/>
                  <a:pt x="88" y="88"/>
                </a:cubicBezTo>
                <a:cubicBezTo>
                  <a:pt x="52" y="124"/>
                  <a:pt x="33" y="168"/>
                  <a:pt x="33" y="221"/>
                </a:cubicBezTo>
                <a:cubicBezTo>
                  <a:pt x="33" y="273"/>
                  <a:pt x="52" y="318"/>
                  <a:pt x="88" y="354"/>
                </a:cubicBezTo>
                <a:cubicBezTo>
                  <a:pt x="125" y="391"/>
                  <a:pt x="169" y="409"/>
                  <a:pt x="221" y="409"/>
                </a:cubicBezTo>
                <a:moveTo>
                  <a:pt x="221" y="221"/>
                </a:moveTo>
                <a:lnTo>
                  <a:pt x="221" y="221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8335440" y="3271320"/>
            <a:ext cx="1695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ASI03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身元と権限の悪用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0447560" y="327132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5" name=""/>
          <p:cNvSpPr/>
          <p:nvPr/>
        </p:nvSpPr>
        <p:spPr>
          <a:xfrm>
            <a:off x="10235880" y="3597120"/>
            <a:ext cx="159120" cy="159120"/>
          </a:xfrm>
          <a:custGeom>
            <a:avLst/>
            <a:gdLst/>
            <a:ahLst/>
            <a:rect l="0" t="0" r="r" b="b"/>
            <a:pathLst>
              <a:path w="442" h="442">
                <a:moveTo>
                  <a:pt x="188" y="321"/>
                </a:moveTo>
                <a:lnTo>
                  <a:pt x="344" y="165"/>
                </a:lnTo>
                <a:lnTo>
                  <a:pt x="319" y="140"/>
                </a:lnTo>
                <a:lnTo>
                  <a:pt x="188" y="271"/>
                </a:lnTo>
                <a:lnTo>
                  <a:pt x="122" y="204"/>
                </a:lnTo>
                <a:lnTo>
                  <a:pt x="97" y="229"/>
                </a:lnTo>
                <a:lnTo>
                  <a:pt x="188" y="321"/>
                </a:lnTo>
                <a:moveTo>
                  <a:pt x="221" y="442"/>
                </a:moveTo>
                <a:cubicBezTo>
                  <a:pt x="191" y="442"/>
                  <a:pt x="162" y="436"/>
                  <a:pt x="135" y="425"/>
                </a:cubicBezTo>
                <a:cubicBezTo>
                  <a:pt x="109" y="413"/>
                  <a:pt x="85" y="397"/>
                  <a:pt x="65" y="377"/>
                </a:cubicBezTo>
                <a:cubicBezTo>
                  <a:pt x="45" y="357"/>
                  <a:pt x="29" y="333"/>
                  <a:pt x="18" y="306"/>
                </a:cubicBezTo>
                <a:cubicBezTo>
                  <a:pt x="6" y="279"/>
                  <a:pt x="0" y="251"/>
                  <a:pt x="0" y="220"/>
                </a:cubicBezTo>
                <a:cubicBezTo>
                  <a:pt x="0" y="190"/>
                  <a:pt x="6" y="161"/>
                  <a:pt x="18" y="134"/>
                </a:cubicBezTo>
                <a:cubicBezTo>
                  <a:pt x="29" y="108"/>
                  <a:pt x="45" y="84"/>
                  <a:pt x="65" y="64"/>
                </a:cubicBezTo>
                <a:cubicBezTo>
                  <a:pt x="85" y="45"/>
                  <a:pt x="109" y="29"/>
                  <a:pt x="135" y="17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7"/>
                </a:cubicBezTo>
                <a:cubicBezTo>
                  <a:pt x="334" y="29"/>
                  <a:pt x="357" y="45"/>
                  <a:pt x="377" y="64"/>
                </a:cubicBezTo>
                <a:cubicBezTo>
                  <a:pt x="398" y="84"/>
                  <a:pt x="413" y="108"/>
                  <a:pt x="425" y="134"/>
                </a:cubicBezTo>
                <a:cubicBezTo>
                  <a:pt x="437" y="161"/>
                  <a:pt x="442" y="190"/>
                  <a:pt x="442" y="220"/>
                </a:cubicBezTo>
                <a:cubicBezTo>
                  <a:pt x="442" y="251"/>
                  <a:pt x="437" y="279"/>
                  <a:pt x="425" y="306"/>
                </a:cubicBezTo>
                <a:cubicBezTo>
                  <a:pt x="413" y="333"/>
                  <a:pt x="398" y="357"/>
                  <a:pt x="377" y="377"/>
                </a:cubicBezTo>
                <a:cubicBezTo>
                  <a:pt x="357" y="397"/>
                  <a:pt x="334" y="413"/>
                  <a:pt x="307" y="425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1" y="316"/>
                  <a:pt x="409" y="272"/>
                  <a:pt x="409" y="220"/>
                </a:cubicBezTo>
                <a:cubicBezTo>
                  <a:pt x="409" y="168"/>
                  <a:pt x="391" y="124"/>
                  <a:pt x="354" y="88"/>
                </a:cubicBezTo>
                <a:cubicBezTo>
                  <a:pt x="317" y="51"/>
                  <a:pt x="273" y="33"/>
                  <a:pt x="221" y="33"/>
                </a:cubicBezTo>
                <a:cubicBezTo>
                  <a:pt x="169" y="33"/>
                  <a:pt x="125" y="51"/>
                  <a:pt x="88" y="88"/>
                </a:cubicBezTo>
                <a:cubicBezTo>
                  <a:pt x="52" y="124"/>
                  <a:pt x="33" y="168"/>
                  <a:pt x="33" y="220"/>
                </a:cubicBezTo>
                <a:cubicBezTo>
                  <a:pt x="33" y="272"/>
                  <a:pt x="52" y="316"/>
                  <a:pt x="88" y="354"/>
                </a:cubicBezTo>
                <a:cubicBezTo>
                  <a:pt x="125" y="391"/>
                  <a:pt x="169" y="409"/>
                  <a:pt x="221" y="409"/>
                </a:cubicBezTo>
                <a:moveTo>
                  <a:pt x="221" y="220"/>
                </a:moveTo>
                <a:lnTo>
                  <a:pt x="221" y="220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8335440" y="3557160"/>
            <a:ext cx="1695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ASI04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供給網のぜい弱性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0447560" y="355716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8" name=""/>
          <p:cNvSpPr/>
          <p:nvPr/>
        </p:nvSpPr>
        <p:spPr>
          <a:xfrm>
            <a:off x="10235880" y="3882960"/>
            <a:ext cx="159120" cy="159120"/>
          </a:xfrm>
          <a:custGeom>
            <a:avLst/>
            <a:gdLst/>
            <a:ahLst/>
            <a:rect l="0" t="0" r="r" b="b"/>
            <a:pathLst>
              <a:path w="442" h="442">
                <a:moveTo>
                  <a:pt x="188" y="320"/>
                </a:moveTo>
                <a:lnTo>
                  <a:pt x="344" y="164"/>
                </a:lnTo>
                <a:lnTo>
                  <a:pt x="319" y="140"/>
                </a:lnTo>
                <a:lnTo>
                  <a:pt x="188" y="270"/>
                </a:lnTo>
                <a:lnTo>
                  <a:pt x="122" y="204"/>
                </a:lnTo>
                <a:lnTo>
                  <a:pt x="97" y="229"/>
                </a:lnTo>
                <a:lnTo>
                  <a:pt x="188" y="320"/>
                </a:lnTo>
                <a:moveTo>
                  <a:pt x="221" y="442"/>
                </a:moveTo>
                <a:cubicBezTo>
                  <a:pt x="191" y="442"/>
                  <a:pt x="162" y="436"/>
                  <a:pt x="135" y="423"/>
                </a:cubicBezTo>
                <a:cubicBezTo>
                  <a:pt x="109" y="412"/>
                  <a:pt x="85" y="396"/>
                  <a:pt x="65" y="376"/>
                </a:cubicBezTo>
                <a:cubicBezTo>
                  <a:pt x="45" y="356"/>
                  <a:pt x="29" y="332"/>
                  <a:pt x="18" y="306"/>
                </a:cubicBezTo>
                <a:cubicBezTo>
                  <a:pt x="6" y="279"/>
                  <a:pt x="0" y="250"/>
                  <a:pt x="0" y="220"/>
                </a:cubicBezTo>
                <a:cubicBezTo>
                  <a:pt x="0" y="190"/>
                  <a:pt x="6" y="161"/>
                  <a:pt x="18" y="134"/>
                </a:cubicBezTo>
                <a:cubicBezTo>
                  <a:pt x="29" y="107"/>
                  <a:pt x="45" y="84"/>
                  <a:pt x="65" y="64"/>
                </a:cubicBezTo>
                <a:cubicBezTo>
                  <a:pt x="85" y="44"/>
                  <a:pt x="109" y="29"/>
                  <a:pt x="135" y="17"/>
                </a:cubicBezTo>
                <a:cubicBezTo>
                  <a:pt x="162" y="5"/>
                  <a:pt x="191" y="0"/>
                  <a:pt x="221" y="0"/>
                </a:cubicBezTo>
                <a:cubicBezTo>
                  <a:pt x="251" y="0"/>
                  <a:pt x="280" y="5"/>
                  <a:pt x="307" y="17"/>
                </a:cubicBezTo>
                <a:cubicBezTo>
                  <a:pt x="334" y="29"/>
                  <a:pt x="357" y="44"/>
                  <a:pt x="377" y="64"/>
                </a:cubicBezTo>
                <a:cubicBezTo>
                  <a:pt x="398" y="84"/>
                  <a:pt x="413" y="107"/>
                  <a:pt x="425" y="134"/>
                </a:cubicBezTo>
                <a:cubicBezTo>
                  <a:pt x="437" y="161"/>
                  <a:pt x="442" y="190"/>
                  <a:pt x="442" y="220"/>
                </a:cubicBezTo>
                <a:cubicBezTo>
                  <a:pt x="442" y="250"/>
                  <a:pt x="437" y="279"/>
                  <a:pt x="425" y="306"/>
                </a:cubicBezTo>
                <a:cubicBezTo>
                  <a:pt x="413" y="332"/>
                  <a:pt x="398" y="356"/>
                  <a:pt x="377" y="376"/>
                </a:cubicBezTo>
                <a:cubicBezTo>
                  <a:pt x="357" y="396"/>
                  <a:pt x="334" y="412"/>
                  <a:pt x="307" y="423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8"/>
                </a:moveTo>
                <a:cubicBezTo>
                  <a:pt x="273" y="408"/>
                  <a:pt x="317" y="389"/>
                  <a:pt x="354" y="353"/>
                </a:cubicBezTo>
                <a:cubicBezTo>
                  <a:pt x="391" y="316"/>
                  <a:pt x="409" y="272"/>
                  <a:pt x="409" y="220"/>
                </a:cubicBezTo>
                <a:cubicBezTo>
                  <a:pt x="409" y="168"/>
                  <a:pt x="391" y="124"/>
                  <a:pt x="354" y="87"/>
                </a:cubicBezTo>
                <a:cubicBezTo>
                  <a:pt x="317" y="51"/>
                  <a:pt x="273" y="33"/>
                  <a:pt x="221" y="33"/>
                </a:cubicBezTo>
                <a:cubicBezTo>
                  <a:pt x="169" y="33"/>
                  <a:pt x="125" y="51"/>
                  <a:pt x="88" y="87"/>
                </a:cubicBezTo>
                <a:cubicBezTo>
                  <a:pt x="52" y="124"/>
                  <a:pt x="33" y="168"/>
                  <a:pt x="33" y="220"/>
                </a:cubicBezTo>
                <a:cubicBezTo>
                  <a:pt x="33" y="272"/>
                  <a:pt x="52" y="316"/>
                  <a:pt x="88" y="353"/>
                </a:cubicBezTo>
                <a:cubicBezTo>
                  <a:pt x="125" y="389"/>
                  <a:pt x="169" y="408"/>
                  <a:pt x="221" y="408"/>
                </a:cubicBezTo>
                <a:moveTo>
                  <a:pt x="221" y="220"/>
                </a:moveTo>
                <a:lnTo>
                  <a:pt x="221" y="220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335440" y="3842640"/>
            <a:ext cx="1847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ASI05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想定外のコード実行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0447560" y="384264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1" name=""/>
          <p:cNvSpPr/>
          <p:nvPr/>
        </p:nvSpPr>
        <p:spPr>
          <a:xfrm>
            <a:off x="10235880" y="4168440"/>
            <a:ext cx="159120" cy="159120"/>
          </a:xfrm>
          <a:custGeom>
            <a:avLst/>
            <a:gdLst/>
            <a:ahLst/>
            <a:rect l="0" t="0" r="r" b="b"/>
            <a:pathLst>
              <a:path w="442" h="442">
                <a:moveTo>
                  <a:pt x="111" y="237"/>
                </a:moveTo>
                <a:lnTo>
                  <a:pt x="331" y="237"/>
                </a:lnTo>
                <a:lnTo>
                  <a:pt x="331" y="204"/>
                </a:lnTo>
                <a:lnTo>
                  <a:pt x="111" y="204"/>
                </a:lnTo>
                <a:lnTo>
                  <a:pt x="111" y="237"/>
                </a:lnTo>
                <a:moveTo>
                  <a:pt x="221" y="442"/>
                </a:moveTo>
                <a:cubicBezTo>
                  <a:pt x="191" y="442"/>
                  <a:pt x="162" y="437"/>
                  <a:pt x="135" y="425"/>
                </a:cubicBezTo>
                <a:cubicBezTo>
                  <a:pt x="109" y="413"/>
                  <a:pt x="85" y="398"/>
                  <a:pt x="65" y="378"/>
                </a:cubicBezTo>
                <a:cubicBezTo>
                  <a:pt x="45" y="358"/>
                  <a:pt x="29" y="334"/>
                  <a:pt x="18" y="307"/>
                </a:cubicBezTo>
                <a:cubicBezTo>
                  <a:pt x="6" y="281"/>
                  <a:pt x="0" y="252"/>
                  <a:pt x="0" y="222"/>
                </a:cubicBezTo>
                <a:cubicBezTo>
                  <a:pt x="0" y="191"/>
                  <a:pt x="6" y="163"/>
                  <a:pt x="18" y="136"/>
                </a:cubicBezTo>
                <a:cubicBezTo>
                  <a:pt x="29" y="109"/>
                  <a:pt x="45" y="86"/>
                  <a:pt x="65" y="65"/>
                </a:cubicBezTo>
                <a:cubicBezTo>
                  <a:pt x="85" y="45"/>
                  <a:pt x="109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8" y="86"/>
                  <a:pt x="413" y="109"/>
                  <a:pt x="425" y="136"/>
                </a:cubicBezTo>
                <a:cubicBezTo>
                  <a:pt x="437" y="163"/>
                  <a:pt x="442" y="191"/>
                  <a:pt x="442" y="222"/>
                </a:cubicBezTo>
                <a:cubicBezTo>
                  <a:pt x="442" y="252"/>
                  <a:pt x="437" y="281"/>
                  <a:pt x="425" y="307"/>
                </a:cubicBezTo>
                <a:cubicBezTo>
                  <a:pt x="413" y="334"/>
                  <a:pt x="398" y="358"/>
                  <a:pt x="377" y="378"/>
                </a:cubicBezTo>
                <a:cubicBezTo>
                  <a:pt x="357" y="398"/>
                  <a:pt x="334" y="413"/>
                  <a:pt x="307" y="425"/>
                </a:cubicBezTo>
                <a:cubicBezTo>
                  <a:pt x="280" y="437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1" y="318"/>
                  <a:pt x="409" y="274"/>
                  <a:pt x="409" y="222"/>
                </a:cubicBezTo>
                <a:cubicBezTo>
                  <a:pt x="409" y="170"/>
                  <a:pt x="391" y="125"/>
                  <a:pt x="354" y="89"/>
                </a:cubicBezTo>
                <a:cubicBezTo>
                  <a:pt x="317" y="52"/>
                  <a:pt x="273" y="34"/>
                  <a:pt x="221" y="34"/>
                </a:cubicBezTo>
                <a:cubicBezTo>
                  <a:pt x="169" y="34"/>
                  <a:pt x="125" y="52"/>
                  <a:pt x="88" y="89"/>
                </a:cubicBezTo>
                <a:cubicBezTo>
                  <a:pt x="52" y="125"/>
                  <a:pt x="33" y="170"/>
                  <a:pt x="33" y="222"/>
                </a:cubicBezTo>
                <a:cubicBezTo>
                  <a:pt x="33" y="274"/>
                  <a:pt x="52" y="318"/>
                  <a:pt x="88" y="354"/>
                </a:cubicBezTo>
                <a:cubicBezTo>
                  <a:pt x="125" y="391"/>
                  <a:pt x="169" y="409"/>
                  <a:pt x="221" y="409"/>
                </a:cubicBezTo>
                <a:moveTo>
                  <a:pt x="221" y="222"/>
                </a:moveTo>
                <a:lnTo>
                  <a:pt x="221" y="222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8335440" y="4128480"/>
            <a:ext cx="1695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ASI06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記憶と文脈の汚染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0447560" y="412848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8335440" y="4509360"/>
            <a:ext cx="397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ASI07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8790120" y="441432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安全でない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6" name=""/>
          <p:cNvSpPr/>
          <p:nvPr/>
        </p:nvSpPr>
        <p:spPr>
          <a:xfrm>
            <a:off x="10235880" y="4539960"/>
            <a:ext cx="159120" cy="159120"/>
          </a:xfrm>
          <a:custGeom>
            <a:avLst/>
            <a:gdLst/>
            <a:ahLst/>
            <a:rect l="0" t="0" r="r" b="b"/>
            <a:pathLst>
              <a:path w="442" h="442">
                <a:moveTo>
                  <a:pt x="111" y="236"/>
                </a:moveTo>
                <a:lnTo>
                  <a:pt x="331" y="236"/>
                </a:lnTo>
                <a:lnTo>
                  <a:pt x="331" y="203"/>
                </a:lnTo>
                <a:lnTo>
                  <a:pt x="111" y="203"/>
                </a:lnTo>
                <a:lnTo>
                  <a:pt x="111" y="236"/>
                </a:lnTo>
                <a:moveTo>
                  <a:pt x="221" y="442"/>
                </a:moveTo>
                <a:cubicBezTo>
                  <a:pt x="191" y="442"/>
                  <a:pt x="162" y="436"/>
                  <a:pt x="135" y="425"/>
                </a:cubicBezTo>
                <a:cubicBezTo>
                  <a:pt x="109" y="413"/>
                  <a:pt x="85" y="398"/>
                  <a:pt x="65" y="378"/>
                </a:cubicBezTo>
                <a:cubicBezTo>
                  <a:pt x="45" y="356"/>
                  <a:pt x="29" y="333"/>
                  <a:pt x="18" y="306"/>
                </a:cubicBezTo>
                <a:cubicBezTo>
                  <a:pt x="6" y="279"/>
                  <a:pt x="0" y="251"/>
                  <a:pt x="0" y="221"/>
                </a:cubicBezTo>
                <a:cubicBezTo>
                  <a:pt x="0" y="190"/>
                  <a:pt x="6" y="162"/>
                  <a:pt x="18" y="135"/>
                </a:cubicBezTo>
                <a:cubicBezTo>
                  <a:pt x="29" y="108"/>
                  <a:pt x="45" y="85"/>
                  <a:pt x="65" y="65"/>
                </a:cubicBezTo>
                <a:cubicBezTo>
                  <a:pt x="85" y="45"/>
                  <a:pt x="109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8" y="85"/>
                  <a:pt x="413" y="108"/>
                  <a:pt x="425" y="135"/>
                </a:cubicBezTo>
                <a:cubicBezTo>
                  <a:pt x="437" y="162"/>
                  <a:pt x="442" y="190"/>
                  <a:pt x="442" y="221"/>
                </a:cubicBezTo>
                <a:cubicBezTo>
                  <a:pt x="442" y="251"/>
                  <a:pt x="437" y="279"/>
                  <a:pt x="425" y="306"/>
                </a:cubicBezTo>
                <a:cubicBezTo>
                  <a:pt x="413" y="333"/>
                  <a:pt x="398" y="356"/>
                  <a:pt x="377" y="378"/>
                </a:cubicBezTo>
                <a:cubicBezTo>
                  <a:pt x="357" y="398"/>
                  <a:pt x="334" y="413"/>
                  <a:pt x="307" y="425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3"/>
                </a:cubicBezTo>
                <a:cubicBezTo>
                  <a:pt x="391" y="317"/>
                  <a:pt x="409" y="273"/>
                  <a:pt x="409" y="221"/>
                </a:cubicBezTo>
                <a:cubicBezTo>
                  <a:pt x="409" y="169"/>
                  <a:pt x="391" y="124"/>
                  <a:pt x="354" y="88"/>
                </a:cubicBezTo>
                <a:cubicBezTo>
                  <a:pt x="317" y="52"/>
                  <a:pt x="273" y="33"/>
                  <a:pt x="221" y="33"/>
                </a:cubicBezTo>
                <a:cubicBezTo>
                  <a:pt x="169" y="33"/>
                  <a:pt x="125" y="52"/>
                  <a:pt x="88" y="88"/>
                </a:cubicBezTo>
                <a:cubicBezTo>
                  <a:pt x="52" y="124"/>
                  <a:pt x="33" y="169"/>
                  <a:pt x="33" y="221"/>
                </a:cubicBezTo>
                <a:cubicBezTo>
                  <a:pt x="33" y="273"/>
                  <a:pt x="52" y="317"/>
                  <a:pt x="88" y="353"/>
                </a:cubicBezTo>
                <a:cubicBezTo>
                  <a:pt x="125" y="391"/>
                  <a:pt x="169" y="409"/>
                  <a:pt x="221" y="409"/>
                </a:cubicBezTo>
                <a:moveTo>
                  <a:pt x="221" y="221"/>
                </a:moveTo>
                <a:lnTo>
                  <a:pt x="221" y="221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8790120" y="460476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エージェント間通信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0447560" y="450000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9" name=""/>
          <p:cNvSpPr/>
          <p:nvPr/>
        </p:nvSpPr>
        <p:spPr>
          <a:xfrm>
            <a:off x="10235880" y="4921200"/>
            <a:ext cx="159120" cy="159120"/>
          </a:xfrm>
          <a:custGeom>
            <a:avLst/>
            <a:gdLst/>
            <a:ahLst/>
            <a:rect l="0" t="0" r="r" b="b"/>
            <a:pathLst>
              <a:path w="442" h="442">
                <a:moveTo>
                  <a:pt x="188" y="321"/>
                </a:moveTo>
                <a:lnTo>
                  <a:pt x="344" y="164"/>
                </a:lnTo>
                <a:lnTo>
                  <a:pt x="319" y="140"/>
                </a:lnTo>
                <a:lnTo>
                  <a:pt x="188" y="271"/>
                </a:lnTo>
                <a:lnTo>
                  <a:pt x="122" y="205"/>
                </a:lnTo>
                <a:lnTo>
                  <a:pt x="97" y="230"/>
                </a:lnTo>
                <a:lnTo>
                  <a:pt x="188" y="321"/>
                </a:lnTo>
                <a:moveTo>
                  <a:pt x="221" y="442"/>
                </a:moveTo>
                <a:cubicBezTo>
                  <a:pt x="191" y="442"/>
                  <a:pt x="162" y="436"/>
                  <a:pt x="135" y="424"/>
                </a:cubicBezTo>
                <a:cubicBezTo>
                  <a:pt x="109" y="413"/>
                  <a:pt x="85" y="397"/>
                  <a:pt x="65" y="377"/>
                </a:cubicBezTo>
                <a:cubicBezTo>
                  <a:pt x="45" y="357"/>
                  <a:pt x="29" y="333"/>
                  <a:pt x="18" y="307"/>
                </a:cubicBezTo>
                <a:cubicBezTo>
                  <a:pt x="6" y="280"/>
                  <a:pt x="0" y="251"/>
                  <a:pt x="0" y="221"/>
                </a:cubicBezTo>
                <a:cubicBezTo>
                  <a:pt x="0" y="190"/>
                  <a:pt x="6" y="161"/>
                  <a:pt x="18" y="134"/>
                </a:cubicBezTo>
                <a:cubicBezTo>
                  <a:pt x="29" y="107"/>
                  <a:pt x="45" y="84"/>
                  <a:pt x="65" y="64"/>
                </a:cubicBezTo>
                <a:cubicBezTo>
                  <a:pt x="85" y="44"/>
                  <a:pt x="109" y="29"/>
                  <a:pt x="135" y="17"/>
                </a:cubicBezTo>
                <a:cubicBezTo>
                  <a:pt x="162" y="5"/>
                  <a:pt x="191" y="0"/>
                  <a:pt x="221" y="0"/>
                </a:cubicBezTo>
                <a:cubicBezTo>
                  <a:pt x="251" y="0"/>
                  <a:pt x="280" y="5"/>
                  <a:pt x="307" y="17"/>
                </a:cubicBezTo>
                <a:cubicBezTo>
                  <a:pt x="334" y="29"/>
                  <a:pt x="357" y="44"/>
                  <a:pt x="377" y="64"/>
                </a:cubicBezTo>
                <a:cubicBezTo>
                  <a:pt x="398" y="84"/>
                  <a:pt x="413" y="107"/>
                  <a:pt x="425" y="134"/>
                </a:cubicBezTo>
                <a:cubicBezTo>
                  <a:pt x="437" y="161"/>
                  <a:pt x="442" y="190"/>
                  <a:pt x="442" y="221"/>
                </a:cubicBezTo>
                <a:cubicBezTo>
                  <a:pt x="442" y="251"/>
                  <a:pt x="437" y="280"/>
                  <a:pt x="425" y="307"/>
                </a:cubicBezTo>
                <a:cubicBezTo>
                  <a:pt x="413" y="333"/>
                  <a:pt x="398" y="357"/>
                  <a:pt x="377" y="377"/>
                </a:cubicBezTo>
                <a:cubicBezTo>
                  <a:pt x="357" y="397"/>
                  <a:pt x="334" y="413"/>
                  <a:pt x="307" y="424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0"/>
                  <a:pt x="354" y="354"/>
                </a:cubicBezTo>
                <a:cubicBezTo>
                  <a:pt x="391" y="317"/>
                  <a:pt x="409" y="273"/>
                  <a:pt x="409" y="221"/>
                </a:cubicBezTo>
                <a:cubicBezTo>
                  <a:pt x="409" y="168"/>
                  <a:pt x="391" y="124"/>
                  <a:pt x="354" y="87"/>
                </a:cubicBezTo>
                <a:cubicBezTo>
                  <a:pt x="317" y="51"/>
                  <a:pt x="273" y="33"/>
                  <a:pt x="221" y="33"/>
                </a:cubicBezTo>
                <a:cubicBezTo>
                  <a:pt x="169" y="33"/>
                  <a:pt x="125" y="51"/>
                  <a:pt x="88" y="87"/>
                </a:cubicBezTo>
                <a:cubicBezTo>
                  <a:pt x="52" y="124"/>
                  <a:pt x="33" y="168"/>
                  <a:pt x="33" y="221"/>
                </a:cubicBezTo>
                <a:cubicBezTo>
                  <a:pt x="33" y="273"/>
                  <a:pt x="52" y="317"/>
                  <a:pt x="88" y="354"/>
                </a:cubicBezTo>
                <a:cubicBezTo>
                  <a:pt x="125" y="390"/>
                  <a:pt x="169" y="409"/>
                  <a:pt x="221" y="409"/>
                </a:cubicBezTo>
                <a:moveTo>
                  <a:pt x="221" y="221"/>
                </a:moveTo>
                <a:lnTo>
                  <a:pt x="221" y="221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8335440" y="4880880"/>
            <a:ext cx="1390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ASI08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連鎖的な障害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0447560" y="488088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2" name=""/>
          <p:cNvSpPr/>
          <p:nvPr/>
        </p:nvSpPr>
        <p:spPr>
          <a:xfrm>
            <a:off x="10235880" y="5206680"/>
            <a:ext cx="159120" cy="159120"/>
          </a:xfrm>
          <a:custGeom>
            <a:avLst/>
            <a:gdLst/>
            <a:ahLst/>
            <a:rect l="0" t="0" r="r" b="b"/>
            <a:pathLst>
              <a:path w="442" h="442">
                <a:moveTo>
                  <a:pt x="111" y="236"/>
                </a:moveTo>
                <a:lnTo>
                  <a:pt x="331" y="236"/>
                </a:lnTo>
                <a:lnTo>
                  <a:pt x="331" y="203"/>
                </a:lnTo>
                <a:lnTo>
                  <a:pt x="111" y="203"/>
                </a:lnTo>
                <a:lnTo>
                  <a:pt x="111" y="236"/>
                </a:lnTo>
                <a:moveTo>
                  <a:pt x="221" y="442"/>
                </a:moveTo>
                <a:cubicBezTo>
                  <a:pt x="191" y="442"/>
                  <a:pt x="162" y="437"/>
                  <a:pt x="135" y="425"/>
                </a:cubicBezTo>
                <a:cubicBezTo>
                  <a:pt x="109" y="413"/>
                  <a:pt x="85" y="398"/>
                  <a:pt x="65" y="378"/>
                </a:cubicBezTo>
                <a:cubicBezTo>
                  <a:pt x="45" y="358"/>
                  <a:pt x="29" y="334"/>
                  <a:pt x="18" y="307"/>
                </a:cubicBezTo>
                <a:cubicBezTo>
                  <a:pt x="6" y="280"/>
                  <a:pt x="0" y="251"/>
                  <a:pt x="0" y="221"/>
                </a:cubicBezTo>
                <a:cubicBezTo>
                  <a:pt x="0" y="190"/>
                  <a:pt x="6" y="162"/>
                  <a:pt x="18" y="135"/>
                </a:cubicBezTo>
                <a:cubicBezTo>
                  <a:pt x="29" y="108"/>
                  <a:pt x="45" y="85"/>
                  <a:pt x="65" y="65"/>
                </a:cubicBezTo>
                <a:cubicBezTo>
                  <a:pt x="85" y="45"/>
                  <a:pt x="109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8" y="85"/>
                  <a:pt x="413" y="108"/>
                  <a:pt x="425" y="135"/>
                </a:cubicBezTo>
                <a:cubicBezTo>
                  <a:pt x="437" y="162"/>
                  <a:pt x="442" y="190"/>
                  <a:pt x="442" y="221"/>
                </a:cubicBezTo>
                <a:cubicBezTo>
                  <a:pt x="442" y="251"/>
                  <a:pt x="437" y="280"/>
                  <a:pt x="425" y="307"/>
                </a:cubicBezTo>
                <a:cubicBezTo>
                  <a:pt x="413" y="334"/>
                  <a:pt x="398" y="358"/>
                  <a:pt x="377" y="378"/>
                </a:cubicBezTo>
                <a:cubicBezTo>
                  <a:pt x="357" y="398"/>
                  <a:pt x="334" y="413"/>
                  <a:pt x="307" y="425"/>
                </a:cubicBezTo>
                <a:cubicBezTo>
                  <a:pt x="280" y="437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1" y="318"/>
                  <a:pt x="409" y="273"/>
                  <a:pt x="409" y="221"/>
                </a:cubicBezTo>
                <a:cubicBezTo>
                  <a:pt x="409" y="169"/>
                  <a:pt x="391" y="124"/>
                  <a:pt x="354" y="88"/>
                </a:cubicBezTo>
                <a:cubicBezTo>
                  <a:pt x="317" y="52"/>
                  <a:pt x="273" y="33"/>
                  <a:pt x="221" y="33"/>
                </a:cubicBezTo>
                <a:cubicBezTo>
                  <a:pt x="169" y="33"/>
                  <a:pt x="125" y="52"/>
                  <a:pt x="88" y="88"/>
                </a:cubicBezTo>
                <a:cubicBezTo>
                  <a:pt x="52" y="124"/>
                  <a:pt x="33" y="169"/>
                  <a:pt x="33" y="221"/>
                </a:cubicBezTo>
                <a:cubicBezTo>
                  <a:pt x="33" y="273"/>
                  <a:pt x="52" y="318"/>
                  <a:pt x="88" y="354"/>
                </a:cubicBezTo>
                <a:cubicBezTo>
                  <a:pt x="125" y="391"/>
                  <a:pt x="169" y="409"/>
                  <a:pt x="221" y="409"/>
                </a:cubicBezTo>
                <a:moveTo>
                  <a:pt x="221" y="221"/>
                </a:moveTo>
                <a:lnTo>
                  <a:pt x="221" y="221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8335440" y="5166720"/>
            <a:ext cx="1542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ASI09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人の信頼の悪用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0447560" y="516672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5" name=""/>
          <p:cNvSpPr/>
          <p:nvPr/>
        </p:nvSpPr>
        <p:spPr>
          <a:xfrm>
            <a:off x="10235880" y="5492520"/>
            <a:ext cx="159120" cy="159120"/>
          </a:xfrm>
          <a:custGeom>
            <a:avLst/>
            <a:gdLst/>
            <a:ahLst/>
            <a:rect l="0" t="0" r="r" b="b"/>
            <a:pathLst>
              <a:path w="442" h="442">
                <a:moveTo>
                  <a:pt x="188" y="321"/>
                </a:moveTo>
                <a:lnTo>
                  <a:pt x="344" y="165"/>
                </a:lnTo>
                <a:lnTo>
                  <a:pt x="319" y="140"/>
                </a:lnTo>
                <a:lnTo>
                  <a:pt x="188" y="271"/>
                </a:lnTo>
                <a:lnTo>
                  <a:pt x="122" y="205"/>
                </a:lnTo>
                <a:lnTo>
                  <a:pt x="97" y="229"/>
                </a:lnTo>
                <a:lnTo>
                  <a:pt x="188" y="321"/>
                </a:lnTo>
                <a:moveTo>
                  <a:pt x="221" y="442"/>
                </a:moveTo>
                <a:cubicBezTo>
                  <a:pt x="191" y="442"/>
                  <a:pt x="162" y="436"/>
                  <a:pt x="135" y="425"/>
                </a:cubicBezTo>
                <a:cubicBezTo>
                  <a:pt x="109" y="413"/>
                  <a:pt x="85" y="397"/>
                  <a:pt x="65" y="377"/>
                </a:cubicBezTo>
                <a:cubicBezTo>
                  <a:pt x="45" y="356"/>
                  <a:pt x="29" y="333"/>
                  <a:pt x="18" y="306"/>
                </a:cubicBezTo>
                <a:cubicBezTo>
                  <a:pt x="6" y="279"/>
                  <a:pt x="0" y="251"/>
                  <a:pt x="0" y="221"/>
                </a:cubicBezTo>
                <a:cubicBezTo>
                  <a:pt x="0" y="190"/>
                  <a:pt x="6" y="161"/>
                  <a:pt x="18" y="135"/>
                </a:cubicBezTo>
                <a:cubicBezTo>
                  <a:pt x="29" y="108"/>
                  <a:pt x="45" y="84"/>
                  <a:pt x="65" y="65"/>
                </a:cubicBezTo>
                <a:cubicBezTo>
                  <a:pt x="85" y="45"/>
                  <a:pt x="109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8" y="84"/>
                  <a:pt x="413" y="108"/>
                  <a:pt x="425" y="135"/>
                </a:cubicBezTo>
                <a:cubicBezTo>
                  <a:pt x="437" y="161"/>
                  <a:pt x="442" y="190"/>
                  <a:pt x="442" y="221"/>
                </a:cubicBezTo>
                <a:cubicBezTo>
                  <a:pt x="442" y="251"/>
                  <a:pt x="437" y="279"/>
                  <a:pt x="425" y="306"/>
                </a:cubicBezTo>
                <a:cubicBezTo>
                  <a:pt x="413" y="333"/>
                  <a:pt x="398" y="356"/>
                  <a:pt x="377" y="377"/>
                </a:cubicBezTo>
                <a:cubicBezTo>
                  <a:pt x="357" y="397"/>
                  <a:pt x="334" y="413"/>
                  <a:pt x="307" y="425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3"/>
                </a:cubicBezTo>
                <a:cubicBezTo>
                  <a:pt x="391" y="317"/>
                  <a:pt x="409" y="272"/>
                  <a:pt x="409" y="221"/>
                </a:cubicBezTo>
                <a:cubicBezTo>
                  <a:pt x="409" y="168"/>
                  <a:pt x="391" y="124"/>
                  <a:pt x="354" y="88"/>
                </a:cubicBezTo>
                <a:cubicBezTo>
                  <a:pt x="317" y="51"/>
                  <a:pt x="273" y="33"/>
                  <a:pt x="221" y="33"/>
                </a:cubicBezTo>
                <a:cubicBezTo>
                  <a:pt x="169" y="33"/>
                  <a:pt x="125" y="51"/>
                  <a:pt x="88" y="88"/>
                </a:cubicBezTo>
                <a:cubicBezTo>
                  <a:pt x="52" y="124"/>
                  <a:pt x="33" y="168"/>
                  <a:pt x="33" y="221"/>
                </a:cubicBezTo>
                <a:cubicBezTo>
                  <a:pt x="33" y="272"/>
                  <a:pt x="52" y="317"/>
                  <a:pt x="88" y="353"/>
                </a:cubicBezTo>
                <a:cubicBezTo>
                  <a:pt x="125" y="391"/>
                  <a:pt x="169" y="409"/>
                  <a:pt x="221" y="409"/>
                </a:cubicBezTo>
                <a:moveTo>
                  <a:pt x="221" y="221"/>
                </a:moveTo>
                <a:lnTo>
                  <a:pt x="221" y="221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8335440" y="5452560"/>
            <a:ext cx="1695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ASI10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暴走エージェント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0447560" y="545256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8" name=""/>
          <p:cNvSpPr/>
          <p:nvPr/>
        </p:nvSpPr>
        <p:spPr>
          <a:xfrm>
            <a:off x="809280" y="2371680"/>
            <a:ext cx="1505520" cy="3314880"/>
          </a:xfrm>
          <a:custGeom>
            <a:avLst/>
            <a:gdLst/>
            <a:ahLst/>
            <a:rect l="0" t="0" r="r" b="b"/>
            <a:pathLst>
              <a:path w="4182" h="9208">
                <a:moveTo>
                  <a:pt x="0" y="891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3890" y="0"/>
                </a:lnTo>
                <a:cubicBezTo>
                  <a:pt x="3909" y="0"/>
                  <a:pt x="3928" y="1"/>
                  <a:pt x="3947" y="5"/>
                </a:cubicBezTo>
                <a:cubicBezTo>
                  <a:pt x="3965" y="9"/>
                  <a:pt x="3984" y="14"/>
                  <a:pt x="4001" y="22"/>
                </a:cubicBezTo>
                <a:cubicBezTo>
                  <a:pt x="4019" y="29"/>
                  <a:pt x="4037" y="38"/>
                  <a:pt x="4053" y="49"/>
                </a:cubicBezTo>
                <a:cubicBezTo>
                  <a:pt x="4068" y="59"/>
                  <a:pt x="4083" y="71"/>
                  <a:pt x="4097" y="85"/>
                </a:cubicBezTo>
                <a:cubicBezTo>
                  <a:pt x="4110" y="98"/>
                  <a:pt x="4122" y="113"/>
                  <a:pt x="4133" y="129"/>
                </a:cubicBezTo>
                <a:cubicBezTo>
                  <a:pt x="4143" y="145"/>
                  <a:pt x="4152" y="162"/>
                  <a:pt x="4160" y="179"/>
                </a:cubicBezTo>
                <a:cubicBezTo>
                  <a:pt x="4167" y="197"/>
                  <a:pt x="4173" y="215"/>
                  <a:pt x="4176" y="234"/>
                </a:cubicBezTo>
                <a:cubicBezTo>
                  <a:pt x="4180" y="253"/>
                  <a:pt x="4182" y="272"/>
                  <a:pt x="4182" y="291"/>
                </a:cubicBezTo>
                <a:lnTo>
                  <a:pt x="4182" y="8917"/>
                </a:lnTo>
                <a:cubicBezTo>
                  <a:pt x="4182" y="8936"/>
                  <a:pt x="4180" y="8955"/>
                  <a:pt x="4176" y="8974"/>
                </a:cubicBezTo>
                <a:cubicBezTo>
                  <a:pt x="4173" y="8993"/>
                  <a:pt x="4167" y="9011"/>
                  <a:pt x="4160" y="9028"/>
                </a:cubicBezTo>
                <a:cubicBezTo>
                  <a:pt x="4152" y="9046"/>
                  <a:pt x="4143" y="9063"/>
                  <a:pt x="4133" y="9079"/>
                </a:cubicBezTo>
                <a:cubicBezTo>
                  <a:pt x="4122" y="9095"/>
                  <a:pt x="4110" y="9109"/>
                  <a:pt x="4097" y="9123"/>
                </a:cubicBezTo>
                <a:cubicBezTo>
                  <a:pt x="4083" y="9136"/>
                  <a:pt x="4068" y="9148"/>
                  <a:pt x="4053" y="9159"/>
                </a:cubicBezTo>
                <a:cubicBezTo>
                  <a:pt x="4037" y="9170"/>
                  <a:pt x="4019" y="9179"/>
                  <a:pt x="4001" y="9186"/>
                </a:cubicBezTo>
                <a:cubicBezTo>
                  <a:pt x="3984" y="9193"/>
                  <a:pt x="3965" y="9199"/>
                  <a:pt x="3947" y="9203"/>
                </a:cubicBezTo>
                <a:cubicBezTo>
                  <a:pt x="3928" y="9206"/>
                  <a:pt x="3909" y="9208"/>
                  <a:pt x="3890" y="9208"/>
                </a:cubicBezTo>
                <a:lnTo>
                  <a:pt x="291" y="9208"/>
                </a:lnTo>
                <a:cubicBezTo>
                  <a:pt x="272" y="9208"/>
                  <a:pt x="253" y="9206"/>
                  <a:pt x="235" y="9203"/>
                </a:cubicBezTo>
                <a:cubicBezTo>
                  <a:pt x="216" y="9199"/>
                  <a:pt x="198" y="9193"/>
                  <a:pt x="180" y="9186"/>
                </a:cubicBezTo>
                <a:cubicBezTo>
                  <a:pt x="162" y="9179"/>
                  <a:pt x="146" y="9170"/>
                  <a:pt x="130" y="9159"/>
                </a:cubicBezTo>
                <a:cubicBezTo>
                  <a:pt x="114" y="9148"/>
                  <a:pt x="99" y="9136"/>
                  <a:pt x="86" y="9123"/>
                </a:cubicBezTo>
                <a:cubicBezTo>
                  <a:pt x="72" y="9109"/>
                  <a:pt x="60" y="9095"/>
                  <a:pt x="50" y="9079"/>
                </a:cubicBezTo>
                <a:cubicBezTo>
                  <a:pt x="39" y="9063"/>
                  <a:pt x="30" y="9046"/>
                  <a:pt x="23" y="9028"/>
                </a:cubicBezTo>
                <a:cubicBezTo>
                  <a:pt x="15" y="9011"/>
                  <a:pt x="10" y="8993"/>
                  <a:pt x="6" y="8974"/>
                </a:cubicBezTo>
                <a:cubicBezTo>
                  <a:pt x="2" y="8955"/>
                  <a:pt x="0" y="8936"/>
                  <a:pt x="0" y="89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9" name=""/>
          <p:cNvSpPr/>
          <p:nvPr/>
        </p:nvSpPr>
        <p:spPr>
          <a:xfrm>
            <a:off x="809280" y="2371680"/>
            <a:ext cx="1505520" cy="3314880"/>
          </a:xfrm>
          <a:custGeom>
            <a:avLst/>
            <a:gdLst/>
            <a:ahLst/>
            <a:rect l="0" t="0" r="r" b="b"/>
            <a:pathLst>
              <a:path w="4182" h="9208">
                <a:moveTo>
                  <a:pt x="0" y="891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3890" y="0"/>
                </a:lnTo>
                <a:cubicBezTo>
                  <a:pt x="3909" y="0"/>
                  <a:pt x="3928" y="1"/>
                  <a:pt x="3947" y="5"/>
                </a:cubicBezTo>
                <a:cubicBezTo>
                  <a:pt x="3965" y="9"/>
                  <a:pt x="3984" y="14"/>
                  <a:pt x="4001" y="22"/>
                </a:cubicBezTo>
                <a:cubicBezTo>
                  <a:pt x="4019" y="29"/>
                  <a:pt x="4037" y="38"/>
                  <a:pt x="4053" y="49"/>
                </a:cubicBezTo>
                <a:cubicBezTo>
                  <a:pt x="4068" y="59"/>
                  <a:pt x="4083" y="71"/>
                  <a:pt x="4097" y="85"/>
                </a:cubicBezTo>
                <a:cubicBezTo>
                  <a:pt x="4110" y="98"/>
                  <a:pt x="4122" y="113"/>
                  <a:pt x="4133" y="129"/>
                </a:cubicBezTo>
                <a:cubicBezTo>
                  <a:pt x="4143" y="145"/>
                  <a:pt x="4152" y="162"/>
                  <a:pt x="4160" y="179"/>
                </a:cubicBezTo>
                <a:cubicBezTo>
                  <a:pt x="4167" y="197"/>
                  <a:pt x="4173" y="215"/>
                  <a:pt x="4176" y="234"/>
                </a:cubicBezTo>
                <a:cubicBezTo>
                  <a:pt x="4180" y="253"/>
                  <a:pt x="4182" y="272"/>
                  <a:pt x="4182" y="291"/>
                </a:cubicBezTo>
                <a:lnTo>
                  <a:pt x="4182" y="8917"/>
                </a:lnTo>
                <a:cubicBezTo>
                  <a:pt x="4182" y="8936"/>
                  <a:pt x="4180" y="8955"/>
                  <a:pt x="4176" y="8974"/>
                </a:cubicBezTo>
                <a:cubicBezTo>
                  <a:pt x="4173" y="8993"/>
                  <a:pt x="4167" y="9011"/>
                  <a:pt x="4160" y="9028"/>
                </a:cubicBezTo>
                <a:cubicBezTo>
                  <a:pt x="4152" y="9046"/>
                  <a:pt x="4143" y="9063"/>
                  <a:pt x="4133" y="9079"/>
                </a:cubicBezTo>
                <a:cubicBezTo>
                  <a:pt x="4122" y="9095"/>
                  <a:pt x="4110" y="9109"/>
                  <a:pt x="4097" y="9123"/>
                </a:cubicBezTo>
                <a:cubicBezTo>
                  <a:pt x="4083" y="9136"/>
                  <a:pt x="4068" y="9148"/>
                  <a:pt x="4053" y="9159"/>
                </a:cubicBezTo>
                <a:cubicBezTo>
                  <a:pt x="4037" y="9170"/>
                  <a:pt x="4019" y="9179"/>
                  <a:pt x="4001" y="9186"/>
                </a:cubicBezTo>
                <a:cubicBezTo>
                  <a:pt x="3984" y="9193"/>
                  <a:pt x="3965" y="9199"/>
                  <a:pt x="3947" y="9203"/>
                </a:cubicBezTo>
                <a:cubicBezTo>
                  <a:pt x="3928" y="9206"/>
                  <a:pt x="3909" y="9208"/>
                  <a:pt x="3890" y="9208"/>
                </a:cubicBezTo>
                <a:lnTo>
                  <a:pt x="291" y="9208"/>
                </a:lnTo>
                <a:cubicBezTo>
                  <a:pt x="272" y="9208"/>
                  <a:pt x="253" y="9206"/>
                  <a:pt x="235" y="9203"/>
                </a:cubicBezTo>
                <a:cubicBezTo>
                  <a:pt x="216" y="9199"/>
                  <a:pt x="198" y="9193"/>
                  <a:pt x="180" y="9186"/>
                </a:cubicBezTo>
                <a:cubicBezTo>
                  <a:pt x="162" y="9179"/>
                  <a:pt x="146" y="9170"/>
                  <a:pt x="130" y="9159"/>
                </a:cubicBezTo>
                <a:cubicBezTo>
                  <a:pt x="114" y="9148"/>
                  <a:pt x="99" y="9136"/>
                  <a:pt x="86" y="9123"/>
                </a:cubicBezTo>
                <a:cubicBezTo>
                  <a:pt x="72" y="9109"/>
                  <a:pt x="60" y="9095"/>
                  <a:pt x="50" y="9079"/>
                </a:cubicBezTo>
                <a:cubicBezTo>
                  <a:pt x="39" y="9063"/>
                  <a:pt x="30" y="9046"/>
                  <a:pt x="23" y="9028"/>
                </a:cubicBezTo>
                <a:cubicBezTo>
                  <a:pt x="15" y="9011"/>
                  <a:pt x="10" y="8993"/>
                  <a:pt x="6" y="8974"/>
                </a:cubicBezTo>
                <a:cubicBezTo>
                  <a:pt x="2" y="8955"/>
                  <a:pt x="0" y="8936"/>
                  <a:pt x="0" y="8917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956360" y="556560"/>
            <a:ext cx="3474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結論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管理策 ∕ 有効性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1" name=""/>
          <p:cNvSpPr/>
          <p:nvPr/>
        </p:nvSpPr>
        <p:spPr>
          <a:xfrm>
            <a:off x="3190680" y="2371680"/>
            <a:ext cx="3029400" cy="3314880"/>
          </a:xfrm>
          <a:custGeom>
            <a:avLst/>
            <a:gdLst/>
            <a:ahLst/>
            <a:rect l="0" t="0" r="r" b="b"/>
            <a:pathLst>
              <a:path w="8415" h="9208">
                <a:moveTo>
                  <a:pt x="0" y="891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30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6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8124" y="0"/>
                </a:lnTo>
                <a:cubicBezTo>
                  <a:pt x="8143" y="0"/>
                  <a:pt x="8162" y="1"/>
                  <a:pt x="8181" y="5"/>
                </a:cubicBezTo>
                <a:cubicBezTo>
                  <a:pt x="8199" y="9"/>
                  <a:pt x="8217" y="14"/>
                  <a:pt x="8235" y="22"/>
                </a:cubicBezTo>
                <a:cubicBezTo>
                  <a:pt x="8253" y="29"/>
                  <a:pt x="8270" y="38"/>
                  <a:pt x="8285" y="49"/>
                </a:cubicBezTo>
                <a:cubicBezTo>
                  <a:pt x="8301" y="59"/>
                  <a:pt x="8316" y="71"/>
                  <a:pt x="8330" y="85"/>
                </a:cubicBezTo>
                <a:cubicBezTo>
                  <a:pt x="8343" y="98"/>
                  <a:pt x="8355" y="113"/>
                  <a:pt x="8366" y="129"/>
                </a:cubicBezTo>
                <a:cubicBezTo>
                  <a:pt x="8376" y="145"/>
                  <a:pt x="8385" y="162"/>
                  <a:pt x="8393" y="179"/>
                </a:cubicBezTo>
                <a:cubicBezTo>
                  <a:pt x="8400" y="197"/>
                  <a:pt x="8405" y="215"/>
                  <a:pt x="8409" y="234"/>
                </a:cubicBezTo>
                <a:cubicBezTo>
                  <a:pt x="8413" y="253"/>
                  <a:pt x="8415" y="272"/>
                  <a:pt x="8415" y="291"/>
                </a:cubicBezTo>
                <a:lnTo>
                  <a:pt x="8415" y="8917"/>
                </a:lnTo>
                <a:cubicBezTo>
                  <a:pt x="8415" y="8936"/>
                  <a:pt x="8413" y="8955"/>
                  <a:pt x="8409" y="8974"/>
                </a:cubicBezTo>
                <a:cubicBezTo>
                  <a:pt x="8405" y="8993"/>
                  <a:pt x="8400" y="9011"/>
                  <a:pt x="8393" y="9028"/>
                </a:cubicBezTo>
                <a:cubicBezTo>
                  <a:pt x="8385" y="9046"/>
                  <a:pt x="8376" y="9063"/>
                  <a:pt x="8366" y="9079"/>
                </a:cubicBezTo>
                <a:cubicBezTo>
                  <a:pt x="8355" y="9095"/>
                  <a:pt x="8343" y="9109"/>
                  <a:pt x="8330" y="9123"/>
                </a:cubicBezTo>
                <a:cubicBezTo>
                  <a:pt x="8316" y="9136"/>
                  <a:pt x="8301" y="9148"/>
                  <a:pt x="8285" y="9159"/>
                </a:cubicBezTo>
                <a:cubicBezTo>
                  <a:pt x="8270" y="9170"/>
                  <a:pt x="8253" y="9179"/>
                  <a:pt x="8235" y="9186"/>
                </a:cubicBezTo>
                <a:cubicBezTo>
                  <a:pt x="8217" y="9193"/>
                  <a:pt x="8199" y="9199"/>
                  <a:pt x="8181" y="9203"/>
                </a:cubicBezTo>
                <a:cubicBezTo>
                  <a:pt x="8162" y="9206"/>
                  <a:pt x="8143" y="9208"/>
                  <a:pt x="8124" y="9208"/>
                </a:cubicBezTo>
                <a:lnTo>
                  <a:pt x="291" y="9208"/>
                </a:lnTo>
                <a:cubicBezTo>
                  <a:pt x="272" y="9208"/>
                  <a:pt x="253" y="9206"/>
                  <a:pt x="234" y="9203"/>
                </a:cubicBezTo>
                <a:cubicBezTo>
                  <a:pt x="216" y="9199"/>
                  <a:pt x="197" y="9193"/>
                  <a:pt x="180" y="9186"/>
                </a:cubicBezTo>
                <a:cubicBezTo>
                  <a:pt x="162" y="9179"/>
                  <a:pt x="145" y="9170"/>
                  <a:pt x="129" y="9159"/>
                </a:cubicBezTo>
                <a:cubicBezTo>
                  <a:pt x="113" y="9148"/>
                  <a:pt x="99" y="9136"/>
                  <a:pt x="85" y="9123"/>
                </a:cubicBezTo>
                <a:cubicBezTo>
                  <a:pt x="72" y="9109"/>
                  <a:pt x="60" y="9095"/>
                  <a:pt x="49" y="9079"/>
                </a:cubicBezTo>
                <a:cubicBezTo>
                  <a:pt x="38" y="9063"/>
                  <a:pt x="30" y="9046"/>
                  <a:pt x="22" y="9028"/>
                </a:cubicBezTo>
                <a:cubicBezTo>
                  <a:pt x="15" y="9011"/>
                  <a:pt x="9" y="8993"/>
                  <a:pt x="6" y="8974"/>
                </a:cubicBezTo>
                <a:cubicBezTo>
                  <a:pt x="2" y="8955"/>
                  <a:pt x="0" y="8936"/>
                  <a:pt x="0" y="89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2" name=""/>
          <p:cNvSpPr/>
          <p:nvPr/>
        </p:nvSpPr>
        <p:spPr>
          <a:xfrm>
            <a:off x="3190680" y="2371680"/>
            <a:ext cx="3029400" cy="3314880"/>
          </a:xfrm>
          <a:custGeom>
            <a:avLst/>
            <a:gdLst/>
            <a:ahLst/>
            <a:rect l="0" t="0" r="r" b="b"/>
            <a:pathLst>
              <a:path w="8415" h="9208">
                <a:moveTo>
                  <a:pt x="0" y="891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30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6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8124" y="0"/>
                </a:lnTo>
                <a:cubicBezTo>
                  <a:pt x="8143" y="0"/>
                  <a:pt x="8162" y="1"/>
                  <a:pt x="8181" y="5"/>
                </a:cubicBezTo>
                <a:cubicBezTo>
                  <a:pt x="8199" y="9"/>
                  <a:pt x="8217" y="14"/>
                  <a:pt x="8235" y="22"/>
                </a:cubicBezTo>
                <a:cubicBezTo>
                  <a:pt x="8253" y="29"/>
                  <a:pt x="8270" y="38"/>
                  <a:pt x="8285" y="49"/>
                </a:cubicBezTo>
                <a:cubicBezTo>
                  <a:pt x="8301" y="59"/>
                  <a:pt x="8316" y="71"/>
                  <a:pt x="8330" y="85"/>
                </a:cubicBezTo>
                <a:cubicBezTo>
                  <a:pt x="8343" y="98"/>
                  <a:pt x="8355" y="113"/>
                  <a:pt x="8366" y="129"/>
                </a:cubicBezTo>
                <a:cubicBezTo>
                  <a:pt x="8376" y="145"/>
                  <a:pt x="8385" y="162"/>
                  <a:pt x="8393" y="179"/>
                </a:cubicBezTo>
                <a:cubicBezTo>
                  <a:pt x="8400" y="197"/>
                  <a:pt x="8405" y="215"/>
                  <a:pt x="8409" y="234"/>
                </a:cubicBezTo>
                <a:cubicBezTo>
                  <a:pt x="8413" y="253"/>
                  <a:pt x="8415" y="272"/>
                  <a:pt x="8415" y="291"/>
                </a:cubicBezTo>
                <a:lnTo>
                  <a:pt x="8415" y="8917"/>
                </a:lnTo>
                <a:cubicBezTo>
                  <a:pt x="8415" y="8936"/>
                  <a:pt x="8413" y="8955"/>
                  <a:pt x="8409" y="8974"/>
                </a:cubicBezTo>
                <a:cubicBezTo>
                  <a:pt x="8405" y="8993"/>
                  <a:pt x="8400" y="9011"/>
                  <a:pt x="8393" y="9028"/>
                </a:cubicBezTo>
                <a:cubicBezTo>
                  <a:pt x="8385" y="9046"/>
                  <a:pt x="8376" y="9063"/>
                  <a:pt x="8366" y="9079"/>
                </a:cubicBezTo>
                <a:cubicBezTo>
                  <a:pt x="8355" y="9095"/>
                  <a:pt x="8343" y="9109"/>
                  <a:pt x="8330" y="9123"/>
                </a:cubicBezTo>
                <a:cubicBezTo>
                  <a:pt x="8316" y="9136"/>
                  <a:pt x="8301" y="9148"/>
                  <a:pt x="8285" y="9159"/>
                </a:cubicBezTo>
                <a:cubicBezTo>
                  <a:pt x="8270" y="9170"/>
                  <a:pt x="8253" y="9179"/>
                  <a:pt x="8235" y="9186"/>
                </a:cubicBezTo>
                <a:cubicBezTo>
                  <a:pt x="8217" y="9193"/>
                  <a:pt x="8199" y="9199"/>
                  <a:pt x="8181" y="9203"/>
                </a:cubicBezTo>
                <a:cubicBezTo>
                  <a:pt x="8162" y="9206"/>
                  <a:pt x="8143" y="9208"/>
                  <a:pt x="8124" y="9208"/>
                </a:cubicBezTo>
                <a:lnTo>
                  <a:pt x="291" y="9208"/>
                </a:lnTo>
                <a:cubicBezTo>
                  <a:pt x="272" y="9208"/>
                  <a:pt x="253" y="9206"/>
                  <a:pt x="234" y="9203"/>
                </a:cubicBezTo>
                <a:cubicBezTo>
                  <a:pt x="216" y="9199"/>
                  <a:pt x="197" y="9193"/>
                  <a:pt x="180" y="9186"/>
                </a:cubicBezTo>
                <a:cubicBezTo>
                  <a:pt x="162" y="9179"/>
                  <a:pt x="145" y="9170"/>
                  <a:pt x="129" y="9159"/>
                </a:cubicBezTo>
                <a:cubicBezTo>
                  <a:pt x="113" y="9148"/>
                  <a:pt x="99" y="9136"/>
                  <a:pt x="85" y="9123"/>
                </a:cubicBezTo>
                <a:cubicBezTo>
                  <a:pt x="72" y="9109"/>
                  <a:pt x="60" y="9095"/>
                  <a:pt x="49" y="9079"/>
                </a:cubicBezTo>
                <a:cubicBezTo>
                  <a:pt x="38" y="9063"/>
                  <a:pt x="30" y="9046"/>
                  <a:pt x="22" y="9028"/>
                </a:cubicBezTo>
                <a:cubicBezTo>
                  <a:pt x="15" y="9011"/>
                  <a:pt x="9" y="8993"/>
                  <a:pt x="6" y="8974"/>
                </a:cubicBezTo>
                <a:cubicBezTo>
                  <a:pt x="2" y="8955"/>
                  <a:pt x="0" y="8936"/>
                  <a:pt x="0" y="8917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410840" y="2442600"/>
            <a:ext cx="305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入力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4" name=""/>
          <p:cNvSpPr/>
          <p:nvPr/>
        </p:nvSpPr>
        <p:spPr>
          <a:xfrm>
            <a:off x="6619680" y="2371680"/>
            <a:ext cx="1600560" cy="3314880"/>
          </a:xfrm>
          <a:custGeom>
            <a:avLst/>
            <a:gdLst/>
            <a:ahLst/>
            <a:rect l="0" t="0" r="r" b="b"/>
            <a:pathLst>
              <a:path w="4446" h="9208">
                <a:moveTo>
                  <a:pt x="0" y="891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30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6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4155" y="0"/>
                </a:lnTo>
                <a:cubicBezTo>
                  <a:pt x="4174" y="0"/>
                  <a:pt x="4193" y="1"/>
                  <a:pt x="4212" y="5"/>
                </a:cubicBezTo>
                <a:cubicBezTo>
                  <a:pt x="4231" y="9"/>
                  <a:pt x="4249" y="14"/>
                  <a:pt x="4266" y="22"/>
                </a:cubicBezTo>
                <a:cubicBezTo>
                  <a:pt x="4284" y="29"/>
                  <a:pt x="4301" y="38"/>
                  <a:pt x="4317" y="49"/>
                </a:cubicBezTo>
                <a:cubicBezTo>
                  <a:pt x="4333" y="59"/>
                  <a:pt x="4347" y="71"/>
                  <a:pt x="4361" y="85"/>
                </a:cubicBezTo>
                <a:cubicBezTo>
                  <a:pt x="4374" y="98"/>
                  <a:pt x="4386" y="113"/>
                  <a:pt x="4397" y="129"/>
                </a:cubicBezTo>
                <a:cubicBezTo>
                  <a:pt x="4408" y="145"/>
                  <a:pt x="4417" y="162"/>
                  <a:pt x="4424" y="179"/>
                </a:cubicBezTo>
                <a:cubicBezTo>
                  <a:pt x="4431" y="197"/>
                  <a:pt x="4437" y="215"/>
                  <a:pt x="4440" y="234"/>
                </a:cubicBezTo>
                <a:cubicBezTo>
                  <a:pt x="4444" y="253"/>
                  <a:pt x="4446" y="272"/>
                  <a:pt x="4446" y="291"/>
                </a:cubicBezTo>
                <a:lnTo>
                  <a:pt x="4446" y="8917"/>
                </a:lnTo>
                <a:cubicBezTo>
                  <a:pt x="4446" y="8936"/>
                  <a:pt x="4444" y="8955"/>
                  <a:pt x="4440" y="8974"/>
                </a:cubicBezTo>
                <a:cubicBezTo>
                  <a:pt x="4437" y="8993"/>
                  <a:pt x="4431" y="9011"/>
                  <a:pt x="4424" y="9028"/>
                </a:cubicBezTo>
                <a:cubicBezTo>
                  <a:pt x="4417" y="9046"/>
                  <a:pt x="4408" y="9063"/>
                  <a:pt x="4397" y="9079"/>
                </a:cubicBezTo>
                <a:cubicBezTo>
                  <a:pt x="4386" y="9095"/>
                  <a:pt x="4374" y="9109"/>
                  <a:pt x="4361" y="9123"/>
                </a:cubicBezTo>
                <a:cubicBezTo>
                  <a:pt x="4347" y="9136"/>
                  <a:pt x="4333" y="9148"/>
                  <a:pt x="4317" y="9159"/>
                </a:cubicBezTo>
                <a:cubicBezTo>
                  <a:pt x="4301" y="9170"/>
                  <a:pt x="4284" y="9179"/>
                  <a:pt x="4266" y="9186"/>
                </a:cubicBezTo>
                <a:cubicBezTo>
                  <a:pt x="4249" y="9193"/>
                  <a:pt x="4231" y="9199"/>
                  <a:pt x="4212" y="9203"/>
                </a:cubicBezTo>
                <a:cubicBezTo>
                  <a:pt x="4193" y="9206"/>
                  <a:pt x="4174" y="9208"/>
                  <a:pt x="4155" y="9208"/>
                </a:cubicBezTo>
                <a:lnTo>
                  <a:pt x="291" y="9208"/>
                </a:lnTo>
                <a:cubicBezTo>
                  <a:pt x="272" y="9208"/>
                  <a:pt x="253" y="9206"/>
                  <a:pt x="234" y="9203"/>
                </a:cubicBezTo>
                <a:cubicBezTo>
                  <a:pt x="216" y="9199"/>
                  <a:pt x="197" y="9193"/>
                  <a:pt x="180" y="9186"/>
                </a:cubicBezTo>
                <a:cubicBezTo>
                  <a:pt x="162" y="9179"/>
                  <a:pt x="145" y="9170"/>
                  <a:pt x="129" y="9159"/>
                </a:cubicBezTo>
                <a:cubicBezTo>
                  <a:pt x="113" y="9148"/>
                  <a:pt x="99" y="9136"/>
                  <a:pt x="85" y="9123"/>
                </a:cubicBezTo>
                <a:cubicBezTo>
                  <a:pt x="72" y="9109"/>
                  <a:pt x="60" y="9095"/>
                  <a:pt x="49" y="9079"/>
                </a:cubicBezTo>
                <a:cubicBezTo>
                  <a:pt x="38" y="9063"/>
                  <a:pt x="30" y="9046"/>
                  <a:pt x="22" y="9028"/>
                </a:cubicBezTo>
                <a:cubicBezTo>
                  <a:pt x="15" y="9011"/>
                  <a:pt x="9" y="8993"/>
                  <a:pt x="6" y="8974"/>
                </a:cubicBezTo>
                <a:cubicBezTo>
                  <a:pt x="2" y="8955"/>
                  <a:pt x="0" y="8936"/>
                  <a:pt x="0" y="89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5" name=""/>
          <p:cNvSpPr/>
          <p:nvPr/>
        </p:nvSpPr>
        <p:spPr>
          <a:xfrm>
            <a:off x="6619680" y="2371680"/>
            <a:ext cx="1600560" cy="3314880"/>
          </a:xfrm>
          <a:custGeom>
            <a:avLst/>
            <a:gdLst/>
            <a:ahLst/>
            <a:rect l="0" t="0" r="r" b="b"/>
            <a:pathLst>
              <a:path w="4446" h="9208">
                <a:moveTo>
                  <a:pt x="0" y="891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30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6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4155" y="0"/>
                </a:lnTo>
                <a:cubicBezTo>
                  <a:pt x="4174" y="0"/>
                  <a:pt x="4193" y="1"/>
                  <a:pt x="4212" y="5"/>
                </a:cubicBezTo>
                <a:cubicBezTo>
                  <a:pt x="4231" y="9"/>
                  <a:pt x="4249" y="14"/>
                  <a:pt x="4266" y="22"/>
                </a:cubicBezTo>
                <a:cubicBezTo>
                  <a:pt x="4284" y="29"/>
                  <a:pt x="4301" y="38"/>
                  <a:pt x="4317" y="49"/>
                </a:cubicBezTo>
                <a:cubicBezTo>
                  <a:pt x="4333" y="59"/>
                  <a:pt x="4347" y="71"/>
                  <a:pt x="4361" y="85"/>
                </a:cubicBezTo>
                <a:cubicBezTo>
                  <a:pt x="4374" y="98"/>
                  <a:pt x="4386" y="113"/>
                  <a:pt x="4397" y="129"/>
                </a:cubicBezTo>
                <a:cubicBezTo>
                  <a:pt x="4408" y="145"/>
                  <a:pt x="4417" y="162"/>
                  <a:pt x="4424" y="179"/>
                </a:cubicBezTo>
                <a:cubicBezTo>
                  <a:pt x="4431" y="197"/>
                  <a:pt x="4437" y="215"/>
                  <a:pt x="4440" y="234"/>
                </a:cubicBezTo>
                <a:cubicBezTo>
                  <a:pt x="4444" y="253"/>
                  <a:pt x="4446" y="272"/>
                  <a:pt x="4446" y="291"/>
                </a:cubicBezTo>
                <a:lnTo>
                  <a:pt x="4446" y="8917"/>
                </a:lnTo>
                <a:cubicBezTo>
                  <a:pt x="4446" y="8936"/>
                  <a:pt x="4444" y="8955"/>
                  <a:pt x="4440" y="8974"/>
                </a:cubicBezTo>
                <a:cubicBezTo>
                  <a:pt x="4437" y="8993"/>
                  <a:pt x="4431" y="9011"/>
                  <a:pt x="4424" y="9028"/>
                </a:cubicBezTo>
                <a:cubicBezTo>
                  <a:pt x="4417" y="9046"/>
                  <a:pt x="4408" y="9063"/>
                  <a:pt x="4397" y="9079"/>
                </a:cubicBezTo>
                <a:cubicBezTo>
                  <a:pt x="4386" y="9095"/>
                  <a:pt x="4374" y="9109"/>
                  <a:pt x="4361" y="9123"/>
                </a:cubicBezTo>
                <a:cubicBezTo>
                  <a:pt x="4347" y="9136"/>
                  <a:pt x="4333" y="9148"/>
                  <a:pt x="4317" y="9159"/>
                </a:cubicBezTo>
                <a:cubicBezTo>
                  <a:pt x="4301" y="9170"/>
                  <a:pt x="4284" y="9179"/>
                  <a:pt x="4266" y="9186"/>
                </a:cubicBezTo>
                <a:cubicBezTo>
                  <a:pt x="4249" y="9193"/>
                  <a:pt x="4231" y="9199"/>
                  <a:pt x="4212" y="9203"/>
                </a:cubicBezTo>
                <a:cubicBezTo>
                  <a:pt x="4193" y="9206"/>
                  <a:pt x="4174" y="9208"/>
                  <a:pt x="4155" y="9208"/>
                </a:cubicBezTo>
                <a:lnTo>
                  <a:pt x="291" y="9208"/>
                </a:lnTo>
                <a:cubicBezTo>
                  <a:pt x="272" y="9208"/>
                  <a:pt x="253" y="9206"/>
                  <a:pt x="234" y="9203"/>
                </a:cubicBezTo>
                <a:cubicBezTo>
                  <a:pt x="216" y="9199"/>
                  <a:pt x="197" y="9193"/>
                  <a:pt x="180" y="9186"/>
                </a:cubicBezTo>
                <a:cubicBezTo>
                  <a:pt x="162" y="9179"/>
                  <a:pt x="145" y="9170"/>
                  <a:pt x="129" y="9159"/>
                </a:cubicBezTo>
                <a:cubicBezTo>
                  <a:pt x="113" y="9148"/>
                  <a:pt x="99" y="9136"/>
                  <a:pt x="85" y="9123"/>
                </a:cubicBezTo>
                <a:cubicBezTo>
                  <a:pt x="72" y="9109"/>
                  <a:pt x="60" y="9095"/>
                  <a:pt x="49" y="9079"/>
                </a:cubicBezTo>
                <a:cubicBezTo>
                  <a:pt x="38" y="9063"/>
                  <a:pt x="30" y="9046"/>
                  <a:pt x="22" y="9028"/>
                </a:cubicBezTo>
                <a:cubicBezTo>
                  <a:pt x="15" y="9011"/>
                  <a:pt x="9" y="8993"/>
                  <a:pt x="6" y="8974"/>
                </a:cubicBezTo>
                <a:cubicBezTo>
                  <a:pt x="2" y="8955"/>
                  <a:pt x="0" y="8936"/>
                  <a:pt x="0" y="8917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4554000" y="2442600"/>
            <a:ext cx="305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処理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7" name=""/>
          <p:cNvSpPr/>
          <p:nvPr/>
        </p:nvSpPr>
        <p:spPr>
          <a:xfrm>
            <a:off x="923760" y="2790720"/>
            <a:ext cx="1276560" cy="590760"/>
          </a:xfrm>
          <a:custGeom>
            <a:avLst/>
            <a:gdLst/>
            <a:ahLst/>
            <a:rect l="0" t="0" r="r" b="b"/>
            <a:pathLst>
              <a:path w="3546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361" y="0"/>
                </a:lnTo>
                <a:cubicBezTo>
                  <a:pt x="3373" y="0"/>
                  <a:pt x="3385" y="1"/>
                  <a:pt x="3397" y="3"/>
                </a:cubicBezTo>
                <a:cubicBezTo>
                  <a:pt x="3409" y="6"/>
                  <a:pt x="3421" y="9"/>
                  <a:pt x="3432" y="14"/>
                </a:cubicBezTo>
                <a:cubicBezTo>
                  <a:pt x="3443" y="19"/>
                  <a:pt x="3454" y="24"/>
                  <a:pt x="3464" y="31"/>
                </a:cubicBezTo>
                <a:cubicBezTo>
                  <a:pt x="3474" y="38"/>
                  <a:pt x="3484" y="45"/>
                  <a:pt x="3492" y="54"/>
                </a:cubicBezTo>
                <a:cubicBezTo>
                  <a:pt x="3501" y="63"/>
                  <a:pt x="3508" y="72"/>
                  <a:pt x="3515" y="82"/>
                </a:cubicBezTo>
                <a:cubicBezTo>
                  <a:pt x="3522" y="92"/>
                  <a:pt x="3528" y="103"/>
                  <a:pt x="3532" y="114"/>
                </a:cubicBezTo>
                <a:cubicBezTo>
                  <a:pt x="3537" y="125"/>
                  <a:pt x="3540" y="137"/>
                  <a:pt x="3543" y="149"/>
                </a:cubicBezTo>
                <a:cubicBezTo>
                  <a:pt x="3545" y="161"/>
                  <a:pt x="3546" y="173"/>
                  <a:pt x="3546" y="185"/>
                </a:cubicBezTo>
                <a:lnTo>
                  <a:pt x="3546" y="1456"/>
                </a:lnTo>
                <a:cubicBezTo>
                  <a:pt x="3546" y="1468"/>
                  <a:pt x="3545" y="1480"/>
                  <a:pt x="3543" y="1492"/>
                </a:cubicBezTo>
                <a:cubicBezTo>
                  <a:pt x="3540" y="1504"/>
                  <a:pt x="3537" y="1516"/>
                  <a:pt x="3532" y="1527"/>
                </a:cubicBezTo>
                <a:cubicBezTo>
                  <a:pt x="3528" y="1538"/>
                  <a:pt x="3522" y="1549"/>
                  <a:pt x="3515" y="1559"/>
                </a:cubicBezTo>
                <a:cubicBezTo>
                  <a:pt x="3508" y="1569"/>
                  <a:pt x="3501" y="1578"/>
                  <a:pt x="3492" y="1587"/>
                </a:cubicBezTo>
                <a:cubicBezTo>
                  <a:pt x="3484" y="1596"/>
                  <a:pt x="3474" y="1603"/>
                  <a:pt x="3464" y="1610"/>
                </a:cubicBezTo>
                <a:cubicBezTo>
                  <a:pt x="3454" y="1617"/>
                  <a:pt x="3443" y="1622"/>
                  <a:pt x="3432" y="1627"/>
                </a:cubicBezTo>
                <a:cubicBezTo>
                  <a:pt x="3421" y="1632"/>
                  <a:pt x="3409" y="1635"/>
                  <a:pt x="3397" y="1638"/>
                </a:cubicBezTo>
                <a:cubicBezTo>
                  <a:pt x="3385" y="1640"/>
                  <a:pt x="3373" y="1641"/>
                  <a:pt x="3361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6" y="1578"/>
                  <a:pt x="38" y="1569"/>
                  <a:pt x="31" y="1559"/>
                </a:cubicBezTo>
                <a:cubicBezTo>
                  <a:pt x="24" y="1549"/>
                  <a:pt x="19" y="1538"/>
                  <a:pt x="14" y="1527"/>
                </a:cubicBezTo>
                <a:cubicBezTo>
                  <a:pt x="9" y="1516"/>
                  <a:pt x="6" y="1504"/>
                  <a:pt x="4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8" name=""/>
          <p:cNvSpPr/>
          <p:nvPr/>
        </p:nvSpPr>
        <p:spPr>
          <a:xfrm>
            <a:off x="923760" y="2790720"/>
            <a:ext cx="1276560" cy="590760"/>
          </a:xfrm>
          <a:custGeom>
            <a:avLst/>
            <a:gdLst/>
            <a:ahLst/>
            <a:rect l="0" t="0" r="r" b="b"/>
            <a:pathLst>
              <a:path w="3546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361" y="0"/>
                </a:lnTo>
                <a:cubicBezTo>
                  <a:pt x="3373" y="0"/>
                  <a:pt x="3385" y="1"/>
                  <a:pt x="3397" y="3"/>
                </a:cubicBezTo>
                <a:cubicBezTo>
                  <a:pt x="3409" y="6"/>
                  <a:pt x="3421" y="9"/>
                  <a:pt x="3432" y="14"/>
                </a:cubicBezTo>
                <a:cubicBezTo>
                  <a:pt x="3443" y="19"/>
                  <a:pt x="3454" y="24"/>
                  <a:pt x="3464" y="31"/>
                </a:cubicBezTo>
                <a:cubicBezTo>
                  <a:pt x="3474" y="38"/>
                  <a:pt x="3484" y="45"/>
                  <a:pt x="3492" y="54"/>
                </a:cubicBezTo>
                <a:cubicBezTo>
                  <a:pt x="3501" y="63"/>
                  <a:pt x="3508" y="72"/>
                  <a:pt x="3515" y="82"/>
                </a:cubicBezTo>
                <a:cubicBezTo>
                  <a:pt x="3522" y="92"/>
                  <a:pt x="3528" y="103"/>
                  <a:pt x="3532" y="114"/>
                </a:cubicBezTo>
                <a:cubicBezTo>
                  <a:pt x="3537" y="125"/>
                  <a:pt x="3540" y="137"/>
                  <a:pt x="3543" y="149"/>
                </a:cubicBezTo>
                <a:cubicBezTo>
                  <a:pt x="3545" y="161"/>
                  <a:pt x="3546" y="173"/>
                  <a:pt x="3546" y="185"/>
                </a:cubicBezTo>
                <a:lnTo>
                  <a:pt x="3546" y="1456"/>
                </a:lnTo>
                <a:cubicBezTo>
                  <a:pt x="3546" y="1468"/>
                  <a:pt x="3545" y="1480"/>
                  <a:pt x="3543" y="1492"/>
                </a:cubicBezTo>
                <a:cubicBezTo>
                  <a:pt x="3540" y="1504"/>
                  <a:pt x="3537" y="1516"/>
                  <a:pt x="3532" y="1527"/>
                </a:cubicBezTo>
                <a:cubicBezTo>
                  <a:pt x="3528" y="1538"/>
                  <a:pt x="3522" y="1549"/>
                  <a:pt x="3515" y="1559"/>
                </a:cubicBezTo>
                <a:cubicBezTo>
                  <a:pt x="3508" y="1569"/>
                  <a:pt x="3501" y="1578"/>
                  <a:pt x="3492" y="1587"/>
                </a:cubicBezTo>
                <a:cubicBezTo>
                  <a:pt x="3484" y="1596"/>
                  <a:pt x="3474" y="1603"/>
                  <a:pt x="3464" y="1610"/>
                </a:cubicBezTo>
                <a:cubicBezTo>
                  <a:pt x="3454" y="1617"/>
                  <a:pt x="3443" y="1622"/>
                  <a:pt x="3432" y="1627"/>
                </a:cubicBezTo>
                <a:cubicBezTo>
                  <a:pt x="3421" y="1632"/>
                  <a:pt x="3409" y="1635"/>
                  <a:pt x="3397" y="1638"/>
                </a:cubicBezTo>
                <a:cubicBezTo>
                  <a:pt x="3385" y="1640"/>
                  <a:pt x="3373" y="1641"/>
                  <a:pt x="3361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6" y="1578"/>
                  <a:pt x="38" y="1569"/>
                  <a:pt x="31" y="1559"/>
                </a:cubicBezTo>
                <a:cubicBezTo>
                  <a:pt x="24" y="1549"/>
                  <a:pt x="19" y="1538"/>
                  <a:pt x="14" y="1527"/>
                </a:cubicBezTo>
                <a:cubicBezTo>
                  <a:pt x="9" y="1516"/>
                  <a:pt x="6" y="1504"/>
                  <a:pt x="4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9" name=""/>
          <p:cNvSpPr/>
          <p:nvPr/>
        </p:nvSpPr>
        <p:spPr>
          <a:xfrm>
            <a:off x="1439640" y="2871000"/>
            <a:ext cx="244800" cy="210600"/>
          </a:xfrm>
          <a:custGeom>
            <a:avLst/>
            <a:gdLst/>
            <a:ahLst/>
            <a:rect l="0" t="0" r="r" b="b"/>
            <a:pathLst>
              <a:path w="680" h="585">
                <a:moveTo>
                  <a:pt x="588" y="441"/>
                </a:moveTo>
                <a:lnTo>
                  <a:pt x="550" y="402"/>
                </a:lnTo>
                <a:cubicBezTo>
                  <a:pt x="574" y="376"/>
                  <a:pt x="593" y="349"/>
                  <a:pt x="607" y="322"/>
                </a:cubicBezTo>
                <a:cubicBezTo>
                  <a:pt x="620" y="294"/>
                  <a:pt x="626" y="260"/>
                  <a:pt x="626" y="220"/>
                </a:cubicBezTo>
                <a:cubicBezTo>
                  <a:pt x="626" y="180"/>
                  <a:pt x="620" y="146"/>
                  <a:pt x="607" y="119"/>
                </a:cubicBezTo>
                <a:cubicBezTo>
                  <a:pt x="593" y="91"/>
                  <a:pt x="574" y="64"/>
                  <a:pt x="550" y="38"/>
                </a:cubicBezTo>
                <a:lnTo>
                  <a:pt x="588" y="0"/>
                </a:lnTo>
                <a:cubicBezTo>
                  <a:pt x="617" y="29"/>
                  <a:pt x="640" y="62"/>
                  <a:pt x="656" y="97"/>
                </a:cubicBezTo>
                <a:cubicBezTo>
                  <a:pt x="672" y="132"/>
                  <a:pt x="680" y="173"/>
                  <a:pt x="680" y="220"/>
                </a:cubicBezTo>
                <a:cubicBezTo>
                  <a:pt x="680" y="267"/>
                  <a:pt x="672" y="308"/>
                  <a:pt x="656" y="343"/>
                </a:cubicBezTo>
                <a:cubicBezTo>
                  <a:pt x="640" y="379"/>
                  <a:pt x="617" y="411"/>
                  <a:pt x="588" y="441"/>
                </a:cubicBezTo>
                <a:moveTo>
                  <a:pt x="481" y="331"/>
                </a:moveTo>
                <a:lnTo>
                  <a:pt x="443" y="293"/>
                </a:lnTo>
                <a:cubicBezTo>
                  <a:pt x="452" y="283"/>
                  <a:pt x="459" y="272"/>
                  <a:pt x="464" y="260"/>
                </a:cubicBezTo>
                <a:cubicBezTo>
                  <a:pt x="469" y="248"/>
                  <a:pt x="472" y="235"/>
                  <a:pt x="472" y="220"/>
                </a:cubicBezTo>
                <a:cubicBezTo>
                  <a:pt x="472" y="205"/>
                  <a:pt x="469" y="192"/>
                  <a:pt x="464" y="181"/>
                </a:cubicBezTo>
                <a:cubicBezTo>
                  <a:pt x="459" y="169"/>
                  <a:pt x="452" y="158"/>
                  <a:pt x="443" y="148"/>
                </a:cubicBezTo>
                <a:lnTo>
                  <a:pt x="481" y="109"/>
                </a:lnTo>
                <a:cubicBezTo>
                  <a:pt x="494" y="124"/>
                  <a:pt x="505" y="140"/>
                  <a:pt x="514" y="160"/>
                </a:cubicBezTo>
                <a:cubicBezTo>
                  <a:pt x="522" y="179"/>
                  <a:pt x="526" y="199"/>
                  <a:pt x="526" y="220"/>
                </a:cubicBezTo>
                <a:cubicBezTo>
                  <a:pt x="526" y="241"/>
                  <a:pt x="522" y="262"/>
                  <a:pt x="514" y="281"/>
                </a:cubicBezTo>
                <a:cubicBezTo>
                  <a:pt x="505" y="300"/>
                  <a:pt x="494" y="317"/>
                  <a:pt x="481" y="331"/>
                </a:cubicBezTo>
                <a:moveTo>
                  <a:pt x="247" y="336"/>
                </a:moveTo>
                <a:cubicBezTo>
                  <a:pt x="213" y="336"/>
                  <a:pt x="185" y="325"/>
                  <a:pt x="164" y="304"/>
                </a:cubicBezTo>
                <a:cubicBezTo>
                  <a:pt x="142" y="282"/>
                  <a:pt x="131" y="254"/>
                  <a:pt x="131" y="220"/>
                </a:cubicBezTo>
                <a:cubicBezTo>
                  <a:pt x="131" y="186"/>
                  <a:pt x="142" y="159"/>
                  <a:pt x="164" y="137"/>
                </a:cubicBezTo>
                <a:cubicBezTo>
                  <a:pt x="185" y="115"/>
                  <a:pt x="213" y="105"/>
                  <a:pt x="247" y="105"/>
                </a:cubicBezTo>
                <a:cubicBezTo>
                  <a:pt x="281" y="105"/>
                  <a:pt x="309" y="115"/>
                  <a:pt x="330" y="137"/>
                </a:cubicBezTo>
                <a:cubicBezTo>
                  <a:pt x="352" y="159"/>
                  <a:pt x="363" y="186"/>
                  <a:pt x="363" y="220"/>
                </a:cubicBezTo>
                <a:cubicBezTo>
                  <a:pt x="363" y="254"/>
                  <a:pt x="352" y="282"/>
                  <a:pt x="330" y="304"/>
                </a:cubicBezTo>
                <a:cubicBezTo>
                  <a:pt x="309" y="325"/>
                  <a:pt x="281" y="336"/>
                  <a:pt x="247" y="336"/>
                </a:cubicBezTo>
                <a:moveTo>
                  <a:pt x="0" y="585"/>
                </a:moveTo>
                <a:lnTo>
                  <a:pt x="0" y="512"/>
                </a:lnTo>
                <a:cubicBezTo>
                  <a:pt x="0" y="492"/>
                  <a:pt x="5" y="475"/>
                  <a:pt x="15" y="461"/>
                </a:cubicBezTo>
                <a:cubicBezTo>
                  <a:pt x="25" y="448"/>
                  <a:pt x="37" y="437"/>
                  <a:pt x="53" y="429"/>
                </a:cubicBezTo>
                <a:cubicBezTo>
                  <a:pt x="79" y="416"/>
                  <a:pt x="110" y="405"/>
                  <a:pt x="146" y="396"/>
                </a:cubicBezTo>
                <a:cubicBezTo>
                  <a:pt x="181" y="388"/>
                  <a:pt x="215" y="383"/>
                  <a:pt x="247" y="383"/>
                </a:cubicBezTo>
                <a:cubicBezTo>
                  <a:pt x="279" y="383"/>
                  <a:pt x="313" y="388"/>
                  <a:pt x="348" y="396"/>
                </a:cubicBezTo>
                <a:cubicBezTo>
                  <a:pt x="384" y="405"/>
                  <a:pt x="416" y="416"/>
                  <a:pt x="442" y="429"/>
                </a:cubicBezTo>
                <a:cubicBezTo>
                  <a:pt x="457" y="437"/>
                  <a:pt x="470" y="448"/>
                  <a:pt x="480" y="461"/>
                </a:cubicBezTo>
                <a:cubicBezTo>
                  <a:pt x="490" y="475"/>
                  <a:pt x="495" y="492"/>
                  <a:pt x="495" y="512"/>
                </a:cubicBezTo>
                <a:lnTo>
                  <a:pt x="495" y="585"/>
                </a:lnTo>
                <a:lnTo>
                  <a:pt x="0" y="585"/>
                </a:lnTo>
                <a:moveTo>
                  <a:pt x="46" y="538"/>
                </a:moveTo>
                <a:lnTo>
                  <a:pt x="449" y="538"/>
                </a:lnTo>
                <a:lnTo>
                  <a:pt x="449" y="512"/>
                </a:lnTo>
                <a:cubicBezTo>
                  <a:pt x="449" y="504"/>
                  <a:pt x="447" y="496"/>
                  <a:pt x="442" y="488"/>
                </a:cubicBezTo>
                <a:cubicBezTo>
                  <a:pt x="438" y="482"/>
                  <a:pt x="431" y="476"/>
                  <a:pt x="423" y="471"/>
                </a:cubicBezTo>
                <a:cubicBezTo>
                  <a:pt x="398" y="457"/>
                  <a:pt x="370" y="447"/>
                  <a:pt x="338" y="440"/>
                </a:cubicBezTo>
                <a:cubicBezTo>
                  <a:pt x="307" y="433"/>
                  <a:pt x="276" y="429"/>
                  <a:pt x="247" y="429"/>
                </a:cubicBezTo>
                <a:cubicBezTo>
                  <a:pt x="218" y="429"/>
                  <a:pt x="187" y="433"/>
                  <a:pt x="156" y="441"/>
                </a:cubicBezTo>
                <a:cubicBezTo>
                  <a:pt x="124" y="448"/>
                  <a:pt x="96" y="458"/>
                  <a:pt x="71" y="471"/>
                </a:cubicBezTo>
                <a:cubicBezTo>
                  <a:pt x="64" y="475"/>
                  <a:pt x="58" y="480"/>
                  <a:pt x="53" y="488"/>
                </a:cubicBezTo>
                <a:cubicBezTo>
                  <a:pt x="49" y="496"/>
                  <a:pt x="46" y="504"/>
                  <a:pt x="46" y="512"/>
                </a:cubicBezTo>
                <a:lnTo>
                  <a:pt x="46" y="538"/>
                </a:lnTo>
                <a:moveTo>
                  <a:pt x="297" y="270"/>
                </a:moveTo>
                <a:cubicBezTo>
                  <a:pt x="310" y="257"/>
                  <a:pt x="317" y="240"/>
                  <a:pt x="317" y="220"/>
                </a:cubicBezTo>
                <a:cubicBezTo>
                  <a:pt x="317" y="200"/>
                  <a:pt x="310" y="184"/>
                  <a:pt x="297" y="171"/>
                </a:cubicBezTo>
                <a:cubicBezTo>
                  <a:pt x="284" y="157"/>
                  <a:pt x="267" y="151"/>
                  <a:pt x="247" y="151"/>
                </a:cubicBezTo>
                <a:cubicBezTo>
                  <a:pt x="227" y="151"/>
                  <a:pt x="210" y="157"/>
                  <a:pt x="197" y="171"/>
                </a:cubicBezTo>
                <a:cubicBezTo>
                  <a:pt x="184" y="184"/>
                  <a:pt x="178" y="200"/>
                  <a:pt x="178" y="220"/>
                </a:cubicBezTo>
                <a:cubicBezTo>
                  <a:pt x="178" y="240"/>
                  <a:pt x="184" y="257"/>
                  <a:pt x="197" y="270"/>
                </a:cubicBezTo>
                <a:cubicBezTo>
                  <a:pt x="210" y="283"/>
                  <a:pt x="227" y="290"/>
                  <a:pt x="247" y="290"/>
                </a:cubicBezTo>
                <a:cubicBezTo>
                  <a:pt x="267" y="290"/>
                  <a:pt x="284" y="283"/>
                  <a:pt x="297" y="270"/>
                </a:cubicBezTo>
                <a:moveTo>
                  <a:pt x="247" y="220"/>
                </a:moveTo>
                <a:lnTo>
                  <a:pt x="247" y="220"/>
                </a:lnTo>
                <a:moveTo>
                  <a:pt x="247" y="538"/>
                </a:moveTo>
                <a:lnTo>
                  <a:pt x="247" y="538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268760" y="2442600"/>
            <a:ext cx="305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出力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1" name=""/>
          <p:cNvSpPr/>
          <p:nvPr/>
        </p:nvSpPr>
        <p:spPr>
          <a:xfrm>
            <a:off x="923760" y="3952800"/>
            <a:ext cx="1276560" cy="590760"/>
          </a:xfrm>
          <a:custGeom>
            <a:avLst/>
            <a:gdLst/>
            <a:ahLst/>
            <a:rect l="0" t="0" r="r" b="b"/>
            <a:pathLst>
              <a:path w="3546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361" y="0"/>
                </a:lnTo>
                <a:cubicBezTo>
                  <a:pt x="3373" y="0"/>
                  <a:pt x="3385" y="1"/>
                  <a:pt x="3397" y="3"/>
                </a:cubicBezTo>
                <a:cubicBezTo>
                  <a:pt x="3409" y="6"/>
                  <a:pt x="3421" y="9"/>
                  <a:pt x="3432" y="14"/>
                </a:cubicBezTo>
                <a:cubicBezTo>
                  <a:pt x="3443" y="18"/>
                  <a:pt x="3454" y="24"/>
                  <a:pt x="3464" y="31"/>
                </a:cubicBezTo>
                <a:cubicBezTo>
                  <a:pt x="3474" y="38"/>
                  <a:pt x="3484" y="45"/>
                  <a:pt x="3492" y="54"/>
                </a:cubicBezTo>
                <a:cubicBezTo>
                  <a:pt x="3501" y="63"/>
                  <a:pt x="3508" y="72"/>
                  <a:pt x="3515" y="82"/>
                </a:cubicBezTo>
                <a:cubicBezTo>
                  <a:pt x="3522" y="92"/>
                  <a:pt x="3528" y="103"/>
                  <a:pt x="3532" y="114"/>
                </a:cubicBezTo>
                <a:cubicBezTo>
                  <a:pt x="3537" y="125"/>
                  <a:pt x="3540" y="137"/>
                  <a:pt x="3543" y="149"/>
                </a:cubicBezTo>
                <a:cubicBezTo>
                  <a:pt x="3545" y="161"/>
                  <a:pt x="3546" y="173"/>
                  <a:pt x="3546" y="185"/>
                </a:cubicBezTo>
                <a:lnTo>
                  <a:pt x="3546" y="1456"/>
                </a:lnTo>
                <a:cubicBezTo>
                  <a:pt x="3546" y="1468"/>
                  <a:pt x="3545" y="1480"/>
                  <a:pt x="3543" y="1492"/>
                </a:cubicBezTo>
                <a:cubicBezTo>
                  <a:pt x="3540" y="1504"/>
                  <a:pt x="3537" y="1516"/>
                  <a:pt x="3532" y="1527"/>
                </a:cubicBezTo>
                <a:cubicBezTo>
                  <a:pt x="3528" y="1538"/>
                  <a:pt x="3522" y="1549"/>
                  <a:pt x="3515" y="1559"/>
                </a:cubicBezTo>
                <a:cubicBezTo>
                  <a:pt x="3508" y="1569"/>
                  <a:pt x="3501" y="1578"/>
                  <a:pt x="3492" y="1587"/>
                </a:cubicBezTo>
                <a:cubicBezTo>
                  <a:pt x="3484" y="1595"/>
                  <a:pt x="3474" y="1603"/>
                  <a:pt x="3464" y="1610"/>
                </a:cubicBezTo>
                <a:cubicBezTo>
                  <a:pt x="3454" y="1617"/>
                  <a:pt x="3443" y="1622"/>
                  <a:pt x="3432" y="1627"/>
                </a:cubicBezTo>
                <a:cubicBezTo>
                  <a:pt x="3421" y="1632"/>
                  <a:pt x="3409" y="1635"/>
                  <a:pt x="3397" y="1638"/>
                </a:cubicBezTo>
                <a:cubicBezTo>
                  <a:pt x="3385" y="1640"/>
                  <a:pt x="3373" y="1641"/>
                  <a:pt x="3361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3" y="1595"/>
                  <a:pt x="54" y="1587"/>
                </a:cubicBezTo>
                <a:cubicBezTo>
                  <a:pt x="46" y="1578"/>
                  <a:pt x="38" y="1569"/>
                  <a:pt x="31" y="1559"/>
                </a:cubicBezTo>
                <a:cubicBezTo>
                  <a:pt x="24" y="1549"/>
                  <a:pt x="19" y="1538"/>
                  <a:pt x="14" y="1527"/>
                </a:cubicBezTo>
                <a:cubicBezTo>
                  <a:pt x="9" y="1516"/>
                  <a:pt x="6" y="1504"/>
                  <a:pt x="4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2" name=""/>
          <p:cNvSpPr/>
          <p:nvPr/>
        </p:nvSpPr>
        <p:spPr>
          <a:xfrm>
            <a:off x="923760" y="3952800"/>
            <a:ext cx="1276560" cy="590760"/>
          </a:xfrm>
          <a:custGeom>
            <a:avLst/>
            <a:gdLst/>
            <a:ahLst/>
            <a:rect l="0" t="0" r="r" b="b"/>
            <a:pathLst>
              <a:path w="3546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361" y="0"/>
                </a:lnTo>
                <a:cubicBezTo>
                  <a:pt x="3373" y="0"/>
                  <a:pt x="3385" y="1"/>
                  <a:pt x="3397" y="3"/>
                </a:cubicBezTo>
                <a:cubicBezTo>
                  <a:pt x="3409" y="6"/>
                  <a:pt x="3421" y="9"/>
                  <a:pt x="3432" y="14"/>
                </a:cubicBezTo>
                <a:cubicBezTo>
                  <a:pt x="3443" y="18"/>
                  <a:pt x="3454" y="24"/>
                  <a:pt x="3464" y="31"/>
                </a:cubicBezTo>
                <a:cubicBezTo>
                  <a:pt x="3474" y="38"/>
                  <a:pt x="3484" y="45"/>
                  <a:pt x="3492" y="54"/>
                </a:cubicBezTo>
                <a:cubicBezTo>
                  <a:pt x="3501" y="63"/>
                  <a:pt x="3508" y="72"/>
                  <a:pt x="3515" y="82"/>
                </a:cubicBezTo>
                <a:cubicBezTo>
                  <a:pt x="3522" y="92"/>
                  <a:pt x="3528" y="103"/>
                  <a:pt x="3532" y="114"/>
                </a:cubicBezTo>
                <a:cubicBezTo>
                  <a:pt x="3537" y="125"/>
                  <a:pt x="3540" y="137"/>
                  <a:pt x="3543" y="149"/>
                </a:cubicBezTo>
                <a:cubicBezTo>
                  <a:pt x="3545" y="161"/>
                  <a:pt x="3546" y="173"/>
                  <a:pt x="3546" y="185"/>
                </a:cubicBezTo>
                <a:lnTo>
                  <a:pt x="3546" y="1456"/>
                </a:lnTo>
                <a:cubicBezTo>
                  <a:pt x="3546" y="1468"/>
                  <a:pt x="3545" y="1480"/>
                  <a:pt x="3543" y="1492"/>
                </a:cubicBezTo>
                <a:cubicBezTo>
                  <a:pt x="3540" y="1504"/>
                  <a:pt x="3537" y="1516"/>
                  <a:pt x="3532" y="1527"/>
                </a:cubicBezTo>
                <a:cubicBezTo>
                  <a:pt x="3528" y="1538"/>
                  <a:pt x="3522" y="1549"/>
                  <a:pt x="3515" y="1559"/>
                </a:cubicBezTo>
                <a:cubicBezTo>
                  <a:pt x="3508" y="1569"/>
                  <a:pt x="3501" y="1578"/>
                  <a:pt x="3492" y="1587"/>
                </a:cubicBezTo>
                <a:cubicBezTo>
                  <a:pt x="3484" y="1595"/>
                  <a:pt x="3474" y="1603"/>
                  <a:pt x="3464" y="1610"/>
                </a:cubicBezTo>
                <a:cubicBezTo>
                  <a:pt x="3454" y="1617"/>
                  <a:pt x="3443" y="1622"/>
                  <a:pt x="3432" y="1627"/>
                </a:cubicBezTo>
                <a:cubicBezTo>
                  <a:pt x="3421" y="1632"/>
                  <a:pt x="3409" y="1635"/>
                  <a:pt x="3397" y="1638"/>
                </a:cubicBezTo>
                <a:cubicBezTo>
                  <a:pt x="3385" y="1640"/>
                  <a:pt x="3373" y="1641"/>
                  <a:pt x="3361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3" y="1595"/>
                  <a:pt x="54" y="1587"/>
                </a:cubicBezTo>
                <a:cubicBezTo>
                  <a:pt x="46" y="1578"/>
                  <a:pt x="38" y="1569"/>
                  <a:pt x="31" y="1559"/>
                </a:cubicBezTo>
                <a:cubicBezTo>
                  <a:pt x="24" y="1549"/>
                  <a:pt x="19" y="1538"/>
                  <a:pt x="14" y="1527"/>
                </a:cubicBezTo>
                <a:cubicBezTo>
                  <a:pt x="9" y="1516"/>
                  <a:pt x="6" y="1504"/>
                  <a:pt x="4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3" name=""/>
          <p:cNvSpPr/>
          <p:nvPr/>
        </p:nvSpPr>
        <p:spPr>
          <a:xfrm>
            <a:off x="1439640" y="4020840"/>
            <a:ext cx="244800" cy="244800"/>
          </a:xfrm>
          <a:custGeom>
            <a:avLst/>
            <a:gdLst/>
            <a:ahLst/>
            <a:rect l="0" t="0" r="r" b="b"/>
            <a:pathLst>
              <a:path w="680" h="680">
                <a:moveTo>
                  <a:pt x="340" y="422"/>
                </a:moveTo>
                <a:lnTo>
                  <a:pt x="259" y="341"/>
                </a:lnTo>
                <a:lnTo>
                  <a:pt x="340" y="260"/>
                </a:lnTo>
                <a:lnTo>
                  <a:pt x="422" y="341"/>
                </a:lnTo>
                <a:lnTo>
                  <a:pt x="340" y="422"/>
                </a:lnTo>
                <a:moveTo>
                  <a:pt x="274" y="195"/>
                </a:moveTo>
                <a:lnTo>
                  <a:pt x="210" y="131"/>
                </a:lnTo>
                <a:lnTo>
                  <a:pt x="340" y="0"/>
                </a:lnTo>
                <a:lnTo>
                  <a:pt x="470" y="131"/>
                </a:lnTo>
                <a:lnTo>
                  <a:pt x="405" y="195"/>
                </a:lnTo>
                <a:lnTo>
                  <a:pt x="340" y="129"/>
                </a:lnTo>
                <a:lnTo>
                  <a:pt x="274" y="195"/>
                </a:lnTo>
                <a:moveTo>
                  <a:pt x="130" y="471"/>
                </a:moveTo>
                <a:lnTo>
                  <a:pt x="0" y="341"/>
                </a:lnTo>
                <a:lnTo>
                  <a:pt x="130" y="211"/>
                </a:lnTo>
                <a:lnTo>
                  <a:pt x="194" y="275"/>
                </a:lnTo>
                <a:lnTo>
                  <a:pt x="128" y="341"/>
                </a:lnTo>
                <a:lnTo>
                  <a:pt x="194" y="406"/>
                </a:lnTo>
                <a:lnTo>
                  <a:pt x="130" y="471"/>
                </a:lnTo>
                <a:moveTo>
                  <a:pt x="551" y="471"/>
                </a:moveTo>
                <a:lnTo>
                  <a:pt x="487" y="406"/>
                </a:lnTo>
                <a:lnTo>
                  <a:pt x="552" y="341"/>
                </a:lnTo>
                <a:lnTo>
                  <a:pt x="487" y="275"/>
                </a:lnTo>
                <a:lnTo>
                  <a:pt x="551" y="211"/>
                </a:lnTo>
                <a:lnTo>
                  <a:pt x="680" y="341"/>
                </a:lnTo>
                <a:lnTo>
                  <a:pt x="551" y="471"/>
                </a:lnTo>
                <a:moveTo>
                  <a:pt x="340" y="680"/>
                </a:moveTo>
                <a:lnTo>
                  <a:pt x="210" y="551"/>
                </a:lnTo>
                <a:lnTo>
                  <a:pt x="274" y="487"/>
                </a:lnTo>
                <a:lnTo>
                  <a:pt x="340" y="552"/>
                </a:lnTo>
                <a:lnTo>
                  <a:pt x="405" y="487"/>
                </a:lnTo>
                <a:lnTo>
                  <a:pt x="470" y="551"/>
                </a:lnTo>
                <a:lnTo>
                  <a:pt x="340" y="68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1105920" y="310932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利用者の指示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5" name=""/>
          <p:cNvSpPr/>
          <p:nvPr/>
        </p:nvSpPr>
        <p:spPr>
          <a:xfrm>
            <a:off x="923760" y="5038560"/>
            <a:ext cx="1276560" cy="590760"/>
          </a:xfrm>
          <a:custGeom>
            <a:avLst/>
            <a:gdLst/>
            <a:ahLst/>
            <a:rect l="0" t="0" r="r" b="b"/>
            <a:pathLst>
              <a:path w="3546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361" y="0"/>
                </a:lnTo>
                <a:cubicBezTo>
                  <a:pt x="3373" y="0"/>
                  <a:pt x="3385" y="1"/>
                  <a:pt x="3397" y="4"/>
                </a:cubicBezTo>
                <a:cubicBezTo>
                  <a:pt x="3409" y="6"/>
                  <a:pt x="3421" y="9"/>
                  <a:pt x="3432" y="14"/>
                </a:cubicBezTo>
                <a:cubicBezTo>
                  <a:pt x="3443" y="19"/>
                  <a:pt x="3454" y="24"/>
                  <a:pt x="3464" y="31"/>
                </a:cubicBezTo>
                <a:cubicBezTo>
                  <a:pt x="3474" y="38"/>
                  <a:pt x="3484" y="46"/>
                  <a:pt x="3492" y="54"/>
                </a:cubicBezTo>
                <a:cubicBezTo>
                  <a:pt x="3501" y="63"/>
                  <a:pt x="3508" y="72"/>
                  <a:pt x="3515" y="82"/>
                </a:cubicBezTo>
                <a:cubicBezTo>
                  <a:pt x="3522" y="92"/>
                  <a:pt x="3528" y="103"/>
                  <a:pt x="3532" y="114"/>
                </a:cubicBezTo>
                <a:cubicBezTo>
                  <a:pt x="3537" y="126"/>
                  <a:pt x="3540" y="137"/>
                  <a:pt x="3543" y="149"/>
                </a:cubicBezTo>
                <a:cubicBezTo>
                  <a:pt x="3545" y="161"/>
                  <a:pt x="3546" y="173"/>
                  <a:pt x="3546" y="185"/>
                </a:cubicBezTo>
                <a:lnTo>
                  <a:pt x="3546" y="1455"/>
                </a:lnTo>
                <a:cubicBezTo>
                  <a:pt x="3546" y="1467"/>
                  <a:pt x="3545" y="1479"/>
                  <a:pt x="3543" y="1491"/>
                </a:cubicBezTo>
                <a:cubicBezTo>
                  <a:pt x="3540" y="1503"/>
                  <a:pt x="3537" y="1515"/>
                  <a:pt x="3532" y="1526"/>
                </a:cubicBezTo>
                <a:cubicBezTo>
                  <a:pt x="3528" y="1537"/>
                  <a:pt x="3522" y="1548"/>
                  <a:pt x="3515" y="1558"/>
                </a:cubicBezTo>
                <a:cubicBezTo>
                  <a:pt x="3508" y="1568"/>
                  <a:pt x="3501" y="1578"/>
                  <a:pt x="3492" y="1587"/>
                </a:cubicBezTo>
                <a:cubicBezTo>
                  <a:pt x="3484" y="1596"/>
                  <a:pt x="3474" y="1603"/>
                  <a:pt x="3464" y="1610"/>
                </a:cubicBezTo>
                <a:cubicBezTo>
                  <a:pt x="3454" y="1617"/>
                  <a:pt x="3443" y="1623"/>
                  <a:pt x="3432" y="1627"/>
                </a:cubicBezTo>
                <a:cubicBezTo>
                  <a:pt x="3421" y="1632"/>
                  <a:pt x="3409" y="1635"/>
                  <a:pt x="3397" y="1638"/>
                </a:cubicBezTo>
                <a:cubicBezTo>
                  <a:pt x="3385" y="1640"/>
                  <a:pt x="3373" y="1641"/>
                  <a:pt x="3361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4" y="1627"/>
                </a:cubicBezTo>
                <a:cubicBezTo>
                  <a:pt x="103" y="1623"/>
                  <a:pt x="92" y="1617"/>
                  <a:pt x="82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6" y="1578"/>
                  <a:pt x="38" y="1568"/>
                  <a:pt x="31" y="1558"/>
                </a:cubicBezTo>
                <a:cubicBezTo>
                  <a:pt x="24" y="1548"/>
                  <a:pt x="19" y="1537"/>
                  <a:pt x="14" y="1526"/>
                </a:cubicBezTo>
                <a:cubicBezTo>
                  <a:pt x="9" y="1515"/>
                  <a:pt x="6" y="1503"/>
                  <a:pt x="4" y="1491"/>
                </a:cubicBezTo>
                <a:cubicBezTo>
                  <a:pt x="1" y="1479"/>
                  <a:pt x="0" y="1467"/>
                  <a:pt x="0" y="14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6" name=""/>
          <p:cNvSpPr/>
          <p:nvPr/>
        </p:nvSpPr>
        <p:spPr>
          <a:xfrm>
            <a:off x="923760" y="5038560"/>
            <a:ext cx="1276560" cy="590760"/>
          </a:xfrm>
          <a:custGeom>
            <a:avLst/>
            <a:gdLst/>
            <a:ahLst/>
            <a:rect l="0" t="0" r="r" b="b"/>
            <a:pathLst>
              <a:path w="3546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361" y="0"/>
                </a:lnTo>
                <a:cubicBezTo>
                  <a:pt x="3373" y="0"/>
                  <a:pt x="3385" y="1"/>
                  <a:pt x="3397" y="4"/>
                </a:cubicBezTo>
                <a:cubicBezTo>
                  <a:pt x="3409" y="6"/>
                  <a:pt x="3421" y="9"/>
                  <a:pt x="3432" y="14"/>
                </a:cubicBezTo>
                <a:cubicBezTo>
                  <a:pt x="3443" y="19"/>
                  <a:pt x="3454" y="24"/>
                  <a:pt x="3464" y="31"/>
                </a:cubicBezTo>
                <a:cubicBezTo>
                  <a:pt x="3474" y="38"/>
                  <a:pt x="3484" y="46"/>
                  <a:pt x="3492" y="54"/>
                </a:cubicBezTo>
                <a:cubicBezTo>
                  <a:pt x="3501" y="63"/>
                  <a:pt x="3508" y="72"/>
                  <a:pt x="3515" y="82"/>
                </a:cubicBezTo>
                <a:cubicBezTo>
                  <a:pt x="3522" y="92"/>
                  <a:pt x="3528" y="103"/>
                  <a:pt x="3532" y="114"/>
                </a:cubicBezTo>
                <a:cubicBezTo>
                  <a:pt x="3537" y="126"/>
                  <a:pt x="3540" y="137"/>
                  <a:pt x="3543" y="149"/>
                </a:cubicBezTo>
                <a:cubicBezTo>
                  <a:pt x="3545" y="161"/>
                  <a:pt x="3546" y="173"/>
                  <a:pt x="3546" y="185"/>
                </a:cubicBezTo>
                <a:lnTo>
                  <a:pt x="3546" y="1455"/>
                </a:lnTo>
                <a:cubicBezTo>
                  <a:pt x="3546" y="1467"/>
                  <a:pt x="3545" y="1479"/>
                  <a:pt x="3543" y="1491"/>
                </a:cubicBezTo>
                <a:cubicBezTo>
                  <a:pt x="3540" y="1503"/>
                  <a:pt x="3537" y="1515"/>
                  <a:pt x="3532" y="1526"/>
                </a:cubicBezTo>
                <a:cubicBezTo>
                  <a:pt x="3528" y="1537"/>
                  <a:pt x="3522" y="1548"/>
                  <a:pt x="3515" y="1558"/>
                </a:cubicBezTo>
                <a:cubicBezTo>
                  <a:pt x="3508" y="1568"/>
                  <a:pt x="3501" y="1578"/>
                  <a:pt x="3492" y="1587"/>
                </a:cubicBezTo>
                <a:cubicBezTo>
                  <a:pt x="3484" y="1596"/>
                  <a:pt x="3474" y="1603"/>
                  <a:pt x="3464" y="1610"/>
                </a:cubicBezTo>
                <a:cubicBezTo>
                  <a:pt x="3454" y="1617"/>
                  <a:pt x="3443" y="1623"/>
                  <a:pt x="3432" y="1627"/>
                </a:cubicBezTo>
                <a:cubicBezTo>
                  <a:pt x="3421" y="1632"/>
                  <a:pt x="3409" y="1635"/>
                  <a:pt x="3397" y="1638"/>
                </a:cubicBezTo>
                <a:cubicBezTo>
                  <a:pt x="3385" y="1640"/>
                  <a:pt x="3373" y="1641"/>
                  <a:pt x="3361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4" y="1627"/>
                </a:cubicBezTo>
                <a:cubicBezTo>
                  <a:pt x="103" y="1623"/>
                  <a:pt x="92" y="1617"/>
                  <a:pt x="82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6" y="1578"/>
                  <a:pt x="38" y="1568"/>
                  <a:pt x="31" y="1558"/>
                </a:cubicBezTo>
                <a:cubicBezTo>
                  <a:pt x="24" y="1548"/>
                  <a:pt x="19" y="1537"/>
                  <a:pt x="14" y="1526"/>
                </a:cubicBezTo>
                <a:cubicBezTo>
                  <a:pt x="9" y="1515"/>
                  <a:pt x="6" y="1503"/>
                  <a:pt x="4" y="1491"/>
                </a:cubicBezTo>
                <a:cubicBezTo>
                  <a:pt x="1" y="1479"/>
                  <a:pt x="0" y="1467"/>
                  <a:pt x="0" y="145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7" name=""/>
          <p:cNvSpPr/>
          <p:nvPr/>
        </p:nvSpPr>
        <p:spPr>
          <a:xfrm>
            <a:off x="1439640" y="5117760"/>
            <a:ext cx="244800" cy="211680"/>
          </a:xfrm>
          <a:custGeom>
            <a:avLst/>
            <a:gdLst/>
            <a:ahLst/>
            <a:rect l="0" t="0" r="r" b="b"/>
            <a:pathLst>
              <a:path w="680" h="588">
                <a:moveTo>
                  <a:pt x="83" y="390"/>
                </a:moveTo>
                <a:cubicBezTo>
                  <a:pt x="60" y="390"/>
                  <a:pt x="40" y="382"/>
                  <a:pt x="24" y="366"/>
                </a:cubicBezTo>
                <a:cubicBezTo>
                  <a:pt x="8" y="350"/>
                  <a:pt x="0" y="331"/>
                  <a:pt x="0" y="308"/>
                </a:cubicBezTo>
                <a:cubicBezTo>
                  <a:pt x="0" y="285"/>
                  <a:pt x="8" y="265"/>
                  <a:pt x="24" y="249"/>
                </a:cubicBezTo>
                <a:cubicBezTo>
                  <a:pt x="40" y="233"/>
                  <a:pt x="60" y="225"/>
                  <a:pt x="83" y="225"/>
                </a:cubicBezTo>
                <a:lnTo>
                  <a:pt x="83" y="129"/>
                </a:lnTo>
                <a:cubicBezTo>
                  <a:pt x="83" y="117"/>
                  <a:pt x="87" y="106"/>
                  <a:pt x="97" y="97"/>
                </a:cubicBezTo>
                <a:cubicBezTo>
                  <a:pt x="106" y="88"/>
                  <a:pt x="117" y="83"/>
                  <a:pt x="129" y="83"/>
                </a:cubicBezTo>
                <a:lnTo>
                  <a:pt x="257" y="83"/>
                </a:lnTo>
                <a:cubicBezTo>
                  <a:pt x="257" y="60"/>
                  <a:pt x="265" y="40"/>
                  <a:pt x="281" y="24"/>
                </a:cubicBezTo>
                <a:cubicBezTo>
                  <a:pt x="297" y="8"/>
                  <a:pt x="317" y="0"/>
                  <a:pt x="340" y="0"/>
                </a:cubicBezTo>
                <a:cubicBezTo>
                  <a:pt x="363" y="0"/>
                  <a:pt x="382" y="8"/>
                  <a:pt x="398" y="25"/>
                </a:cubicBezTo>
                <a:cubicBezTo>
                  <a:pt x="414" y="41"/>
                  <a:pt x="423" y="60"/>
                  <a:pt x="423" y="83"/>
                </a:cubicBezTo>
                <a:lnTo>
                  <a:pt x="551" y="83"/>
                </a:lnTo>
                <a:cubicBezTo>
                  <a:pt x="564" y="83"/>
                  <a:pt x="574" y="88"/>
                  <a:pt x="584" y="97"/>
                </a:cubicBezTo>
                <a:cubicBezTo>
                  <a:pt x="593" y="106"/>
                  <a:pt x="598" y="117"/>
                  <a:pt x="598" y="129"/>
                </a:cubicBezTo>
                <a:lnTo>
                  <a:pt x="598" y="225"/>
                </a:lnTo>
                <a:cubicBezTo>
                  <a:pt x="621" y="225"/>
                  <a:pt x="640" y="233"/>
                  <a:pt x="656" y="249"/>
                </a:cubicBezTo>
                <a:cubicBezTo>
                  <a:pt x="672" y="265"/>
                  <a:pt x="680" y="285"/>
                  <a:pt x="680" y="308"/>
                </a:cubicBezTo>
                <a:cubicBezTo>
                  <a:pt x="680" y="331"/>
                  <a:pt x="672" y="350"/>
                  <a:pt x="656" y="366"/>
                </a:cubicBezTo>
                <a:cubicBezTo>
                  <a:pt x="640" y="382"/>
                  <a:pt x="621" y="390"/>
                  <a:pt x="598" y="390"/>
                </a:cubicBezTo>
                <a:lnTo>
                  <a:pt x="598" y="542"/>
                </a:lnTo>
                <a:cubicBezTo>
                  <a:pt x="598" y="554"/>
                  <a:pt x="593" y="565"/>
                  <a:pt x="584" y="574"/>
                </a:cubicBezTo>
                <a:cubicBezTo>
                  <a:pt x="574" y="583"/>
                  <a:pt x="564" y="588"/>
                  <a:pt x="551" y="588"/>
                </a:cubicBezTo>
                <a:lnTo>
                  <a:pt x="129" y="588"/>
                </a:lnTo>
                <a:cubicBezTo>
                  <a:pt x="117" y="588"/>
                  <a:pt x="106" y="583"/>
                  <a:pt x="97" y="574"/>
                </a:cubicBezTo>
                <a:cubicBezTo>
                  <a:pt x="87" y="565"/>
                  <a:pt x="83" y="554"/>
                  <a:pt x="83" y="542"/>
                </a:cubicBezTo>
                <a:lnTo>
                  <a:pt x="83" y="390"/>
                </a:lnTo>
                <a:moveTo>
                  <a:pt x="256" y="304"/>
                </a:moveTo>
                <a:cubicBezTo>
                  <a:pt x="262" y="298"/>
                  <a:pt x="265" y="291"/>
                  <a:pt x="265" y="282"/>
                </a:cubicBezTo>
                <a:cubicBezTo>
                  <a:pt x="265" y="274"/>
                  <a:pt x="262" y="266"/>
                  <a:pt x="256" y="260"/>
                </a:cubicBezTo>
                <a:cubicBezTo>
                  <a:pt x="250" y="254"/>
                  <a:pt x="242" y="251"/>
                  <a:pt x="234" y="251"/>
                </a:cubicBezTo>
                <a:cubicBezTo>
                  <a:pt x="225" y="251"/>
                  <a:pt x="218" y="254"/>
                  <a:pt x="212" y="261"/>
                </a:cubicBezTo>
                <a:cubicBezTo>
                  <a:pt x="206" y="267"/>
                  <a:pt x="203" y="274"/>
                  <a:pt x="203" y="283"/>
                </a:cubicBezTo>
                <a:cubicBezTo>
                  <a:pt x="203" y="291"/>
                  <a:pt x="206" y="298"/>
                  <a:pt x="212" y="304"/>
                </a:cubicBezTo>
                <a:cubicBezTo>
                  <a:pt x="218" y="310"/>
                  <a:pt x="226" y="313"/>
                  <a:pt x="234" y="313"/>
                </a:cubicBezTo>
                <a:cubicBezTo>
                  <a:pt x="243" y="313"/>
                  <a:pt x="250" y="310"/>
                  <a:pt x="256" y="304"/>
                </a:cubicBezTo>
                <a:moveTo>
                  <a:pt x="468" y="304"/>
                </a:moveTo>
                <a:cubicBezTo>
                  <a:pt x="474" y="298"/>
                  <a:pt x="477" y="291"/>
                  <a:pt x="477" y="282"/>
                </a:cubicBezTo>
                <a:cubicBezTo>
                  <a:pt x="477" y="274"/>
                  <a:pt x="474" y="266"/>
                  <a:pt x="468" y="260"/>
                </a:cubicBezTo>
                <a:cubicBezTo>
                  <a:pt x="462" y="254"/>
                  <a:pt x="455" y="251"/>
                  <a:pt x="446" y="251"/>
                </a:cubicBezTo>
                <a:cubicBezTo>
                  <a:pt x="438" y="251"/>
                  <a:pt x="430" y="254"/>
                  <a:pt x="424" y="261"/>
                </a:cubicBezTo>
                <a:cubicBezTo>
                  <a:pt x="418" y="267"/>
                  <a:pt x="416" y="274"/>
                  <a:pt x="416" y="283"/>
                </a:cubicBezTo>
                <a:cubicBezTo>
                  <a:pt x="416" y="291"/>
                  <a:pt x="419" y="298"/>
                  <a:pt x="425" y="304"/>
                </a:cubicBezTo>
                <a:cubicBezTo>
                  <a:pt x="431" y="310"/>
                  <a:pt x="438" y="313"/>
                  <a:pt x="447" y="313"/>
                </a:cubicBezTo>
                <a:cubicBezTo>
                  <a:pt x="455" y="313"/>
                  <a:pt x="462" y="310"/>
                  <a:pt x="468" y="304"/>
                </a:cubicBezTo>
                <a:moveTo>
                  <a:pt x="210" y="461"/>
                </a:moveTo>
                <a:lnTo>
                  <a:pt x="470" y="461"/>
                </a:lnTo>
                <a:lnTo>
                  <a:pt x="470" y="414"/>
                </a:lnTo>
                <a:lnTo>
                  <a:pt x="210" y="414"/>
                </a:lnTo>
                <a:lnTo>
                  <a:pt x="210" y="461"/>
                </a:lnTo>
                <a:moveTo>
                  <a:pt x="129" y="542"/>
                </a:moveTo>
                <a:lnTo>
                  <a:pt x="551" y="542"/>
                </a:lnTo>
                <a:lnTo>
                  <a:pt x="551" y="129"/>
                </a:lnTo>
                <a:lnTo>
                  <a:pt x="129" y="129"/>
                </a:lnTo>
                <a:lnTo>
                  <a:pt x="129" y="542"/>
                </a:lnTo>
                <a:moveTo>
                  <a:pt x="340" y="336"/>
                </a:moveTo>
                <a:lnTo>
                  <a:pt x="340" y="33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446480" y="4271400"/>
            <a:ext cx="234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API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9" name=""/>
          <p:cNvSpPr/>
          <p:nvPr/>
        </p:nvSpPr>
        <p:spPr>
          <a:xfrm>
            <a:off x="2323800" y="3076560"/>
            <a:ext cx="857880" cy="19080"/>
          </a:xfrm>
          <a:custGeom>
            <a:avLst/>
            <a:gdLst/>
            <a:ahLst/>
            <a:rect l="0" t="0" r="r" b="b"/>
            <a:pathLst>
              <a:path w="2383" h="53">
                <a:moveTo>
                  <a:pt x="0" y="0"/>
                </a:moveTo>
                <a:lnTo>
                  <a:pt x="2383" y="0"/>
                </a:lnTo>
                <a:lnTo>
                  <a:pt x="2383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90" name=""/>
          <p:cNvSpPr/>
          <p:nvPr/>
        </p:nvSpPr>
        <p:spPr>
          <a:xfrm>
            <a:off x="3085920" y="302868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5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91" name=""/>
          <p:cNvSpPr/>
          <p:nvPr/>
        </p:nvSpPr>
        <p:spPr>
          <a:xfrm>
            <a:off x="2361960" y="3295440"/>
            <a:ext cx="733680" cy="248040"/>
          </a:xfrm>
          <a:custGeom>
            <a:avLst/>
            <a:gdLst/>
            <a:ahLst/>
            <a:rect l="0" t="0" r="r" b="b"/>
            <a:pathLst>
              <a:path w="2038" h="689">
                <a:moveTo>
                  <a:pt x="0" y="345"/>
                </a:moveTo>
                <a:cubicBezTo>
                  <a:pt x="0" y="322"/>
                  <a:pt x="2" y="300"/>
                  <a:pt x="7" y="278"/>
                </a:cubicBezTo>
                <a:cubicBezTo>
                  <a:pt x="11" y="256"/>
                  <a:pt x="18" y="234"/>
                  <a:pt x="26" y="213"/>
                </a:cubicBezTo>
                <a:cubicBezTo>
                  <a:pt x="35" y="193"/>
                  <a:pt x="46" y="173"/>
                  <a:pt x="58" y="154"/>
                </a:cubicBezTo>
                <a:cubicBezTo>
                  <a:pt x="71" y="135"/>
                  <a:pt x="85" y="117"/>
                  <a:pt x="101" y="101"/>
                </a:cubicBezTo>
                <a:cubicBezTo>
                  <a:pt x="117" y="85"/>
                  <a:pt x="134" y="71"/>
                  <a:pt x="153" y="58"/>
                </a:cubicBezTo>
                <a:cubicBezTo>
                  <a:pt x="172" y="46"/>
                  <a:pt x="192" y="35"/>
                  <a:pt x="212" y="26"/>
                </a:cubicBezTo>
                <a:cubicBezTo>
                  <a:pt x="233" y="18"/>
                  <a:pt x="255" y="11"/>
                  <a:pt x="277" y="7"/>
                </a:cubicBezTo>
                <a:cubicBezTo>
                  <a:pt x="299" y="2"/>
                  <a:pt x="322" y="0"/>
                  <a:pt x="344" y="0"/>
                </a:cubicBezTo>
                <a:lnTo>
                  <a:pt x="1694" y="0"/>
                </a:lnTo>
                <a:cubicBezTo>
                  <a:pt x="1717" y="0"/>
                  <a:pt x="1739" y="2"/>
                  <a:pt x="1762" y="7"/>
                </a:cubicBezTo>
                <a:cubicBezTo>
                  <a:pt x="1784" y="11"/>
                  <a:pt x="1805" y="18"/>
                  <a:pt x="1826" y="26"/>
                </a:cubicBezTo>
                <a:cubicBezTo>
                  <a:pt x="1847" y="35"/>
                  <a:pt x="1867" y="46"/>
                  <a:pt x="1886" y="58"/>
                </a:cubicBezTo>
                <a:cubicBezTo>
                  <a:pt x="1904" y="71"/>
                  <a:pt x="1922" y="85"/>
                  <a:pt x="1938" y="101"/>
                </a:cubicBezTo>
                <a:cubicBezTo>
                  <a:pt x="1954" y="117"/>
                  <a:pt x="1968" y="135"/>
                  <a:pt x="1980" y="154"/>
                </a:cubicBezTo>
                <a:cubicBezTo>
                  <a:pt x="1993" y="173"/>
                  <a:pt x="2004" y="193"/>
                  <a:pt x="2012" y="213"/>
                </a:cubicBezTo>
                <a:cubicBezTo>
                  <a:pt x="2021" y="234"/>
                  <a:pt x="2027" y="256"/>
                  <a:pt x="2032" y="278"/>
                </a:cubicBezTo>
                <a:cubicBezTo>
                  <a:pt x="2036" y="300"/>
                  <a:pt x="2038" y="322"/>
                  <a:pt x="2038" y="345"/>
                </a:cubicBezTo>
                <a:cubicBezTo>
                  <a:pt x="2038" y="368"/>
                  <a:pt x="2036" y="390"/>
                  <a:pt x="2032" y="412"/>
                </a:cubicBezTo>
                <a:cubicBezTo>
                  <a:pt x="2027" y="434"/>
                  <a:pt x="2021" y="456"/>
                  <a:pt x="2012" y="477"/>
                </a:cubicBezTo>
                <a:cubicBezTo>
                  <a:pt x="2004" y="498"/>
                  <a:pt x="1993" y="517"/>
                  <a:pt x="1980" y="536"/>
                </a:cubicBezTo>
                <a:cubicBezTo>
                  <a:pt x="1968" y="555"/>
                  <a:pt x="1954" y="572"/>
                  <a:pt x="1938" y="588"/>
                </a:cubicBezTo>
                <a:cubicBezTo>
                  <a:pt x="1922" y="604"/>
                  <a:pt x="1904" y="618"/>
                  <a:pt x="1886" y="631"/>
                </a:cubicBezTo>
                <a:cubicBezTo>
                  <a:pt x="1867" y="644"/>
                  <a:pt x="1847" y="654"/>
                  <a:pt x="1826" y="663"/>
                </a:cubicBezTo>
                <a:cubicBezTo>
                  <a:pt x="1805" y="671"/>
                  <a:pt x="1784" y="678"/>
                  <a:pt x="1762" y="682"/>
                </a:cubicBezTo>
                <a:cubicBezTo>
                  <a:pt x="1739" y="687"/>
                  <a:pt x="1717" y="689"/>
                  <a:pt x="1694" y="689"/>
                </a:cubicBezTo>
                <a:lnTo>
                  <a:pt x="344" y="689"/>
                </a:lnTo>
                <a:cubicBezTo>
                  <a:pt x="322" y="689"/>
                  <a:pt x="299" y="687"/>
                  <a:pt x="277" y="682"/>
                </a:cubicBezTo>
                <a:cubicBezTo>
                  <a:pt x="255" y="678"/>
                  <a:pt x="233" y="671"/>
                  <a:pt x="212" y="663"/>
                </a:cubicBezTo>
                <a:cubicBezTo>
                  <a:pt x="192" y="654"/>
                  <a:pt x="172" y="644"/>
                  <a:pt x="153" y="631"/>
                </a:cubicBezTo>
                <a:cubicBezTo>
                  <a:pt x="134" y="618"/>
                  <a:pt x="117" y="604"/>
                  <a:pt x="101" y="588"/>
                </a:cubicBezTo>
                <a:cubicBezTo>
                  <a:pt x="85" y="572"/>
                  <a:pt x="71" y="555"/>
                  <a:pt x="58" y="536"/>
                </a:cubicBezTo>
                <a:cubicBezTo>
                  <a:pt x="46" y="517"/>
                  <a:pt x="35" y="498"/>
                  <a:pt x="26" y="477"/>
                </a:cubicBezTo>
                <a:cubicBezTo>
                  <a:pt x="18" y="456"/>
                  <a:pt x="11" y="434"/>
                  <a:pt x="7" y="412"/>
                </a:cubicBezTo>
                <a:cubicBezTo>
                  <a:pt x="2" y="390"/>
                  <a:pt x="0" y="368"/>
                  <a:pt x="0" y="345"/>
                </a:cubicBez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92" name=""/>
          <p:cNvSpPr/>
          <p:nvPr/>
        </p:nvSpPr>
        <p:spPr>
          <a:xfrm>
            <a:off x="2414520" y="3348000"/>
            <a:ext cx="143280" cy="142920"/>
          </a:xfrm>
          <a:custGeom>
            <a:avLst/>
            <a:gdLst/>
            <a:ahLst/>
            <a:rect l="0" t="0" r="r" b="b"/>
            <a:pathLst>
              <a:path w="398" h="397">
                <a:moveTo>
                  <a:pt x="99" y="212"/>
                </a:moveTo>
                <a:lnTo>
                  <a:pt x="298" y="212"/>
                </a:lnTo>
                <a:lnTo>
                  <a:pt x="298" y="183"/>
                </a:lnTo>
                <a:lnTo>
                  <a:pt x="99" y="183"/>
                </a:lnTo>
                <a:lnTo>
                  <a:pt x="99" y="212"/>
                </a:lnTo>
                <a:moveTo>
                  <a:pt x="198" y="397"/>
                </a:moveTo>
                <a:cubicBezTo>
                  <a:pt x="171" y="397"/>
                  <a:pt x="145" y="392"/>
                  <a:pt x="121" y="382"/>
                </a:cubicBezTo>
                <a:cubicBezTo>
                  <a:pt x="97" y="371"/>
                  <a:pt x="76" y="357"/>
                  <a:pt x="58" y="339"/>
                </a:cubicBezTo>
                <a:cubicBezTo>
                  <a:pt x="40" y="321"/>
                  <a:pt x="26" y="300"/>
                  <a:pt x="15" y="276"/>
                </a:cubicBezTo>
                <a:cubicBezTo>
                  <a:pt x="5" y="252"/>
                  <a:pt x="0" y="226"/>
                  <a:pt x="0" y="199"/>
                </a:cubicBezTo>
                <a:cubicBezTo>
                  <a:pt x="0" y="172"/>
                  <a:pt x="5" y="146"/>
                  <a:pt x="15" y="122"/>
                </a:cubicBezTo>
                <a:cubicBezTo>
                  <a:pt x="26" y="98"/>
                  <a:pt x="40" y="77"/>
                  <a:pt x="58" y="59"/>
                </a:cubicBezTo>
                <a:cubicBezTo>
                  <a:pt x="76" y="41"/>
                  <a:pt x="97" y="27"/>
                  <a:pt x="121" y="16"/>
                </a:cubicBezTo>
                <a:cubicBezTo>
                  <a:pt x="145" y="5"/>
                  <a:pt x="171" y="0"/>
                  <a:pt x="198" y="0"/>
                </a:cubicBezTo>
                <a:cubicBezTo>
                  <a:pt x="227" y="0"/>
                  <a:pt x="252" y="5"/>
                  <a:pt x="277" y="16"/>
                </a:cubicBezTo>
                <a:cubicBezTo>
                  <a:pt x="301" y="27"/>
                  <a:pt x="322" y="41"/>
                  <a:pt x="340" y="59"/>
                </a:cubicBezTo>
                <a:cubicBezTo>
                  <a:pt x="357" y="77"/>
                  <a:pt x="372" y="98"/>
                  <a:pt x="382" y="122"/>
                </a:cubicBezTo>
                <a:cubicBezTo>
                  <a:pt x="392" y="146"/>
                  <a:pt x="398" y="172"/>
                  <a:pt x="398" y="199"/>
                </a:cubicBezTo>
                <a:cubicBezTo>
                  <a:pt x="398" y="226"/>
                  <a:pt x="392" y="252"/>
                  <a:pt x="382" y="276"/>
                </a:cubicBezTo>
                <a:cubicBezTo>
                  <a:pt x="372" y="300"/>
                  <a:pt x="357" y="321"/>
                  <a:pt x="340" y="339"/>
                </a:cubicBezTo>
                <a:cubicBezTo>
                  <a:pt x="322" y="357"/>
                  <a:pt x="301" y="371"/>
                  <a:pt x="277" y="382"/>
                </a:cubicBezTo>
                <a:cubicBezTo>
                  <a:pt x="252" y="392"/>
                  <a:pt x="227" y="397"/>
                  <a:pt x="198" y="397"/>
                </a:cubicBezTo>
                <a:moveTo>
                  <a:pt x="198" y="368"/>
                </a:moveTo>
                <a:cubicBezTo>
                  <a:pt x="246" y="368"/>
                  <a:pt x="286" y="351"/>
                  <a:pt x="319" y="318"/>
                </a:cubicBezTo>
                <a:cubicBezTo>
                  <a:pt x="351" y="285"/>
                  <a:pt x="368" y="246"/>
                  <a:pt x="368" y="199"/>
                </a:cubicBezTo>
                <a:cubicBezTo>
                  <a:pt x="368" y="152"/>
                  <a:pt x="351" y="112"/>
                  <a:pt x="319" y="79"/>
                </a:cubicBezTo>
                <a:cubicBezTo>
                  <a:pt x="286" y="47"/>
                  <a:pt x="246" y="30"/>
                  <a:pt x="198" y="30"/>
                </a:cubicBezTo>
                <a:cubicBezTo>
                  <a:pt x="151" y="30"/>
                  <a:pt x="112" y="47"/>
                  <a:pt x="79" y="79"/>
                </a:cubicBezTo>
                <a:cubicBezTo>
                  <a:pt x="46" y="112"/>
                  <a:pt x="29" y="152"/>
                  <a:pt x="29" y="199"/>
                </a:cubicBezTo>
                <a:cubicBezTo>
                  <a:pt x="29" y="246"/>
                  <a:pt x="46" y="285"/>
                  <a:pt x="79" y="318"/>
                </a:cubicBezTo>
                <a:cubicBezTo>
                  <a:pt x="112" y="351"/>
                  <a:pt x="151" y="368"/>
                  <a:pt x="198" y="368"/>
                </a:cubicBezTo>
                <a:moveTo>
                  <a:pt x="198" y="199"/>
                </a:moveTo>
                <a:lnTo>
                  <a:pt x="198" y="19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955080" y="535716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外部エージェント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4" name=""/>
          <p:cNvSpPr/>
          <p:nvPr/>
        </p:nvSpPr>
        <p:spPr>
          <a:xfrm>
            <a:off x="2361960" y="3571560"/>
            <a:ext cx="733680" cy="248040"/>
          </a:xfrm>
          <a:custGeom>
            <a:avLst/>
            <a:gdLst/>
            <a:ahLst/>
            <a:rect l="0" t="0" r="r" b="b"/>
            <a:pathLst>
              <a:path w="2038" h="689">
                <a:moveTo>
                  <a:pt x="0" y="345"/>
                </a:moveTo>
                <a:cubicBezTo>
                  <a:pt x="0" y="323"/>
                  <a:pt x="2" y="300"/>
                  <a:pt x="7" y="278"/>
                </a:cubicBezTo>
                <a:cubicBezTo>
                  <a:pt x="11" y="256"/>
                  <a:pt x="18" y="235"/>
                  <a:pt x="26" y="214"/>
                </a:cubicBezTo>
                <a:cubicBezTo>
                  <a:pt x="35" y="193"/>
                  <a:pt x="46" y="173"/>
                  <a:pt x="58" y="154"/>
                </a:cubicBezTo>
                <a:cubicBezTo>
                  <a:pt x="71" y="135"/>
                  <a:pt x="85" y="118"/>
                  <a:pt x="101" y="102"/>
                </a:cubicBezTo>
                <a:cubicBezTo>
                  <a:pt x="117" y="86"/>
                  <a:pt x="134" y="72"/>
                  <a:pt x="153" y="59"/>
                </a:cubicBezTo>
                <a:cubicBezTo>
                  <a:pt x="172" y="47"/>
                  <a:pt x="192" y="35"/>
                  <a:pt x="212" y="27"/>
                </a:cubicBezTo>
                <a:cubicBezTo>
                  <a:pt x="233" y="18"/>
                  <a:pt x="255" y="11"/>
                  <a:pt x="277" y="7"/>
                </a:cubicBezTo>
                <a:cubicBezTo>
                  <a:pt x="299" y="3"/>
                  <a:pt x="322" y="0"/>
                  <a:pt x="344" y="0"/>
                </a:cubicBezTo>
                <a:lnTo>
                  <a:pt x="1694" y="0"/>
                </a:lnTo>
                <a:cubicBezTo>
                  <a:pt x="1717" y="0"/>
                  <a:pt x="1739" y="3"/>
                  <a:pt x="1762" y="7"/>
                </a:cubicBezTo>
                <a:cubicBezTo>
                  <a:pt x="1784" y="11"/>
                  <a:pt x="1805" y="18"/>
                  <a:pt x="1826" y="27"/>
                </a:cubicBezTo>
                <a:cubicBezTo>
                  <a:pt x="1847" y="35"/>
                  <a:pt x="1867" y="47"/>
                  <a:pt x="1886" y="59"/>
                </a:cubicBezTo>
                <a:cubicBezTo>
                  <a:pt x="1904" y="72"/>
                  <a:pt x="1922" y="86"/>
                  <a:pt x="1938" y="102"/>
                </a:cubicBezTo>
                <a:cubicBezTo>
                  <a:pt x="1954" y="118"/>
                  <a:pt x="1968" y="135"/>
                  <a:pt x="1980" y="154"/>
                </a:cubicBezTo>
                <a:cubicBezTo>
                  <a:pt x="1993" y="173"/>
                  <a:pt x="2004" y="193"/>
                  <a:pt x="2012" y="214"/>
                </a:cubicBezTo>
                <a:cubicBezTo>
                  <a:pt x="2021" y="235"/>
                  <a:pt x="2027" y="256"/>
                  <a:pt x="2032" y="278"/>
                </a:cubicBezTo>
                <a:cubicBezTo>
                  <a:pt x="2036" y="300"/>
                  <a:pt x="2038" y="323"/>
                  <a:pt x="2038" y="345"/>
                </a:cubicBezTo>
                <a:cubicBezTo>
                  <a:pt x="2038" y="368"/>
                  <a:pt x="2036" y="390"/>
                  <a:pt x="2032" y="412"/>
                </a:cubicBezTo>
                <a:cubicBezTo>
                  <a:pt x="2027" y="435"/>
                  <a:pt x="2021" y="456"/>
                  <a:pt x="2012" y="477"/>
                </a:cubicBezTo>
                <a:cubicBezTo>
                  <a:pt x="2004" y="498"/>
                  <a:pt x="1993" y="518"/>
                  <a:pt x="1980" y="536"/>
                </a:cubicBezTo>
                <a:cubicBezTo>
                  <a:pt x="1968" y="555"/>
                  <a:pt x="1954" y="573"/>
                  <a:pt x="1938" y="589"/>
                </a:cubicBezTo>
                <a:cubicBezTo>
                  <a:pt x="1922" y="605"/>
                  <a:pt x="1904" y="619"/>
                  <a:pt x="1886" y="631"/>
                </a:cubicBezTo>
                <a:cubicBezTo>
                  <a:pt x="1867" y="644"/>
                  <a:pt x="1847" y="654"/>
                  <a:pt x="1826" y="663"/>
                </a:cubicBezTo>
                <a:cubicBezTo>
                  <a:pt x="1805" y="672"/>
                  <a:pt x="1784" y="678"/>
                  <a:pt x="1762" y="683"/>
                </a:cubicBezTo>
                <a:cubicBezTo>
                  <a:pt x="1739" y="687"/>
                  <a:pt x="1717" y="689"/>
                  <a:pt x="1694" y="689"/>
                </a:cubicBezTo>
                <a:lnTo>
                  <a:pt x="344" y="689"/>
                </a:lnTo>
                <a:cubicBezTo>
                  <a:pt x="322" y="689"/>
                  <a:pt x="299" y="687"/>
                  <a:pt x="277" y="683"/>
                </a:cubicBezTo>
                <a:cubicBezTo>
                  <a:pt x="255" y="678"/>
                  <a:pt x="233" y="672"/>
                  <a:pt x="212" y="663"/>
                </a:cubicBezTo>
                <a:cubicBezTo>
                  <a:pt x="192" y="654"/>
                  <a:pt x="172" y="644"/>
                  <a:pt x="153" y="631"/>
                </a:cubicBezTo>
                <a:cubicBezTo>
                  <a:pt x="134" y="619"/>
                  <a:pt x="117" y="605"/>
                  <a:pt x="101" y="589"/>
                </a:cubicBezTo>
                <a:cubicBezTo>
                  <a:pt x="85" y="573"/>
                  <a:pt x="71" y="555"/>
                  <a:pt x="58" y="536"/>
                </a:cubicBezTo>
                <a:cubicBezTo>
                  <a:pt x="46" y="518"/>
                  <a:pt x="35" y="498"/>
                  <a:pt x="26" y="477"/>
                </a:cubicBezTo>
                <a:cubicBezTo>
                  <a:pt x="18" y="456"/>
                  <a:pt x="11" y="435"/>
                  <a:pt x="7" y="412"/>
                </a:cubicBezTo>
                <a:cubicBezTo>
                  <a:pt x="2" y="390"/>
                  <a:pt x="0" y="368"/>
                  <a:pt x="0" y="345"/>
                </a:cubicBez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95" name=""/>
          <p:cNvSpPr/>
          <p:nvPr/>
        </p:nvSpPr>
        <p:spPr>
          <a:xfrm>
            <a:off x="2414520" y="3624120"/>
            <a:ext cx="143280" cy="143280"/>
          </a:xfrm>
          <a:custGeom>
            <a:avLst/>
            <a:gdLst/>
            <a:ahLst/>
            <a:rect l="0" t="0" r="r" b="b"/>
            <a:pathLst>
              <a:path w="398" h="398">
                <a:moveTo>
                  <a:pt x="169" y="290"/>
                </a:moveTo>
                <a:lnTo>
                  <a:pt x="310" y="149"/>
                </a:lnTo>
                <a:lnTo>
                  <a:pt x="287" y="127"/>
                </a:lnTo>
                <a:lnTo>
                  <a:pt x="169" y="244"/>
                </a:lnTo>
                <a:lnTo>
                  <a:pt x="109" y="185"/>
                </a:lnTo>
                <a:lnTo>
                  <a:pt x="87" y="207"/>
                </a:lnTo>
                <a:lnTo>
                  <a:pt x="169" y="290"/>
                </a:lnTo>
                <a:moveTo>
                  <a:pt x="198" y="398"/>
                </a:moveTo>
                <a:cubicBezTo>
                  <a:pt x="171" y="398"/>
                  <a:pt x="145" y="393"/>
                  <a:pt x="121" y="382"/>
                </a:cubicBezTo>
                <a:cubicBezTo>
                  <a:pt x="97" y="372"/>
                  <a:pt x="76" y="358"/>
                  <a:pt x="58" y="339"/>
                </a:cubicBezTo>
                <a:cubicBezTo>
                  <a:pt x="40" y="321"/>
                  <a:pt x="26" y="300"/>
                  <a:pt x="15" y="276"/>
                </a:cubicBezTo>
                <a:cubicBezTo>
                  <a:pt x="5" y="252"/>
                  <a:pt x="0" y="226"/>
                  <a:pt x="0" y="199"/>
                </a:cubicBezTo>
                <a:cubicBezTo>
                  <a:pt x="0" y="172"/>
                  <a:pt x="5" y="146"/>
                  <a:pt x="15" y="122"/>
                </a:cubicBezTo>
                <a:cubicBezTo>
                  <a:pt x="26" y="98"/>
                  <a:pt x="40" y="77"/>
                  <a:pt x="58" y="59"/>
                </a:cubicBezTo>
                <a:cubicBezTo>
                  <a:pt x="76" y="41"/>
                  <a:pt x="97" y="26"/>
                  <a:pt x="121" y="16"/>
                </a:cubicBezTo>
                <a:cubicBezTo>
                  <a:pt x="145" y="5"/>
                  <a:pt x="171" y="0"/>
                  <a:pt x="198" y="0"/>
                </a:cubicBezTo>
                <a:cubicBezTo>
                  <a:pt x="227" y="0"/>
                  <a:pt x="252" y="5"/>
                  <a:pt x="277" y="16"/>
                </a:cubicBezTo>
                <a:cubicBezTo>
                  <a:pt x="301" y="26"/>
                  <a:pt x="322" y="41"/>
                  <a:pt x="340" y="59"/>
                </a:cubicBezTo>
                <a:cubicBezTo>
                  <a:pt x="357" y="77"/>
                  <a:pt x="372" y="98"/>
                  <a:pt x="382" y="122"/>
                </a:cubicBezTo>
                <a:cubicBezTo>
                  <a:pt x="392" y="146"/>
                  <a:pt x="398" y="172"/>
                  <a:pt x="398" y="199"/>
                </a:cubicBezTo>
                <a:cubicBezTo>
                  <a:pt x="398" y="226"/>
                  <a:pt x="392" y="252"/>
                  <a:pt x="382" y="276"/>
                </a:cubicBezTo>
                <a:cubicBezTo>
                  <a:pt x="372" y="300"/>
                  <a:pt x="357" y="321"/>
                  <a:pt x="340" y="339"/>
                </a:cubicBezTo>
                <a:cubicBezTo>
                  <a:pt x="322" y="358"/>
                  <a:pt x="301" y="372"/>
                  <a:pt x="277" y="382"/>
                </a:cubicBezTo>
                <a:cubicBezTo>
                  <a:pt x="252" y="393"/>
                  <a:pt x="227" y="398"/>
                  <a:pt x="198" y="398"/>
                </a:cubicBezTo>
                <a:moveTo>
                  <a:pt x="198" y="368"/>
                </a:moveTo>
                <a:cubicBezTo>
                  <a:pt x="246" y="368"/>
                  <a:pt x="286" y="352"/>
                  <a:pt x="319" y="319"/>
                </a:cubicBezTo>
                <a:cubicBezTo>
                  <a:pt x="351" y="286"/>
                  <a:pt x="368" y="246"/>
                  <a:pt x="368" y="199"/>
                </a:cubicBezTo>
                <a:cubicBezTo>
                  <a:pt x="368" y="152"/>
                  <a:pt x="351" y="113"/>
                  <a:pt x="319" y="80"/>
                </a:cubicBezTo>
                <a:cubicBezTo>
                  <a:pt x="286" y="47"/>
                  <a:pt x="246" y="30"/>
                  <a:pt x="198" y="30"/>
                </a:cubicBezTo>
                <a:cubicBezTo>
                  <a:pt x="151" y="30"/>
                  <a:pt x="112" y="47"/>
                  <a:pt x="79" y="80"/>
                </a:cubicBezTo>
                <a:cubicBezTo>
                  <a:pt x="46" y="113"/>
                  <a:pt x="29" y="152"/>
                  <a:pt x="29" y="199"/>
                </a:cubicBezTo>
                <a:cubicBezTo>
                  <a:pt x="29" y="246"/>
                  <a:pt x="46" y="286"/>
                  <a:pt x="79" y="319"/>
                </a:cubicBezTo>
                <a:cubicBezTo>
                  <a:pt x="112" y="352"/>
                  <a:pt x="151" y="368"/>
                  <a:pt x="198" y="368"/>
                </a:cubicBezTo>
                <a:moveTo>
                  <a:pt x="198" y="199"/>
                </a:moveTo>
                <a:lnTo>
                  <a:pt x="198" y="19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2592000" y="3309480"/>
            <a:ext cx="42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ffffff"/>
                </a:solidFill>
                <a:latin typeface="Noto Sans JP"/>
                <a:ea typeface="Noto Sans JP"/>
              </a:rPr>
              <a:t>ASI01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7" name=""/>
          <p:cNvSpPr/>
          <p:nvPr/>
        </p:nvSpPr>
        <p:spPr>
          <a:xfrm>
            <a:off x="2361960" y="3848040"/>
            <a:ext cx="733680" cy="248040"/>
          </a:xfrm>
          <a:custGeom>
            <a:avLst/>
            <a:gdLst/>
            <a:ahLst/>
            <a:rect l="0" t="0" r="r" b="b"/>
            <a:pathLst>
              <a:path w="2038" h="689">
                <a:moveTo>
                  <a:pt x="0" y="344"/>
                </a:moveTo>
                <a:cubicBezTo>
                  <a:pt x="0" y="321"/>
                  <a:pt x="2" y="299"/>
                  <a:pt x="7" y="277"/>
                </a:cubicBezTo>
                <a:cubicBezTo>
                  <a:pt x="11" y="254"/>
                  <a:pt x="18" y="233"/>
                  <a:pt x="26" y="212"/>
                </a:cubicBezTo>
                <a:cubicBezTo>
                  <a:pt x="35" y="191"/>
                  <a:pt x="46" y="171"/>
                  <a:pt x="58" y="153"/>
                </a:cubicBezTo>
                <a:cubicBezTo>
                  <a:pt x="71" y="134"/>
                  <a:pt x="85" y="116"/>
                  <a:pt x="101" y="100"/>
                </a:cubicBezTo>
                <a:cubicBezTo>
                  <a:pt x="117" y="84"/>
                  <a:pt x="134" y="70"/>
                  <a:pt x="153" y="58"/>
                </a:cubicBezTo>
                <a:cubicBezTo>
                  <a:pt x="172" y="45"/>
                  <a:pt x="192" y="34"/>
                  <a:pt x="212" y="26"/>
                </a:cubicBezTo>
                <a:cubicBezTo>
                  <a:pt x="233" y="17"/>
                  <a:pt x="255" y="11"/>
                  <a:pt x="277" y="6"/>
                </a:cubicBezTo>
                <a:cubicBezTo>
                  <a:pt x="299" y="2"/>
                  <a:pt x="322" y="0"/>
                  <a:pt x="344" y="0"/>
                </a:cubicBezTo>
                <a:lnTo>
                  <a:pt x="1694" y="0"/>
                </a:lnTo>
                <a:cubicBezTo>
                  <a:pt x="1717" y="0"/>
                  <a:pt x="1739" y="2"/>
                  <a:pt x="1762" y="6"/>
                </a:cubicBezTo>
                <a:cubicBezTo>
                  <a:pt x="1784" y="11"/>
                  <a:pt x="1805" y="17"/>
                  <a:pt x="1826" y="26"/>
                </a:cubicBezTo>
                <a:cubicBezTo>
                  <a:pt x="1847" y="34"/>
                  <a:pt x="1867" y="45"/>
                  <a:pt x="1886" y="58"/>
                </a:cubicBezTo>
                <a:cubicBezTo>
                  <a:pt x="1904" y="70"/>
                  <a:pt x="1922" y="84"/>
                  <a:pt x="1938" y="100"/>
                </a:cubicBezTo>
                <a:cubicBezTo>
                  <a:pt x="1954" y="116"/>
                  <a:pt x="1968" y="134"/>
                  <a:pt x="1980" y="153"/>
                </a:cubicBezTo>
                <a:cubicBezTo>
                  <a:pt x="1993" y="171"/>
                  <a:pt x="2004" y="191"/>
                  <a:pt x="2012" y="212"/>
                </a:cubicBezTo>
                <a:cubicBezTo>
                  <a:pt x="2021" y="233"/>
                  <a:pt x="2027" y="254"/>
                  <a:pt x="2032" y="277"/>
                </a:cubicBezTo>
                <a:cubicBezTo>
                  <a:pt x="2036" y="299"/>
                  <a:pt x="2038" y="321"/>
                  <a:pt x="2038" y="344"/>
                </a:cubicBezTo>
                <a:cubicBezTo>
                  <a:pt x="2038" y="366"/>
                  <a:pt x="2036" y="389"/>
                  <a:pt x="2032" y="411"/>
                </a:cubicBezTo>
                <a:cubicBezTo>
                  <a:pt x="2027" y="433"/>
                  <a:pt x="2021" y="454"/>
                  <a:pt x="2012" y="475"/>
                </a:cubicBezTo>
                <a:cubicBezTo>
                  <a:pt x="2004" y="496"/>
                  <a:pt x="1993" y="516"/>
                  <a:pt x="1980" y="535"/>
                </a:cubicBezTo>
                <a:cubicBezTo>
                  <a:pt x="1968" y="553"/>
                  <a:pt x="1954" y="571"/>
                  <a:pt x="1938" y="587"/>
                </a:cubicBezTo>
                <a:cubicBezTo>
                  <a:pt x="1922" y="603"/>
                  <a:pt x="1904" y="617"/>
                  <a:pt x="1886" y="630"/>
                </a:cubicBezTo>
                <a:cubicBezTo>
                  <a:pt x="1867" y="642"/>
                  <a:pt x="1847" y="654"/>
                  <a:pt x="1826" y="662"/>
                </a:cubicBezTo>
                <a:cubicBezTo>
                  <a:pt x="1805" y="671"/>
                  <a:pt x="1784" y="678"/>
                  <a:pt x="1762" y="682"/>
                </a:cubicBezTo>
                <a:cubicBezTo>
                  <a:pt x="1739" y="686"/>
                  <a:pt x="1717" y="689"/>
                  <a:pt x="1694" y="689"/>
                </a:cubicBezTo>
                <a:lnTo>
                  <a:pt x="344" y="689"/>
                </a:lnTo>
                <a:cubicBezTo>
                  <a:pt x="322" y="689"/>
                  <a:pt x="299" y="686"/>
                  <a:pt x="277" y="682"/>
                </a:cubicBezTo>
                <a:cubicBezTo>
                  <a:pt x="255" y="678"/>
                  <a:pt x="233" y="671"/>
                  <a:pt x="212" y="662"/>
                </a:cubicBezTo>
                <a:cubicBezTo>
                  <a:pt x="192" y="654"/>
                  <a:pt x="172" y="642"/>
                  <a:pt x="153" y="630"/>
                </a:cubicBezTo>
                <a:cubicBezTo>
                  <a:pt x="134" y="617"/>
                  <a:pt x="117" y="603"/>
                  <a:pt x="101" y="587"/>
                </a:cubicBezTo>
                <a:cubicBezTo>
                  <a:pt x="85" y="571"/>
                  <a:pt x="71" y="553"/>
                  <a:pt x="58" y="535"/>
                </a:cubicBezTo>
                <a:cubicBezTo>
                  <a:pt x="46" y="516"/>
                  <a:pt x="35" y="496"/>
                  <a:pt x="26" y="475"/>
                </a:cubicBezTo>
                <a:cubicBezTo>
                  <a:pt x="18" y="454"/>
                  <a:pt x="11" y="433"/>
                  <a:pt x="7" y="411"/>
                </a:cubicBezTo>
                <a:cubicBezTo>
                  <a:pt x="2" y="389"/>
                  <a:pt x="0" y="366"/>
                  <a:pt x="0" y="344"/>
                </a:cubicBez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98" name=""/>
          <p:cNvSpPr/>
          <p:nvPr/>
        </p:nvSpPr>
        <p:spPr>
          <a:xfrm>
            <a:off x="2414520" y="3900240"/>
            <a:ext cx="143280" cy="143280"/>
          </a:xfrm>
          <a:custGeom>
            <a:avLst/>
            <a:gdLst/>
            <a:ahLst/>
            <a:rect l="0" t="0" r="r" b="b"/>
            <a:pathLst>
              <a:path w="398" h="398">
                <a:moveTo>
                  <a:pt x="99" y="213"/>
                </a:moveTo>
                <a:lnTo>
                  <a:pt x="298" y="213"/>
                </a:lnTo>
                <a:lnTo>
                  <a:pt x="298" y="183"/>
                </a:lnTo>
                <a:lnTo>
                  <a:pt x="99" y="183"/>
                </a:lnTo>
                <a:lnTo>
                  <a:pt x="99" y="213"/>
                </a:lnTo>
                <a:moveTo>
                  <a:pt x="198" y="398"/>
                </a:moveTo>
                <a:cubicBezTo>
                  <a:pt x="171" y="398"/>
                  <a:pt x="145" y="393"/>
                  <a:pt x="121" y="382"/>
                </a:cubicBezTo>
                <a:cubicBezTo>
                  <a:pt x="97" y="372"/>
                  <a:pt x="76" y="358"/>
                  <a:pt x="58" y="340"/>
                </a:cubicBezTo>
                <a:cubicBezTo>
                  <a:pt x="40" y="322"/>
                  <a:pt x="26" y="301"/>
                  <a:pt x="15" y="277"/>
                </a:cubicBezTo>
                <a:cubicBezTo>
                  <a:pt x="5" y="252"/>
                  <a:pt x="0" y="227"/>
                  <a:pt x="0" y="200"/>
                </a:cubicBezTo>
                <a:cubicBezTo>
                  <a:pt x="0" y="172"/>
                  <a:pt x="5" y="146"/>
                  <a:pt x="15" y="122"/>
                </a:cubicBezTo>
                <a:cubicBezTo>
                  <a:pt x="26" y="98"/>
                  <a:pt x="40" y="77"/>
                  <a:pt x="58" y="59"/>
                </a:cubicBezTo>
                <a:cubicBezTo>
                  <a:pt x="76" y="40"/>
                  <a:pt x="97" y="26"/>
                  <a:pt x="121" y="16"/>
                </a:cubicBezTo>
                <a:cubicBezTo>
                  <a:pt x="145" y="5"/>
                  <a:pt x="171" y="0"/>
                  <a:pt x="198" y="0"/>
                </a:cubicBezTo>
                <a:cubicBezTo>
                  <a:pt x="227" y="0"/>
                  <a:pt x="252" y="5"/>
                  <a:pt x="277" y="16"/>
                </a:cubicBezTo>
                <a:cubicBezTo>
                  <a:pt x="301" y="26"/>
                  <a:pt x="322" y="40"/>
                  <a:pt x="340" y="59"/>
                </a:cubicBezTo>
                <a:cubicBezTo>
                  <a:pt x="357" y="77"/>
                  <a:pt x="372" y="98"/>
                  <a:pt x="382" y="122"/>
                </a:cubicBezTo>
                <a:cubicBezTo>
                  <a:pt x="392" y="146"/>
                  <a:pt x="398" y="172"/>
                  <a:pt x="398" y="200"/>
                </a:cubicBezTo>
                <a:cubicBezTo>
                  <a:pt x="398" y="227"/>
                  <a:pt x="392" y="252"/>
                  <a:pt x="382" y="277"/>
                </a:cubicBezTo>
                <a:cubicBezTo>
                  <a:pt x="372" y="301"/>
                  <a:pt x="357" y="322"/>
                  <a:pt x="340" y="340"/>
                </a:cubicBezTo>
                <a:cubicBezTo>
                  <a:pt x="322" y="358"/>
                  <a:pt x="301" y="372"/>
                  <a:pt x="277" y="382"/>
                </a:cubicBezTo>
                <a:cubicBezTo>
                  <a:pt x="252" y="393"/>
                  <a:pt x="227" y="398"/>
                  <a:pt x="198" y="398"/>
                </a:cubicBezTo>
                <a:moveTo>
                  <a:pt x="198" y="368"/>
                </a:moveTo>
                <a:cubicBezTo>
                  <a:pt x="246" y="368"/>
                  <a:pt x="286" y="352"/>
                  <a:pt x="319" y="319"/>
                </a:cubicBezTo>
                <a:cubicBezTo>
                  <a:pt x="351" y="286"/>
                  <a:pt x="368" y="246"/>
                  <a:pt x="368" y="200"/>
                </a:cubicBezTo>
                <a:cubicBezTo>
                  <a:pt x="368" y="153"/>
                  <a:pt x="351" y="113"/>
                  <a:pt x="319" y="80"/>
                </a:cubicBezTo>
                <a:cubicBezTo>
                  <a:pt x="286" y="46"/>
                  <a:pt x="246" y="30"/>
                  <a:pt x="198" y="30"/>
                </a:cubicBezTo>
                <a:cubicBezTo>
                  <a:pt x="151" y="30"/>
                  <a:pt x="112" y="46"/>
                  <a:pt x="79" y="80"/>
                </a:cubicBezTo>
                <a:cubicBezTo>
                  <a:pt x="46" y="113"/>
                  <a:pt x="29" y="153"/>
                  <a:pt x="29" y="200"/>
                </a:cubicBezTo>
                <a:cubicBezTo>
                  <a:pt x="29" y="246"/>
                  <a:pt x="46" y="286"/>
                  <a:pt x="79" y="319"/>
                </a:cubicBezTo>
                <a:cubicBezTo>
                  <a:pt x="112" y="352"/>
                  <a:pt x="151" y="368"/>
                  <a:pt x="198" y="368"/>
                </a:cubicBezTo>
                <a:moveTo>
                  <a:pt x="198" y="200"/>
                </a:moveTo>
                <a:lnTo>
                  <a:pt x="198" y="2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592000" y="3585600"/>
            <a:ext cx="42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ffffff"/>
                </a:solidFill>
                <a:latin typeface="Noto Sans JP"/>
                <a:ea typeface="Noto Sans JP"/>
              </a:rPr>
              <a:t>ASI03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0" name=""/>
          <p:cNvSpPr/>
          <p:nvPr/>
        </p:nvSpPr>
        <p:spPr>
          <a:xfrm>
            <a:off x="2323800" y="4238280"/>
            <a:ext cx="857880" cy="19440"/>
          </a:xfrm>
          <a:custGeom>
            <a:avLst/>
            <a:gdLst/>
            <a:ahLst/>
            <a:rect l="0" t="0" r="r" b="b"/>
            <a:pathLst>
              <a:path w="2383" h="54">
                <a:moveTo>
                  <a:pt x="0" y="0"/>
                </a:moveTo>
                <a:lnTo>
                  <a:pt x="2383" y="0"/>
                </a:lnTo>
                <a:lnTo>
                  <a:pt x="238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01" name=""/>
          <p:cNvSpPr/>
          <p:nvPr/>
        </p:nvSpPr>
        <p:spPr>
          <a:xfrm>
            <a:off x="3085920" y="419076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5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02" name=""/>
          <p:cNvSpPr/>
          <p:nvPr/>
        </p:nvSpPr>
        <p:spPr>
          <a:xfrm>
            <a:off x="3305160" y="2790720"/>
            <a:ext cx="1200240" cy="590760"/>
          </a:xfrm>
          <a:custGeom>
            <a:avLst/>
            <a:gdLst/>
            <a:ahLst/>
            <a:rect l="0" t="0" r="r" b="b"/>
            <a:pathLst>
              <a:path w="3334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149" y="0"/>
                </a:lnTo>
                <a:cubicBezTo>
                  <a:pt x="3161" y="0"/>
                  <a:pt x="3173" y="1"/>
                  <a:pt x="3185" y="3"/>
                </a:cubicBezTo>
                <a:cubicBezTo>
                  <a:pt x="3197" y="6"/>
                  <a:pt x="3209" y="9"/>
                  <a:pt x="3220" y="14"/>
                </a:cubicBezTo>
                <a:cubicBezTo>
                  <a:pt x="3231" y="19"/>
                  <a:pt x="3242" y="24"/>
                  <a:pt x="3252" y="31"/>
                </a:cubicBezTo>
                <a:cubicBezTo>
                  <a:pt x="3262" y="38"/>
                  <a:pt x="3271" y="45"/>
                  <a:pt x="3280" y="54"/>
                </a:cubicBezTo>
                <a:cubicBezTo>
                  <a:pt x="3289" y="63"/>
                  <a:pt x="3296" y="72"/>
                  <a:pt x="3303" y="82"/>
                </a:cubicBezTo>
                <a:cubicBezTo>
                  <a:pt x="3310" y="92"/>
                  <a:pt x="3316" y="103"/>
                  <a:pt x="3320" y="114"/>
                </a:cubicBezTo>
                <a:cubicBezTo>
                  <a:pt x="3325" y="125"/>
                  <a:pt x="3328" y="137"/>
                  <a:pt x="3331" y="149"/>
                </a:cubicBezTo>
                <a:cubicBezTo>
                  <a:pt x="3333" y="161"/>
                  <a:pt x="3334" y="173"/>
                  <a:pt x="3334" y="185"/>
                </a:cubicBezTo>
                <a:lnTo>
                  <a:pt x="3334" y="1456"/>
                </a:lnTo>
                <a:cubicBezTo>
                  <a:pt x="3334" y="1468"/>
                  <a:pt x="3333" y="1480"/>
                  <a:pt x="3331" y="1492"/>
                </a:cubicBezTo>
                <a:cubicBezTo>
                  <a:pt x="3328" y="1504"/>
                  <a:pt x="3325" y="1516"/>
                  <a:pt x="3320" y="1527"/>
                </a:cubicBezTo>
                <a:cubicBezTo>
                  <a:pt x="3316" y="1538"/>
                  <a:pt x="3310" y="1549"/>
                  <a:pt x="3303" y="1559"/>
                </a:cubicBezTo>
                <a:cubicBezTo>
                  <a:pt x="3296" y="1569"/>
                  <a:pt x="3289" y="1578"/>
                  <a:pt x="3280" y="1587"/>
                </a:cubicBezTo>
                <a:cubicBezTo>
                  <a:pt x="3271" y="1596"/>
                  <a:pt x="3262" y="1603"/>
                  <a:pt x="3252" y="1610"/>
                </a:cubicBezTo>
                <a:cubicBezTo>
                  <a:pt x="3242" y="1617"/>
                  <a:pt x="3231" y="1622"/>
                  <a:pt x="3220" y="1627"/>
                </a:cubicBezTo>
                <a:cubicBezTo>
                  <a:pt x="3209" y="1632"/>
                  <a:pt x="3197" y="1635"/>
                  <a:pt x="3185" y="1638"/>
                </a:cubicBezTo>
                <a:cubicBezTo>
                  <a:pt x="3173" y="1640"/>
                  <a:pt x="3161" y="1641"/>
                  <a:pt x="3149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9"/>
                  <a:pt x="31" y="1559"/>
                </a:cubicBezTo>
                <a:cubicBezTo>
                  <a:pt x="24" y="1549"/>
                  <a:pt x="18" y="1538"/>
                  <a:pt x="14" y="1527"/>
                </a:cubicBezTo>
                <a:cubicBezTo>
                  <a:pt x="9" y="1516"/>
                  <a:pt x="5" y="1504"/>
                  <a:pt x="3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3" name=""/>
          <p:cNvSpPr/>
          <p:nvPr/>
        </p:nvSpPr>
        <p:spPr>
          <a:xfrm>
            <a:off x="3305160" y="2790720"/>
            <a:ext cx="1200240" cy="590760"/>
          </a:xfrm>
          <a:custGeom>
            <a:avLst/>
            <a:gdLst/>
            <a:ahLst/>
            <a:rect l="0" t="0" r="r" b="b"/>
            <a:pathLst>
              <a:path w="3334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149" y="0"/>
                </a:lnTo>
                <a:cubicBezTo>
                  <a:pt x="3161" y="0"/>
                  <a:pt x="3173" y="1"/>
                  <a:pt x="3185" y="3"/>
                </a:cubicBezTo>
                <a:cubicBezTo>
                  <a:pt x="3197" y="6"/>
                  <a:pt x="3209" y="9"/>
                  <a:pt x="3220" y="14"/>
                </a:cubicBezTo>
                <a:cubicBezTo>
                  <a:pt x="3231" y="19"/>
                  <a:pt x="3242" y="24"/>
                  <a:pt x="3252" y="31"/>
                </a:cubicBezTo>
                <a:cubicBezTo>
                  <a:pt x="3262" y="38"/>
                  <a:pt x="3271" y="45"/>
                  <a:pt x="3280" y="54"/>
                </a:cubicBezTo>
                <a:cubicBezTo>
                  <a:pt x="3289" y="63"/>
                  <a:pt x="3296" y="72"/>
                  <a:pt x="3303" y="82"/>
                </a:cubicBezTo>
                <a:cubicBezTo>
                  <a:pt x="3310" y="92"/>
                  <a:pt x="3316" y="103"/>
                  <a:pt x="3320" y="114"/>
                </a:cubicBezTo>
                <a:cubicBezTo>
                  <a:pt x="3325" y="125"/>
                  <a:pt x="3328" y="137"/>
                  <a:pt x="3331" y="149"/>
                </a:cubicBezTo>
                <a:cubicBezTo>
                  <a:pt x="3333" y="161"/>
                  <a:pt x="3334" y="173"/>
                  <a:pt x="3334" y="185"/>
                </a:cubicBezTo>
                <a:lnTo>
                  <a:pt x="3334" y="1456"/>
                </a:lnTo>
                <a:cubicBezTo>
                  <a:pt x="3334" y="1468"/>
                  <a:pt x="3333" y="1480"/>
                  <a:pt x="3331" y="1492"/>
                </a:cubicBezTo>
                <a:cubicBezTo>
                  <a:pt x="3328" y="1504"/>
                  <a:pt x="3325" y="1516"/>
                  <a:pt x="3320" y="1527"/>
                </a:cubicBezTo>
                <a:cubicBezTo>
                  <a:pt x="3316" y="1538"/>
                  <a:pt x="3310" y="1549"/>
                  <a:pt x="3303" y="1559"/>
                </a:cubicBezTo>
                <a:cubicBezTo>
                  <a:pt x="3296" y="1569"/>
                  <a:pt x="3289" y="1578"/>
                  <a:pt x="3280" y="1587"/>
                </a:cubicBezTo>
                <a:cubicBezTo>
                  <a:pt x="3271" y="1596"/>
                  <a:pt x="3262" y="1603"/>
                  <a:pt x="3252" y="1610"/>
                </a:cubicBezTo>
                <a:cubicBezTo>
                  <a:pt x="3242" y="1617"/>
                  <a:pt x="3231" y="1622"/>
                  <a:pt x="3220" y="1627"/>
                </a:cubicBezTo>
                <a:cubicBezTo>
                  <a:pt x="3209" y="1632"/>
                  <a:pt x="3197" y="1635"/>
                  <a:pt x="3185" y="1638"/>
                </a:cubicBezTo>
                <a:cubicBezTo>
                  <a:pt x="3173" y="1640"/>
                  <a:pt x="3161" y="1641"/>
                  <a:pt x="3149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9"/>
                  <a:pt x="31" y="1559"/>
                </a:cubicBezTo>
                <a:cubicBezTo>
                  <a:pt x="24" y="1549"/>
                  <a:pt x="18" y="1538"/>
                  <a:pt x="14" y="1527"/>
                </a:cubicBezTo>
                <a:cubicBezTo>
                  <a:pt x="9" y="1516"/>
                  <a:pt x="5" y="1504"/>
                  <a:pt x="3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4" name=""/>
          <p:cNvSpPr/>
          <p:nvPr/>
        </p:nvSpPr>
        <p:spPr>
          <a:xfrm>
            <a:off x="3816000" y="2869920"/>
            <a:ext cx="178200" cy="222840"/>
          </a:xfrm>
          <a:custGeom>
            <a:avLst/>
            <a:gdLst/>
            <a:ahLst/>
            <a:rect l="0" t="0" r="r" b="b"/>
            <a:pathLst>
              <a:path w="495" h="619">
                <a:moveTo>
                  <a:pt x="247" y="619"/>
                </a:moveTo>
                <a:cubicBezTo>
                  <a:pt x="175" y="601"/>
                  <a:pt x="116" y="559"/>
                  <a:pt x="70" y="493"/>
                </a:cubicBezTo>
                <a:cubicBezTo>
                  <a:pt x="24" y="428"/>
                  <a:pt x="0" y="355"/>
                  <a:pt x="0" y="277"/>
                </a:cubicBezTo>
                <a:lnTo>
                  <a:pt x="0" y="93"/>
                </a:lnTo>
                <a:lnTo>
                  <a:pt x="247" y="0"/>
                </a:lnTo>
                <a:lnTo>
                  <a:pt x="495" y="93"/>
                </a:lnTo>
                <a:lnTo>
                  <a:pt x="495" y="277"/>
                </a:lnTo>
                <a:cubicBezTo>
                  <a:pt x="495" y="317"/>
                  <a:pt x="489" y="356"/>
                  <a:pt x="478" y="397"/>
                </a:cubicBezTo>
                <a:cubicBezTo>
                  <a:pt x="467" y="436"/>
                  <a:pt x="447" y="473"/>
                  <a:pt x="420" y="507"/>
                </a:cubicBezTo>
                <a:lnTo>
                  <a:pt x="311" y="403"/>
                </a:lnTo>
                <a:cubicBezTo>
                  <a:pt x="302" y="409"/>
                  <a:pt x="291" y="414"/>
                  <a:pt x="280" y="417"/>
                </a:cubicBezTo>
                <a:cubicBezTo>
                  <a:pt x="270" y="421"/>
                  <a:pt x="259" y="423"/>
                  <a:pt x="247" y="423"/>
                </a:cubicBezTo>
                <a:cubicBezTo>
                  <a:pt x="216" y="423"/>
                  <a:pt x="188" y="412"/>
                  <a:pt x="166" y="389"/>
                </a:cubicBezTo>
                <a:cubicBezTo>
                  <a:pt x="144" y="367"/>
                  <a:pt x="132" y="339"/>
                  <a:pt x="132" y="307"/>
                </a:cubicBezTo>
                <a:cubicBezTo>
                  <a:pt x="132" y="275"/>
                  <a:pt x="144" y="248"/>
                  <a:pt x="166" y="225"/>
                </a:cubicBezTo>
                <a:cubicBezTo>
                  <a:pt x="188" y="203"/>
                  <a:pt x="216" y="192"/>
                  <a:pt x="247" y="192"/>
                </a:cubicBezTo>
                <a:cubicBezTo>
                  <a:pt x="279" y="192"/>
                  <a:pt x="306" y="203"/>
                  <a:pt x="329" y="225"/>
                </a:cubicBezTo>
                <a:cubicBezTo>
                  <a:pt x="351" y="248"/>
                  <a:pt x="362" y="275"/>
                  <a:pt x="362" y="307"/>
                </a:cubicBezTo>
                <a:cubicBezTo>
                  <a:pt x="362" y="318"/>
                  <a:pt x="361" y="329"/>
                  <a:pt x="358" y="340"/>
                </a:cubicBezTo>
                <a:cubicBezTo>
                  <a:pt x="355" y="351"/>
                  <a:pt x="350" y="361"/>
                  <a:pt x="343" y="370"/>
                </a:cubicBezTo>
                <a:lnTo>
                  <a:pt x="411" y="435"/>
                </a:lnTo>
                <a:cubicBezTo>
                  <a:pt x="423" y="413"/>
                  <a:pt x="433" y="388"/>
                  <a:pt x="439" y="361"/>
                </a:cubicBezTo>
                <a:cubicBezTo>
                  <a:pt x="445" y="332"/>
                  <a:pt x="448" y="304"/>
                  <a:pt x="448" y="277"/>
                </a:cubicBezTo>
                <a:lnTo>
                  <a:pt x="448" y="123"/>
                </a:lnTo>
                <a:lnTo>
                  <a:pt x="247" y="50"/>
                </a:lnTo>
                <a:lnTo>
                  <a:pt x="47" y="123"/>
                </a:lnTo>
                <a:lnTo>
                  <a:pt x="47" y="277"/>
                </a:lnTo>
                <a:cubicBezTo>
                  <a:pt x="47" y="344"/>
                  <a:pt x="65" y="406"/>
                  <a:pt x="103" y="460"/>
                </a:cubicBezTo>
                <a:cubicBezTo>
                  <a:pt x="140" y="514"/>
                  <a:pt x="188" y="551"/>
                  <a:pt x="248" y="571"/>
                </a:cubicBezTo>
                <a:cubicBezTo>
                  <a:pt x="262" y="567"/>
                  <a:pt x="280" y="558"/>
                  <a:pt x="302" y="545"/>
                </a:cubicBezTo>
                <a:cubicBezTo>
                  <a:pt x="323" y="532"/>
                  <a:pt x="340" y="520"/>
                  <a:pt x="352" y="508"/>
                </a:cubicBezTo>
                <a:lnTo>
                  <a:pt x="385" y="541"/>
                </a:lnTo>
                <a:cubicBezTo>
                  <a:pt x="367" y="558"/>
                  <a:pt x="345" y="573"/>
                  <a:pt x="320" y="588"/>
                </a:cubicBezTo>
                <a:cubicBezTo>
                  <a:pt x="295" y="603"/>
                  <a:pt x="271" y="613"/>
                  <a:pt x="247" y="619"/>
                </a:cubicBezTo>
                <a:moveTo>
                  <a:pt x="296" y="356"/>
                </a:moveTo>
                <a:cubicBezTo>
                  <a:pt x="309" y="343"/>
                  <a:pt x="316" y="326"/>
                  <a:pt x="316" y="307"/>
                </a:cubicBezTo>
                <a:cubicBezTo>
                  <a:pt x="316" y="288"/>
                  <a:pt x="309" y="271"/>
                  <a:pt x="296" y="258"/>
                </a:cubicBezTo>
                <a:cubicBezTo>
                  <a:pt x="282" y="245"/>
                  <a:pt x="266" y="238"/>
                  <a:pt x="247" y="238"/>
                </a:cubicBezTo>
                <a:cubicBezTo>
                  <a:pt x="228" y="238"/>
                  <a:pt x="212" y="245"/>
                  <a:pt x="199" y="258"/>
                </a:cubicBezTo>
                <a:cubicBezTo>
                  <a:pt x="185" y="271"/>
                  <a:pt x="179" y="288"/>
                  <a:pt x="179" y="307"/>
                </a:cubicBezTo>
                <a:cubicBezTo>
                  <a:pt x="179" y="326"/>
                  <a:pt x="185" y="343"/>
                  <a:pt x="199" y="356"/>
                </a:cubicBezTo>
                <a:cubicBezTo>
                  <a:pt x="212" y="370"/>
                  <a:pt x="229" y="376"/>
                  <a:pt x="248" y="376"/>
                </a:cubicBezTo>
                <a:cubicBezTo>
                  <a:pt x="267" y="376"/>
                  <a:pt x="283" y="370"/>
                  <a:pt x="296" y="356"/>
                </a:cubicBezTo>
                <a:moveTo>
                  <a:pt x="247" y="306"/>
                </a:moveTo>
                <a:lnTo>
                  <a:pt x="247" y="30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2592000" y="3861720"/>
            <a:ext cx="42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ffffff"/>
                </a:solidFill>
                <a:latin typeface="Noto Sans JP"/>
                <a:ea typeface="Noto Sans JP"/>
              </a:rPr>
              <a:t>ASI09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6" name=""/>
          <p:cNvSpPr/>
          <p:nvPr/>
        </p:nvSpPr>
        <p:spPr>
          <a:xfrm>
            <a:off x="4905360" y="2790720"/>
            <a:ext cx="1200240" cy="590760"/>
          </a:xfrm>
          <a:custGeom>
            <a:avLst/>
            <a:gdLst/>
            <a:ahLst/>
            <a:rect l="0" t="0" r="r" b="b"/>
            <a:pathLst>
              <a:path w="3334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149" y="0"/>
                </a:lnTo>
                <a:cubicBezTo>
                  <a:pt x="3161" y="0"/>
                  <a:pt x="3173" y="1"/>
                  <a:pt x="3185" y="3"/>
                </a:cubicBezTo>
                <a:cubicBezTo>
                  <a:pt x="3197" y="6"/>
                  <a:pt x="3209" y="9"/>
                  <a:pt x="3220" y="14"/>
                </a:cubicBezTo>
                <a:cubicBezTo>
                  <a:pt x="3231" y="19"/>
                  <a:pt x="3242" y="24"/>
                  <a:pt x="3252" y="31"/>
                </a:cubicBezTo>
                <a:cubicBezTo>
                  <a:pt x="3262" y="38"/>
                  <a:pt x="3271" y="45"/>
                  <a:pt x="3280" y="54"/>
                </a:cubicBezTo>
                <a:cubicBezTo>
                  <a:pt x="3289" y="63"/>
                  <a:pt x="3296" y="72"/>
                  <a:pt x="3303" y="82"/>
                </a:cubicBezTo>
                <a:cubicBezTo>
                  <a:pt x="3310" y="92"/>
                  <a:pt x="3316" y="103"/>
                  <a:pt x="3320" y="114"/>
                </a:cubicBezTo>
                <a:cubicBezTo>
                  <a:pt x="3325" y="125"/>
                  <a:pt x="3328" y="137"/>
                  <a:pt x="3331" y="149"/>
                </a:cubicBezTo>
                <a:cubicBezTo>
                  <a:pt x="3333" y="161"/>
                  <a:pt x="3334" y="173"/>
                  <a:pt x="3334" y="185"/>
                </a:cubicBezTo>
                <a:lnTo>
                  <a:pt x="3334" y="1456"/>
                </a:lnTo>
                <a:cubicBezTo>
                  <a:pt x="3334" y="1468"/>
                  <a:pt x="3333" y="1480"/>
                  <a:pt x="3331" y="1492"/>
                </a:cubicBezTo>
                <a:cubicBezTo>
                  <a:pt x="3328" y="1504"/>
                  <a:pt x="3325" y="1516"/>
                  <a:pt x="3320" y="1527"/>
                </a:cubicBezTo>
                <a:cubicBezTo>
                  <a:pt x="3316" y="1538"/>
                  <a:pt x="3310" y="1549"/>
                  <a:pt x="3303" y="1559"/>
                </a:cubicBezTo>
                <a:cubicBezTo>
                  <a:pt x="3296" y="1569"/>
                  <a:pt x="3289" y="1578"/>
                  <a:pt x="3280" y="1587"/>
                </a:cubicBezTo>
                <a:cubicBezTo>
                  <a:pt x="3271" y="1596"/>
                  <a:pt x="3262" y="1603"/>
                  <a:pt x="3252" y="1610"/>
                </a:cubicBezTo>
                <a:cubicBezTo>
                  <a:pt x="3242" y="1617"/>
                  <a:pt x="3231" y="1622"/>
                  <a:pt x="3220" y="1627"/>
                </a:cubicBezTo>
                <a:cubicBezTo>
                  <a:pt x="3209" y="1632"/>
                  <a:pt x="3197" y="1635"/>
                  <a:pt x="3185" y="1638"/>
                </a:cubicBezTo>
                <a:cubicBezTo>
                  <a:pt x="3173" y="1640"/>
                  <a:pt x="3161" y="1641"/>
                  <a:pt x="3149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9"/>
                  <a:pt x="31" y="1559"/>
                </a:cubicBezTo>
                <a:cubicBezTo>
                  <a:pt x="24" y="1549"/>
                  <a:pt x="18" y="1538"/>
                  <a:pt x="14" y="1527"/>
                </a:cubicBezTo>
                <a:cubicBezTo>
                  <a:pt x="9" y="1516"/>
                  <a:pt x="5" y="1504"/>
                  <a:pt x="3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7" name=""/>
          <p:cNvSpPr/>
          <p:nvPr/>
        </p:nvSpPr>
        <p:spPr>
          <a:xfrm>
            <a:off x="4905360" y="2790720"/>
            <a:ext cx="1200240" cy="590760"/>
          </a:xfrm>
          <a:custGeom>
            <a:avLst/>
            <a:gdLst/>
            <a:ahLst/>
            <a:rect l="0" t="0" r="r" b="b"/>
            <a:pathLst>
              <a:path w="3334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149" y="0"/>
                </a:lnTo>
                <a:cubicBezTo>
                  <a:pt x="3161" y="0"/>
                  <a:pt x="3173" y="1"/>
                  <a:pt x="3185" y="3"/>
                </a:cubicBezTo>
                <a:cubicBezTo>
                  <a:pt x="3197" y="6"/>
                  <a:pt x="3209" y="9"/>
                  <a:pt x="3220" y="14"/>
                </a:cubicBezTo>
                <a:cubicBezTo>
                  <a:pt x="3231" y="19"/>
                  <a:pt x="3242" y="24"/>
                  <a:pt x="3252" y="31"/>
                </a:cubicBezTo>
                <a:cubicBezTo>
                  <a:pt x="3262" y="38"/>
                  <a:pt x="3271" y="45"/>
                  <a:pt x="3280" y="54"/>
                </a:cubicBezTo>
                <a:cubicBezTo>
                  <a:pt x="3289" y="63"/>
                  <a:pt x="3296" y="72"/>
                  <a:pt x="3303" y="82"/>
                </a:cubicBezTo>
                <a:cubicBezTo>
                  <a:pt x="3310" y="92"/>
                  <a:pt x="3316" y="103"/>
                  <a:pt x="3320" y="114"/>
                </a:cubicBezTo>
                <a:cubicBezTo>
                  <a:pt x="3325" y="125"/>
                  <a:pt x="3328" y="137"/>
                  <a:pt x="3331" y="149"/>
                </a:cubicBezTo>
                <a:cubicBezTo>
                  <a:pt x="3333" y="161"/>
                  <a:pt x="3334" y="173"/>
                  <a:pt x="3334" y="185"/>
                </a:cubicBezTo>
                <a:lnTo>
                  <a:pt x="3334" y="1456"/>
                </a:lnTo>
                <a:cubicBezTo>
                  <a:pt x="3334" y="1468"/>
                  <a:pt x="3333" y="1480"/>
                  <a:pt x="3331" y="1492"/>
                </a:cubicBezTo>
                <a:cubicBezTo>
                  <a:pt x="3328" y="1504"/>
                  <a:pt x="3325" y="1516"/>
                  <a:pt x="3320" y="1527"/>
                </a:cubicBezTo>
                <a:cubicBezTo>
                  <a:pt x="3316" y="1538"/>
                  <a:pt x="3310" y="1549"/>
                  <a:pt x="3303" y="1559"/>
                </a:cubicBezTo>
                <a:cubicBezTo>
                  <a:pt x="3296" y="1569"/>
                  <a:pt x="3289" y="1578"/>
                  <a:pt x="3280" y="1587"/>
                </a:cubicBezTo>
                <a:cubicBezTo>
                  <a:pt x="3271" y="1596"/>
                  <a:pt x="3262" y="1603"/>
                  <a:pt x="3252" y="1610"/>
                </a:cubicBezTo>
                <a:cubicBezTo>
                  <a:pt x="3242" y="1617"/>
                  <a:pt x="3231" y="1622"/>
                  <a:pt x="3220" y="1627"/>
                </a:cubicBezTo>
                <a:cubicBezTo>
                  <a:pt x="3209" y="1632"/>
                  <a:pt x="3197" y="1635"/>
                  <a:pt x="3185" y="1638"/>
                </a:cubicBezTo>
                <a:cubicBezTo>
                  <a:pt x="3173" y="1640"/>
                  <a:pt x="3161" y="1641"/>
                  <a:pt x="3149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9"/>
                  <a:pt x="31" y="1559"/>
                </a:cubicBezTo>
                <a:cubicBezTo>
                  <a:pt x="24" y="1549"/>
                  <a:pt x="18" y="1538"/>
                  <a:pt x="14" y="1527"/>
                </a:cubicBezTo>
                <a:cubicBezTo>
                  <a:pt x="9" y="1516"/>
                  <a:pt x="5" y="1504"/>
                  <a:pt x="3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8" name=""/>
          <p:cNvSpPr/>
          <p:nvPr/>
        </p:nvSpPr>
        <p:spPr>
          <a:xfrm>
            <a:off x="5394240" y="2881080"/>
            <a:ext cx="222480" cy="200520"/>
          </a:xfrm>
          <a:custGeom>
            <a:avLst/>
            <a:gdLst/>
            <a:ahLst/>
            <a:rect l="0" t="0" r="r" b="b"/>
            <a:pathLst>
              <a:path w="618" h="557">
                <a:moveTo>
                  <a:pt x="279" y="557"/>
                </a:moveTo>
                <a:lnTo>
                  <a:pt x="279" y="510"/>
                </a:lnTo>
                <a:lnTo>
                  <a:pt x="541" y="510"/>
                </a:lnTo>
                <a:lnTo>
                  <a:pt x="541" y="276"/>
                </a:lnTo>
                <a:cubicBezTo>
                  <a:pt x="541" y="212"/>
                  <a:pt x="518" y="158"/>
                  <a:pt x="474" y="114"/>
                </a:cubicBezTo>
                <a:cubicBezTo>
                  <a:pt x="429" y="70"/>
                  <a:pt x="374" y="47"/>
                  <a:pt x="309" y="47"/>
                </a:cubicBezTo>
                <a:cubicBezTo>
                  <a:pt x="245" y="47"/>
                  <a:pt x="190" y="70"/>
                  <a:pt x="145" y="114"/>
                </a:cubicBezTo>
                <a:cubicBezTo>
                  <a:pt x="99" y="158"/>
                  <a:pt x="77" y="212"/>
                  <a:pt x="77" y="276"/>
                </a:cubicBezTo>
                <a:lnTo>
                  <a:pt x="77" y="464"/>
                </a:lnTo>
                <a:lnTo>
                  <a:pt x="61" y="464"/>
                </a:lnTo>
                <a:cubicBezTo>
                  <a:pt x="44" y="464"/>
                  <a:pt x="30" y="458"/>
                  <a:pt x="18" y="446"/>
                </a:cubicBezTo>
                <a:cubicBezTo>
                  <a:pt x="6" y="434"/>
                  <a:pt x="0" y="419"/>
                  <a:pt x="0" y="402"/>
                </a:cubicBezTo>
                <a:lnTo>
                  <a:pt x="0" y="341"/>
                </a:lnTo>
                <a:cubicBezTo>
                  <a:pt x="0" y="330"/>
                  <a:pt x="2" y="320"/>
                  <a:pt x="8" y="310"/>
                </a:cubicBezTo>
                <a:cubicBezTo>
                  <a:pt x="13" y="301"/>
                  <a:pt x="21" y="293"/>
                  <a:pt x="31" y="287"/>
                </a:cubicBezTo>
                <a:lnTo>
                  <a:pt x="33" y="247"/>
                </a:lnTo>
                <a:cubicBezTo>
                  <a:pt x="37" y="212"/>
                  <a:pt x="47" y="179"/>
                  <a:pt x="63" y="149"/>
                </a:cubicBezTo>
                <a:cubicBezTo>
                  <a:pt x="80" y="119"/>
                  <a:pt x="100" y="93"/>
                  <a:pt x="124" y="71"/>
                </a:cubicBezTo>
                <a:cubicBezTo>
                  <a:pt x="150" y="49"/>
                  <a:pt x="178" y="31"/>
                  <a:pt x="209" y="19"/>
                </a:cubicBezTo>
                <a:cubicBezTo>
                  <a:pt x="241" y="6"/>
                  <a:pt x="274" y="0"/>
                  <a:pt x="309" y="0"/>
                </a:cubicBezTo>
                <a:cubicBezTo>
                  <a:pt x="344" y="0"/>
                  <a:pt x="378" y="6"/>
                  <a:pt x="409" y="19"/>
                </a:cubicBezTo>
                <a:cubicBezTo>
                  <a:pt x="440" y="31"/>
                  <a:pt x="468" y="49"/>
                  <a:pt x="493" y="71"/>
                </a:cubicBezTo>
                <a:cubicBezTo>
                  <a:pt x="518" y="93"/>
                  <a:pt x="538" y="119"/>
                  <a:pt x="554" y="149"/>
                </a:cubicBezTo>
                <a:cubicBezTo>
                  <a:pt x="570" y="178"/>
                  <a:pt x="580" y="211"/>
                  <a:pt x="585" y="246"/>
                </a:cubicBezTo>
                <a:lnTo>
                  <a:pt x="587" y="286"/>
                </a:lnTo>
                <a:cubicBezTo>
                  <a:pt x="597" y="291"/>
                  <a:pt x="605" y="297"/>
                  <a:pt x="610" y="307"/>
                </a:cubicBezTo>
                <a:cubicBezTo>
                  <a:pt x="615" y="316"/>
                  <a:pt x="618" y="326"/>
                  <a:pt x="618" y="336"/>
                </a:cubicBezTo>
                <a:lnTo>
                  <a:pt x="618" y="407"/>
                </a:lnTo>
                <a:cubicBezTo>
                  <a:pt x="618" y="417"/>
                  <a:pt x="615" y="427"/>
                  <a:pt x="610" y="436"/>
                </a:cubicBezTo>
                <a:cubicBezTo>
                  <a:pt x="605" y="446"/>
                  <a:pt x="597" y="453"/>
                  <a:pt x="587" y="457"/>
                </a:cubicBezTo>
                <a:lnTo>
                  <a:pt x="587" y="510"/>
                </a:lnTo>
                <a:cubicBezTo>
                  <a:pt x="587" y="523"/>
                  <a:pt x="583" y="534"/>
                  <a:pt x="574" y="543"/>
                </a:cubicBezTo>
                <a:cubicBezTo>
                  <a:pt x="565" y="552"/>
                  <a:pt x="554" y="557"/>
                  <a:pt x="541" y="557"/>
                </a:cubicBezTo>
                <a:lnTo>
                  <a:pt x="279" y="557"/>
                </a:lnTo>
                <a:moveTo>
                  <a:pt x="200" y="326"/>
                </a:moveTo>
                <a:cubicBezTo>
                  <a:pt x="196" y="322"/>
                  <a:pt x="194" y="316"/>
                  <a:pt x="194" y="310"/>
                </a:cubicBezTo>
                <a:cubicBezTo>
                  <a:pt x="194" y="303"/>
                  <a:pt x="196" y="298"/>
                  <a:pt x="200" y="293"/>
                </a:cubicBezTo>
                <a:cubicBezTo>
                  <a:pt x="205" y="289"/>
                  <a:pt x="210" y="287"/>
                  <a:pt x="217" y="287"/>
                </a:cubicBezTo>
                <a:cubicBezTo>
                  <a:pt x="224" y="287"/>
                  <a:pt x="229" y="289"/>
                  <a:pt x="233" y="293"/>
                </a:cubicBezTo>
                <a:cubicBezTo>
                  <a:pt x="238" y="298"/>
                  <a:pt x="240" y="303"/>
                  <a:pt x="240" y="310"/>
                </a:cubicBezTo>
                <a:cubicBezTo>
                  <a:pt x="240" y="317"/>
                  <a:pt x="238" y="322"/>
                  <a:pt x="233" y="326"/>
                </a:cubicBezTo>
                <a:cubicBezTo>
                  <a:pt x="229" y="331"/>
                  <a:pt x="223" y="333"/>
                  <a:pt x="217" y="333"/>
                </a:cubicBezTo>
                <a:cubicBezTo>
                  <a:pt x="210" y="333"/>
                  <a:pt x="205" y="331"/>
                  <a:pt x="200" y="326"/>
                </a:cubicBezTo>
                <a:moveTo>
                  <a:pt x="385" y="326"/>
                </a:moveTo>
                <a:cubicBezTo>
                  <a:pt x="381" y="322"/>
                  <a:pt x="379" y="316"/>
                  <a:pt x="379" y="310"/>
                </a:cubicBezTo>
                <a:cubicBezTo>
                  <a:pt x="379" y="303"/>
                  <a:pt x="381" y="298"/>
                  <a:pt x="386" y="293"/>
                </a:cubicBezTo>
                <a:cubicBezTo>
                  <a:pt x="390" y="289"/>
                  <a:pt x="396" y="287"/>
                  <a:pt x="402" y="287"/>
                </a:cubicBezTo>
                <a:cubicBezTo>
                  <a:pt x="409" y="287"/>
                  <a:pt x="414" y="289"/>
                  <a:pt x="419" y="293"/>
                </a:cubicBezTo>
                <a:cubicBezTo>
                  <a:pt x="423" y="298"/>
                  <a:pt x="425" y="303"/>
                  <a:pt x="425" y="310"/>
                </a:cubicBezTo>
                <a:cubicBezTo>
                  <a:pt x="425" y="317"/>
                  <a:pt x="423" y="322"/>
                  <a:pt x="418" y="326"/>
                </a:cubicBezTo>
                <a:cubicBezTo>
                  <a:pt x="414" y="331"/>
                  <a:pt x="408" y="333"/>
                  <a:pt x="402" y="333"/>
                </a:cubicBezTo>
                <a:cubicBezTo>
                  <a:pt x="395" y="333"/>
                  <a:pt x="390" y="331"/>
                  <a:pt x="385" y="326"/>
                </a:cubicBezTo>
                <a:moveTo>
                  <a:pt x="124" y="293"/>
                </a:moveTo>
                <a:cubicBezTo>
                  <a:pt x="120" y="238"/>
                  <a:pt x="138" y="191"/>
                  <a:pt x="174" y="152"/>
                </a:cubicBezTo>
                <a:cubicBezTo>
                  <a:pt x="211" y="113"/>
                  <a:pt x="256" y="94"/>
                  <a:pt x="311" y="94"/>
                </a:cubicBezTo>
                <a:cubicBezTo>
                  <a:pt x="356" y="94"/>
                  <a:pt x="395" y="109"/>
                  <a:pt x="427" y="138"/>
                </a:cubicBezTo>
                <a:cubicBezTo>
                  <a:pt x="460" y="168"/>
                  <a:pt x="480" y="205"/>
                  <a:pt x="488" y="249"/>
                </a:cubicBezTo>
                <a:cubicBezTo>
                  <a:pt x="442" y="248"/>
                  <a:pt x="400" y="235"/>
                  <a:pt x="362" y="210"/>
                </a:cubicBezTo>
                <a:cubicBezTo>
                  <a:pt x="324" y="185"/>
                  <a:pt x="295" y="152"/>
                  <a:pt x="274" y="111"/>
                </a:cubicBezTo>
                <a:cubicBezTo>
                  <a:pt x="266" y="152"/>
                  <a:pt x="249" y="189"/>
                  <a:pt x="223" y="221"/>
                </a:cubicBezTo>
                <a:cubicBezTo>
                  <a:pt x="196" y="253"/>
                  <a:pt x="164" y="277"/>
                  <a:pt x="124" y="293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3525120" y="310932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方針と統制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10" name=""/>
          <p:cNvSpPr/>
          <p:nvPr/>
        </p:nvSpPr>
        <p:spPr>
          <a:xfrm>
            <a:off x="4514760" y="3076560"/>
            <a:ext cx="381240" cy="19080"/>
          </a:xfrm>
          <a:custGeom>
            <a:avLst/>
            <a:gdLst/>
            <a:ahLst/>
            <a:rect l="0" t="0" r="r" b="b"/>
            <a:pathLst>
              <a:path w="1059" h="53">
                <a:moveTo>
                  <a:pt x="0" y="0"/>
                </a:moveTo>
                <a:lnTo>
                  <a:pt x="1059" y="0"/>
                </a:lnTo>
                <a:lnTo>
                  <a:pt x="1059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11" name=""/>
          <p:cNvSpPr/>
          <p:nvPr/>
        </p:nvSpPr>
        <p:spPr>
          <a:xfrm>
            <a:off x="4514760" y="302868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159"/>
                </a:moveTo>
                <a:lnTo>
                  <a:pt x="265" y="319"/>
                </a:lnTo>
                <a:lnTo>
                  <a:pt x="265" y="0"/>
                </a:lnTo>
                <a:lnTo>
                  <a:pt x="0" y="159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12" name=""/>
          <p:cNvSpPr/>
          <p:nvPr/>
        </p:nvSpPr>
        <p:spPr>
          <a:xfrm>
            <a:off x="4800240" y="302868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5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13" name=""/>
          <p:cNvSpPr/>
          <p:nvPr/>
        </p:nvSpPr>
        <p:spPr>
          <a:xfrm>
            <a:off x="3895560" y="3390840"/>
            <a:ext cx="19440" cy="400320"/>
          </a:xfrm>
          <a:custGeom>
            <a:avLst/>
            <a:gdLst/>
            <a:ahLst/>
            <a:rect l="0" t="0" r="r" b="b"/>
            <a:pathLst>
              <a:path w="54" h="1112">
                <a:moveTo>
                  <a:pt x="0" y="0"/>
                </a:moveTo>
                <a:lnTo>
                  <a:pt x="54" y="0"/>
                </a:lnTo>
                <a:lnTo>
                  <a:pt x="5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14" name=""/>
          <p:cNvSpPr/>
          <p:nvPr/>
        </p:nvSpPr>
        <p:spPr>
          <a:xfrm>
            <a:off x="3848040" y="3390840"/>
            <a:ext cx="114480" cy="95400"/>
          </a:xfrm>
          <a:custGeom>
            <a:avLst/>
            <a:gdLst/>
            <a:ahLst/>
            <a:rect l="0" t="0" r="r" b="b"/>
            <a:pathLst>
              <a:path w="318" h="265">
                <a:moveTo>
                  <a:pt x="158" y="0"/>
                </a:moveTo>
                <a:lnTo>
                  <a:pt x="0" y="265"/>
                </a:lnTo>
                <a:lnTo>
                  <a:pt x="318" y="265"/>
                </a:lnTo>
                <a:lnTo>
                  <a:pt x="158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15" name=""/>
          <p:cNvSpPr/>
          <p:nvPr/>
        </p:nvSpPr>
        <p:spPr>
          <a:xfrm>
            <a:off x="3848040" y="3695400"/>
            <a:ext cx="114480" cy="95760"/>
          </a:xfrm>
          <a:custGeom>
            <a:avLst/>
            <a:gdLst/>
            <a:ahLst/>
            <a:rect l="0" t="0" r="r" b="b"/>
            <a:pathLst>
              <a:path w="318" h="266">
                <a:moveTo>
                  <a:pt x="0" y="0"/>
                </a:moveTo>
                <a:lnTo>
                  <a:pt x="158" y="266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16" name=""/>
          <p:cNvSpPr/>
          <p:nvPr/>
        </p:nvSpPr>
        <p:spPr>
          <a:xfrm>
            <a:off x="5495760" y="3390840"/>
            <a:ext cx="19440" cy="400320"/>
          </a:xfrm>
          <a:custGeom>
            <a:avLst/>
            <a:gdLst/>
            <a:ahLst/>
            <a:rect l="0" t="0" r="r" b="b"/>
            <a:pathLst>
              <a:path w="54" h="1112">
                <a:moveTo>
                  <a:pt x="0" y="0"/>
                </a:moveTo>
                <a:lnTo>
                  <a:pt x="54" y="0"/>
                </a:lnTo>
                <a:lnTo>
                  <a:pt x="5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17" name=""/>
          <p:cNvSpPr/>
          <p:nvPr/>
        </p:nvSpPr>
        <p:spPr>
          <a:xfrm>
            <a:off x="5448240" y="3390840"/>
            <a:ext cx="114480" cy="95400"/>
          </a:xfrm>
          <a:custGeom>
            <a:avLst/>
            <a:gdLst/>
            <a:ahLst/>
            <a:rect l="0" t="0" r="r" b="b"/>
            <a:pathLst>
              <a:path w="318" h="265">
                <a:moveTo>
                  <a:pt x="158" y="0"/>
                </a:moveTo>
                <a:lnTo>
                  <a:pt x="0" y="265"/>
                </a:lnTo>
                <a:lnTo>
                  <a:pt x="318" y="265"/>
                </a:lnTo>
                <a:lnTo>
                  <a:pt x="158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18" name=""/>
          <p:cNvSpPr/>
          <p:nvPr/>
        </p:nvSpPr>
        <p:spPr>
          <a:xfrm>
            <a:off x="5448240" y="3695400"/>
            <a:ext cx="114480" cy="95760"/>
          </a:xfrm>
          <a:custGeom>
            <a:avLst/>
            <a:gdLst/>
            <a:ahLst/>
            <a:rect l="0" t="0" r="r" b="b"/>
            <a:pathLst>
              <a:path w="318" h="266">
                <a:moveTo>
                  <a:pt x="0" y="0"/>
                </a:moveTo>
                <a:lnTo>
                  <a:pt x="158" y="266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19" name=""/>
          <p:cNvSpPr/>
          <p:nvPr/>
        </p:nvSpPr>
        <p:spPr>
          <a:xfrm>
            <a:off x="3381120" y="3800160"/>
            <a:ext cx="2648520" cy="933840"/>
          </a:xfrm>
          <a:custGeom>
            <a:avLst/>
            <a:gdLst/>
            <a:ahLst/>
            <a:rect l="0" t="0" r="r" b="b"/>
            <a:pathLst>
              <a:path w="7357" h="2594">
                <a:moveTo>
                  <a:pt x="0" y="2409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7171" y="0"/>
                </a:lnTo>
                <a:cubicBezTo>
                  <a:pt x="7184" y="0"/>
                  <a:pt x="7196" y="2"/>
                  <a:pt x="7208" y="4"/>
                </a:cubicBezTo>
                <a:cubicBezTo>
                  <a:pt x="7219" y="6"/>
                  <a:pt x="7231" y="10"/>
                  <a:pt x="7242" y="14"/>
                </a:cubicBezTo>
                <a:cubicBezTo>
                  <a:pt x="7254" y="19"/>
                  <a:pt x="7264" y="25"/>
                  <a:pt x="7274" y="32"/>
                </a:cubicBezTo>
                <a:cubicBezTo>
                  <a:pt x="7284" y="38"/>
                  <a:pt x="7294" y="46"/>
                  <a:pt x="7302" y="55"/>
                </a:cubicBezTo>
                <a:cubicBezTo>
                  <a:pt x="7311" y="63"/>
                  <a:pt x="7319" y="73"/>
                  <a:pt x="7325" y="83"/>
                </a:cubicBezTo>
                <a:cubicBezTo>
                  <a:pt x="7332" y="93"/>
                  <a:pt x="7338" y="103"/>
                  <a:pt x="7343" y="115"/>
                </a:cubicBezTo>
                <a:cubicBezTo>
                  <a:pt x="7347" y="126"/>
                  <a:pt x="7351" y="138"/>
                  <a:pt x="7353" y="149"/>
                </a:cubicBezTo>
                <a:cubicBezTo>
                  <a:pt x="7355" y="161"/>
                  <a:pt x="7357" y="173"/>
                  <a:pt x="7357" y="186"/>
                </a:cubicBezTo>
                <a:lnTo>
                  <a:pt x="7357" y="2409"/>
                </a:lnTo>
                <a:cubicBezTo>
                  <a:pt x="7357" y="2421"/>
                  <a:pt x="7355" y="2433"/>
                  <a:pt x="7353" y="2445"/>
                </a:cubicBezTo>
                <a:cubicBezTo>
                  <a:pt x="7351" y="2457"/>
                  <a:pt x="7347" y="2469"/>
                  <a:pt x="7343" y="2480"/>
                </a:cubicBezTo>
                <a:cubicBezTo>
                  <a:pt x="7338" y="2491"/>
                  <a:pt x="7332" y="2502"/>
                  <a:pt x="7325" y="2512"/>
                </a:cubicBezTo>
                <a:cubicBezTo>
                  <a:pt x="7319" y="2522"/>
                  <a:pt x="7311" y="2531"/>
                  <a:pt x="7302" y="2540"/>
                </a:cubicBezTo>
                <a:cubicBezTo>
                  <a:pt x="7294" y="2549"/>
                  <a:pt x="7284" y="2556"/>
                  <a:pt x="7274" y="2563"/>
                </a:cubicBezTo>
                <a:cubicBezTo>
                  <a:pt x="7264" y="2570"/>
                  <a:pt x="7254" y="2576"/>
                  <a:pt x="7242" y="2580"/>
                </a:cubicBezTo>
                <a:cubicBezTo>
                  <a:pt x="7231" y="2585"/>
                  <a:pt x="7219" y="2588"/>
                  <a:pt x="7208" y="2591"/>
                </a:cubicBezTo>
                <a:cubicBezTo>
                  <a:pt x="7196" y="2593"/>
                  <a:pt x="7184" y="2594"/>
                  <a:pt x="7171" y="2594"/>
                </a:cubicBezTo>
                <a:lnTo>
                  <a:pt x="185" y="2594"/>
                </a:lnTo>
                <a:cubicBezTo>
                  <a:pt x="173" y="2594"/>
                  <a:pt x="161" y="2593"/>
                  <a:pt x="149" y="2591"/>
                </a:cubicBezTo>
                <a:cubicBezTo>
                  <a:pt x="137" y="2588"/>
                  <a:pt x="126" y="2585"/>
                  <a:pt x="115" y="2580"/>
                </a:cubicBezTo>
                <a:cubicBezTo>
                  <a:pt x="103" y="2576"/>
                  <a:pt x="93" y="2570"/>
                  <a:pt x="83" y="2563"/>
                </a:cubicBezTo>
                <a:cubicBezTo>
                  <a:pt x="72" y="2556"/>
                  <a:pt x="63" y="2549"/>
                  <a:pt x="54" y="2540"/>
                </a:cubicBezTo>
                <a:cubicBezTo>
                  <a:pt x="46" y="2531"/>
                  <a:pt x="38" y="2522"/>
                  <a:pt x="31" y="2512"/>
                </a:cubicBezTo>
                <a:cubicBezTo>
                  <a:pt x="25" y="2502"/>
                  <a:pt x="19" y="2491"/>
                  <a:pt x="14" y="2480"/>
                </a:cubicBezTo>
                <a:cubicBezTo>
                  <a:pt x="10" y="2469"/>
                  <a:pt x="6" y="2457"/>
                  <a:pt x="4" y="2445"/>
                </a:cubicBezTo>
                <a:cubicBezTo>
                  <a:pt x="1" y="2433"/>
                  <a:pt x="0" y="2421"/>
                  <a:pt x="0" y="2409"/>
                </a:cubicBez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0" name=""/>
          <p:cNvSpPr/>
          <p:nvPr/>
        </p:nvSpPr>
        <p:spPr>
          <a:xfrm>
            <a:off x="3381120" y="3800160"/>
            <a:ext cx="2648520" cy="933840"/>
          </a:xfrm>
          <a:custGeom>
            <a:avLst/>
            <a:gdLst/>
            <a:ahLst/>
            <a:rect l="0" t="0" r="r" b="b"/>
            <a:pathLst>
              <a:path w="7357" h="2594">
                <a:moveTo>
                  <a:pt x="0" y="2409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7171" y="0"/>
                </a:lnTo>
                <a:cubicBezTo>
                  <a:pt x="7184" y="0"/>
                  <a:pt x="7196" y="2"/>
                  <a:pt x="7208" y="4"/>
                </a:cubicBezTo>
                <a:cubicBezTo>
                  <a:pt x="7219" y="6"/>
                  <a:pt x="7231" y="10"/>
                  <a:pt x="7242" y="14"/>
                </a:cubicBezTo>
                <a:cubicBezTo>
                  <a:pt x="7254" y="19"/>
                  <a:pt x="7264" y="25"/>
                  <a:pt x="7274" y="32"/>
                </a:cubicBezTo>
                <a:cubicBezTo>
                  <a:pt x="7284" y="38"/>
                  <a:pt x="7294" y="46"/>
                  <a:pt x="7302" y="55"/>
                </a:cubicBezTo>
                <a:cubicBezTo>
                  <a:pt x="7311" y="63"/>
                  <a:pt x="7319" y="73"/>
                  <a:pt x="7325" y="83"/>
                </a:cubicBezTo>
                <a:cubicBezTo>
                  <a:pt x="7332" y="93"/>
                  <a:pt x="7338" y="103"/>
                  <a:pt x="7343" y="115"/>
                </a:cubicBezTo>
                <a:cubicBezTo>
                  <a:pt x="7347" y="126"/>
                  <a:pt x="7351" y="138"/>
                  <a:pt x="7353" y="149"/>
                </a:cubicBezTo>
                <a:cubicBezTo>
                  <a:pt x="7355" y="161"/>
                  <a:pt x="7357" y="173"/>
                  <a:pt x="7357" y="186"/>
                </a:cubicBezTo>
                <a:lnTo>
                  <a:pt x="7357" y="2409"/>
                </a:lnTo>
                <a:cubicBezTo>
                  <a:pt x="7357" y="2421"/>
                  <a:pt x="7355" y="2433"/>
                  <a:pt x="7353" y="2445"/>
                </a:cubicBezTo>
                <a:cubicBezTo>
                  <a:pt x="7351" y="2457"/>
                  <a:pt x="7347" y="2469"/>
                  <a:pt x="7343" y="2480"/>
                </a:cubicBezTo>
                <a:cubicBezTo>
                  <a:pt x="7338" y="2491"/>
                  <a:pt x="7332" y="2502"/>
                  <a:pt x="7325" y="2512"/>
                </a:cubicBezTo>
                <a:cubicBezTo>
                  <a:pt x="7319" y="2522"/>
                  <a:pt x="7311" y="2531"/>
                  <a:pt x="7302" y="2540"/>
                </a:cubicBezTo>
                <a:cubicBezTo>
                  <a:pt x="7294" y="2549"/>
                  <a:pt x="7284" y="2556"/>
                  <a:pt x="7274" y="2563"/>
                </a:cubicBezTo>
                <a:cubicBezTo>
                  <a:pt x="7264" y="2570"/>
                  <a:pt x="7254" y="2576"/>
                  <a:pt x="7242" y="2580"/>
                </a:cubicBezTo>
                <a:cubicBezTo>
                  <a:pt x="7231" y="2585"/>
                  <a:pt x="7219" y="2588"/>
                  <a:pt x="7208" y="2591"/>
                </a:cubicBezTo>
                <a:cubicBezTo>
                  <a:pt x="7196" y="2593"/>
                  <a:pt x="7184" y="2594"/>
                  <a:pt x="7171" y="2594"/>
                </a:cubicBezTo>
                <a:lnTo>
                  <a:pt x="185" y="2594"/>
                </a:lnTo>
                <a:cubicBezTo>
                  <a:pt x="173" y="2594"/>
                  <a:pt x="161" y="2593"/>
                  <a:pt x="149" y="2591"/>
                </a:cubicBezTo>
                <a:cubicBezTo>
                  <a:pt x="137" y="2588"/>
                  <a:pt x="126" y="2585"/>
                  <a:pt x="115" y="2580"/>
                </a:cubicBezTo>
                <a:cubicBezTo>
                  <a:pt x="103" y="2576"/>
                  <a:pt x="93" y="2570"/>
                  <a:pt x="83" y="2563"/>
                </a:cubicBezTo>
                <a:cubicBezTo>
                  <a:pt x="72" y="2556"/>
                  <a:pt x="63" y="2549"/>
                  <a:pt x="54" y="2540"/>
                </a:cubicBezTo>
                <a:cubicBezTo>
                  <a:pt x="46" y="2531"/>
                  <a:pt x="38" y="2522"/>
                  <a:pt x="31" y="2512"/>
                </a:cubicBezTo>
                <a:cubicBezTo>
                  <a:pt x="25" y="2502"/>
                  <a:pt x="19" y="2491"/>
                  <a:pt x="14" y="2480"/>
                </a:cubicBezTo>
                <a:cubicBezTo>
                  <a:pt x="10" y="2469"/>
                  <a:pt x="6" y="2457"/>
                  <a:pt x="4" y="2445"/>
                </a:cubicBezTo>
                <a:cubicBezTo>
                  <a:pt x="1" y="2433"/>
                  <a:pt x="0" y="2421"/>
                  <a:pt x="0" y="2409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1" name=""/>
          <p:cNvSpPr/>
          <p:nvPr/>
        </p:nvSpPr>
        <p:spPr>
          <a:xfrm>
            <a:off x="3495600" y="3895560"/>
            <a:ext cx="990720" cy="590760"/>
          </a:xfrm>
          <a:custGeom>
            <a:avLst/>
            <a:gdLst/>
            <a:ahLst/>
            <a:rect l="0" t="0" r="r" b="b"/>
            <a:pathLst>
              <a:path w="2752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2566" y="0"/>
                </a:lnTo>
                <a:cubicBezTo>
                  <a:pt x="2578" y="0"/>
                  <a:pt x="2590" y="1"/>
                  <a:pt x="2602" y="4"/>
                </a:cubicBezTo>
                <a:cubicBezTo>
                  <a:pt x="2614" y="6"/>
                  <a:pt x="2626" y="9"/>
                  <a:pt x="2637" y="14"/>
                </a:cubicBezTo>
                <a:cubicBezTo>
                  <a:pt x="2648" y="19"/>
                  <a:pt x="2659" y="24"/>
                  <a:pt x="2669" y="31"/>
                </a:cubicBezTo>
                <a:cubicBezTo>
                  <a:pt x="2680" y="38"/>
                  <a:pt x="2690" y="46"/>
                  <a:pt x="2698" y="54"/>
                </a:cubicBezTo>
                <a:cubicBezTo>
                  <a:pt x="2707" y="63"/>
                  <a:pt x="2714" y="72"/>
                  <a:pt x="2721" y="82"/>
                </a:cubicBezTo>
                <a:cubicBezTo>
                  <a:pt x="2728" y="92"/>
                  <a:pt x="2734" y="103"/>
                  <a:pt x="2738" y="114"/>
                </a:cubicBezTo>
                <a:cubicBezTo>
                  <a:pt x="2743" y="126"/>
                  <a:pt x="2746" y="137"/>
                  <a:pt x="2749" y="149"/>
                </a:cubicBezTo>
                <a:cubicBezTo>
                  <a:pt x="2751" y="161"/>
                  <a:pt x="2752" y="173"/>
                  <a:pt x="2752" y="185"/>
                </a:cubicBezTo>
                <a:lnTo>
                  <a:pt x="2752" y="1455"/>
                </a:lnTo>
                <a:cubicBezTo>
                  <a:pt x="2752" y="1467"/>
                  <a:pt x="2751" y="1480"/>
                  <a:pt x="2749" y="1492"/>
                </a:cubicBezTo>
                <a:cubicBezTo>
                  <a:pt x="2746" y="1504"/>
                  <a:pt x="2743" y="1516"/>
                  <a:pt x="2738" y="1527"/>
                </a:cubicBezTo>
                <a:cubicBezTo>
                  <a:pt x="2734" y="1538"/>
                  <a:pt x="2728" y="1549"/>
                  <a:pt x="2721" y="1559"/>
                </a:cubicBezTo>
                <a:cubicBezTo>
                  <a:pt x="2714" y="1569"/>
                  <a:pt x="2707" y="1579"/>
                  <a:pt x="2698" y="1587"/>
                </a:cubicBezTo>
                <a:cubicBezTo>
                  <a:pt x="2690" y="1596"/>
                  <a:pt x="2680" y="1603"/>
                  <a:pt x="2669" y="1610"/>
                </a:cubicBezTo>
                <a:cubicBezTo>
                  <a:pt x="2659" y="1617"/>
                  <a:pt x="2648" y="1623"/>
                  <a:pt x="2637" y="1627"/>
                </a:cubicBezTo>
                <a:cubicBezTo>
                  <a:pt x="2626" y="1632"/>
                  <a:pt x="2614" y="1635"/>
                  <a:pt x="2602" y="1638"/>
                </a:cubicBezTo>
                <a:cubicBezTo>
                  <a:pt x="2590" y="1640"/>
                  <a:pt x="2578" y="1641"/>
                  <a:pt x="2566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3"/>
                  <a:pt x="92" y="1617"/>
                  <a:pt x="82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5" y="1579"/>
                  <a:pt x="38" y="1569"/>
                  <a:pt x="31" y="1559"/>
                </a:cubicBezTo>
                <a:cubicBezTo>
                  <a:pt x="24" y="1549"/>
                  <a:pt x="18" y="1538"/>
                  <a:pt x="14" y="1527"/>
                </a:cubicBezTo>
                <a:cubicBezTo>
                  <a:pt x="9" y="1516"/>
                  <a:pt x="6" y="1504"/>
                  <a:pt x="3" y="1492"/>
                </a:cubicBezTo>
                <a:cubicBezTo>
                  <a:pt x="1" y="1480"/>
                  <a:pt x="0" y="1467"/>
                  <a:pt x="0" y="14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2" name=""/>
          <p:cNvSpPr/>
          <p:nvPr/>
        </p:nvSpPr>
        <p:spPr>
          <a:xfrm>
            <a:off x="3495600" y="3895560"/>
            <a:ext cx="990720" cy="590760"/>
          </a:xfrm>
          <a:custGeom>
            <a:avLst/>
            <a:gdLst/>
            <a:ahLst/>
            <a:rect l="0" t="0" r="r" b="b"/>
            <a:pathLst>
              <a:path w="2752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2566" y="0"/>
                </a:lnTo>
                <a:cubicBezTo>
                  <a:pt x="2578" y="0"/>
                  <a:pt x="2590" y="1"/>
                  <a:pt x="2602" y="4"/>
                </a:cubicBezTo>
                <a:cubicBezTo>
                  <a:pt x="2614" y="6"/>
                  <a:pt x="2626" y="9"/>
                  <a:pt x="2637" y="14"/>
                </a:cubicBezTo>
                <a:cubicBezTo>
                  <a:pt x="2648" y="19"/>
                  <a:pt x="2659" y="24"/>
                  <a:pt x="2669" y="31"/>
                </a:cubicBezTo>
                <a:cubicBezTo>
                  <a:pt x="2680" y="38"/>
                  <a:pt x="2690" y="46"/>
                  <a:pt x="2698" y="54"/>
                </a:cubicBezTo>
                <a:cubicBezTo>
                  <a:pt x="2707" y="63"/>
                  <a:pt x="2714" y="72"/>
                  <a:pt x="2721" y="82"/>
                </a:cubicBezTo>
                <a:cubicBezTo>
                  <a:pt x="2728" y="92"/>
                  <a:pt x="2734" y="103"/>
                  <a:pt x="2738" y="114"/>
                </a:cubicBezTo>
                <a:cubicBezTo>
                  <a:pt x="2743" y="126"/>
                  <a:pt x="2746" y="137"/>
                  <a:pt x="2749" y="149"/>
                </a:cubicBezTo>
                <a:cubicBezTo>
                  <a:pt x="2751" y="161"/>
                  <a:pt x="2752" y="173"/>
                  <a:pt x="2752" y="185"/>
                </a:cubicBezTo>
                <a:lnTo>
                  <a:pt x="2752" y="1455"/>
                </a:lnTo>
                <a:cubicBezTo>
                  <a:pt x="2752" y="1467"/>
                  <a:pt x="2751" y="1480"/>
                  <a:pt x="2749" y="1492"/>
                </a:cubicBezTo>
                <a:cubicBezTo>
                  <a:pt x="2746" y="1504"/>
                  <a:pt x="2743" y="1516"/>
                  <a:pt x="2738" y="1527"/>
                </a:cubicBezTo>
                <a:cubicBezTo>
                  <a:pt x="2734" y="1538"/>
                  <a:pt x="2728" y="1549"/>
                  <a:pt x="2721" y="1559"/>
                </a:cubicBezTo>
                <a:cubicBezTo>
                  <a:pt x="2714" y="1569"/>
                  <a:pt x="2707" y="1579"/>
                  <a:pt x="2698" y="1587"/>
                </a:cubicBezTo>
                <a:cubicBezTo>
                  <a:pt x="2690" y="1596"/>
                  <a:pt x="2680" y="1603"/>
                  <a:pt x="2669" y="1610"/>
                </a:cubicBezTo>
                <a:cubicBezTo>
                  <a:pt x="2659" y="1617"/>
                  <a:pt x="2648" y="1623"/>
                  <a:pt x="2637" y="1627"/>
                </a:cubicBezTo>
                <a:cubicBezTo>
                  <a:pt x="2626" y="1632"/>
                  <a:pt x="2614" y="1635"/>
                  <a:pt x="2602" y="1638"/>
                </a:cubicBezTo>
                <a:cubicBezTo>
                  <a:pt x="2590" y="1640"/>
                  <a:pt x="2578" y="1641"/>
                  <a:pt x="2566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3"/>
                  <a:pt x="92" y="1617"/>
                  <a:pt x="82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5" y="1579"/>
                  <a:pt x="38" y="1569"/>
                  <a:pt x="31" y="1559"/>
                </a:cubicBezTo>
                <a:cubicBezTo>
                  <a:pt x="24" y="1549"/>
                  <a:pt x="18" y="1538"/>
                  <a:pt x="14" y="1527"/>
                </a:cubicBezTo>
                <a:cubicBezTo>
                  <a:pt x="9" y="1516"/>
                  <a:pt x="6" y="1504"/>
                  <a:pt x="3" y="1492"/>
                </a:cubicBezTo>
                <a:cubicBezTo>
                  <a:pt x="1" y="1480"/>
                  <a:pt x="0" y="1467"/>
                  <a:pt x="0" y="145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3" name=""/>
          <p:cNvSpPr/>
          <p:nvPr/>
        </p:nvSpPr>
        <p:spPr>
          <a:xfrm>
            <a:off x="3868560" y="3974760"/>
            <a:ext cx="244800" cy="211680"/>
          </a:xfrm>
          <a:custGeom>
            <a:avLst/>
            <a:gdLst/>
            <a:ahLst/>
            <a:rect l="0" t="0" r="r" b="b"/>
            <a:pathLst>
              <a:path w="680" h="588">
                <a:moveTo>
                  <a:pt x="83" y="390"/>
                </a:moveTo>
                <a:cubicBezTo>
                  <a:pt x="59" y="390"/>
                  <a:pt x="40" y="381"/>
                  <a:pt x="24" y="365"/>
                </a:cubicBezTo>
                <a:cubicBezTo>
                  <a:pt x="8" y="349"/>
                  <a:pt x="0" y="330"/>
                  <a:pt x="0" y="307"/>
                </a:cubicBezTo>
                <a:cubicBezTo>
                  <a:pt x="0" y="284"/>
                  <a:pt x="8" y="264"/>
                  <a:pt x="24" y="248"/>
                </a:cubicBezTo>
                <a:cubicBezTo>
                  <a:pt x="40" y="232"/>
                  <a:pt x="60" y="224"/>
                  <a:pt x="83" y="224"/>
                </a:cubicBezTo>
                <a:lnTo>
                  <a:pt x="83" y="129"/>
                </a:lnTo>
                <a:cubicBezTo>
                  <a:pt x="83" y="117"/>
                  <a:pt x="87" y="106"/>
                  <a:pt x="96" y="97"/>
                </a:cubicBezTo>
                <a:cubicBezTo>
                  <a:pt x="106" y="88"/>
                  <a:pt x="117" y="83"/>
                  <a:pt x="129" y="83"/>
                </a:cubicBezTo>
                <a:lnTo>
                  <a:pt x="257" y="83"/>
                </a:lnTo>
                <a:cubicBezTo>
                  <a:pt x="257" y="60"/>
                  <a:pt x="265" y="40"/>
                  <a:pt x="281" y="24"/>
                </a:cubicBezTo>
                <a:cubicBezTo>
                  <a:pt x="297" y="8"/>
                  <a:pt x="316" y="0"/>
                  <a:pt x="340" y="0"/>
                </a:cubicBezTo>
                <a:cubicBezTo>
                  <a:pt x="363" y="0"/>
                  <a:pt x="382" y="8"/>
                  <a:pt x="398" y="25"/>
                </a:cubicBezTo>
                <a:cubicBezTo>
                  <a:pt x="414" y="41"/>
                  <a:pt x="422" y="60"/>
                  <a:pt x="422" y="83"/>
                </a:cubicBezTo>
                <a:lnTo>
                  <a:pt x="551" y="83"/>
                </a:lnTo>
                <a:cubicBezTo>
                  <a:pt x="564" y="83"/>
                  <a:pt x="574" y="88"/>
                  <a:pt x="584" y="97"/>
                </a:cubicBezTo>
                <a:cubicBezTo>
                  <a:pt x="593" y="106"/>
                  <a:pt x="598" y="117"/>
                  <a:pt x="598" y="129"/>
                </a:cubicBezTo>
                <a:lnTo>
                  <a:pt x="598" y="224"/>
                </a:lnTo>
                <a:cubicBezTo>
                  <a:pt x="621" y="224"/>
                  <a:pt x="640" y="232"/>
                  <a:pt x="656" y="248"/>
                </a:cubicBezTo>
                <a:cubicBezTo>
                  <a:pt x="672" y="264"/>
                  <a:pt x="680" y="284"/>
                  <a:pt x="680" y="307"/>
                </a:cubicBezTo>
                <a:cubicBezTo>
                  <a:pt x="680" y="330"/>
                  <a:pt x="672" y="349"/>
                  <a:pt x="656" y="365"/>
                </a:cubicBezTo>
                <a:cubicBezTo>
                  <a:pt x="640" y="381"/>
                  <a:pt x="620" y="390"/>
                  <a:pt x="598" y="390"/>
                </a:cubicBezTo>
                <a:lnTo>
                  <a:pt x="598" y="542"/>
                </a:lnTo>
                <a:cubicBezTo>
                  <a:pt x="598" y="554"/>
                  <a:pt x="593" y="565"/>
                  <a:pt x="584" y="574"/>
                </a:cubicBezTo>
                <a:cubicBezTo>
                  <a:pt x="574" y="583"/>
                  <a:pt x="564" y="588"/>
                  <a:pt x="551" y="588"/>
                </a:cubicBezTo>
                <a:lnTo>
                  <a:pt x="129" y="588"/>
                </a:lnTo>
                <a:cubicBezTo>
                  <a:pt x="117" y="588"/>
                  <a:pt x="106" y="583"/>
                  <a:pt x="96" y="574"/>
                </a:cubicBezTo>
                <a:cubicBezTo>
                  <a:pt x="87" y="565"/>
                  <a:pt x="83" y="554"/>
                  <a:pt x="83" y="542"/>
                </a:cubicBezTo>
                <a:lnTo>
                  <a:pt x="83" y="390"/>
                </a:lnTo>
                <a:moveTo>
                  <a:pt x="256" y="303"/>
                </a:moveTo>
                <a:cubicBezTo>
                  <a:pt x="262" y="297"/>
                  <a:pt x="265" y="290"/>
                  <a:pt x="265" y="281"/>
                </a:cubicBezTo>
                <a:cubicBezTo>
                  <a:pt x="265" y="273"/>
                  <a:pt x="262" y="265"/>
                  <a:pt x="256" y="259"/>
                </a:cubicBezTo>
                <a:cubicBezTo>
                  <a:pt x="250" y="253"/>
                  <a:pt x="242" y="250"/>
                  <a:pt x="234" y="250"/>
                </a:cubicBezTo>
                <a:cubicBezTo>
                  <a:pt x="225" y="250"/>
                  <a:pt x="218" y="253"/>
                  <a:pt x="212" y="260"/>
                </a:cubicBezTo>
                <a:cubicBezTo>
                  <a:pt x="206" y="266"/>
                  <a:pt x="203" y="273"/>
                  <a:pt x="203" y="282"/>
                </a:cubicBezTo>
                <a:cubicBezTo>
                  <a:pt x="203" y="290"/>
                  <a:pt x="206" y="297"/>
                  <a:pt x="212" y="303"/>
                </a:cubicBezTo>
                <a:cubicBezTo>
                  <a:pt x="218" y="309"/>
                  <a:pt x="225" y="312"/>
                  <a:pt x="234" y="312"/>
                </a:cubicBezTo>
                <a:cubicBezTo>
                  <a:pt x="243" y="312"/>
                  <a:pt x="250" y="309"/>
                  <a:pt x="256" y="303"/>
                </a:cubicBezTo>
                <a:moveTo>
                  <a:pt x="468" y="303"/>
                </a:moveTo>
                <a:cubicBezTo>
                  <a:pt x="474" y="297"/>
                  <a:pt x="477" y="290"/>
                  <a:pt x="477" y="281"/>
                </a:cubicBezTo>
                <a:cubicBezTo>
                  <a:pt x="477" y="273"/>
                  <a:pt x="474" y="265"/>
                  <a:pt x="468" y="259"/>
                </a:cubicBezTo>
                <a:cubicBezTo>
                  <a:pt x="462" y="253"/>
                  <a:pt x="454" y="250"/>
                  <a:pt x="445" y="250"/>
                </a:cubicBezTo>
                <a:cubicBezTo>
                  <a:pt x="436" y="250"/>
                  <a:pt x="429" y="253"/>
                  <a:pt x="423" y="260"/>
                </a:cubicBezTo>
                <a:cubicBezTo>
                  <a:pt x="417" y="266"/>
                  <a:pt x="414" y="273"/>
                  <a:pt x="414" y="282"/>
                </a:cubicBezTo>
                <a:cubicBezTo>
                  <a:pt x="414" y="290"/>
                  <a:pt x="417" y="297"/>
                  <a:pt x="423" y="303"/>
                </a:cubicBezTo>
                <a:cubicBezTo>
                  <a:pt x="429" y="309"/>
                  <a:pt x="437" y="312"/>
                  <a:pt x="445" y="312"/>
                </a:cubicBezTo>
                <a:cubicBezTo>
                  <a:pt x="454" y="312"/>
                  <a:pt x="462" y="309"/>
                  <a:pt x="468" y="303"/>
                </a:cubicBezTo>
                <a:moveTo>
                  <a:pt x="210" y="461"/>
                </a:moveTo>
                <a:lnTo>
                  <a:pt x="470" y="461"/>
                </a:lnTo>
                <a:lnTo>
                  <a:pt x="470" y="414"/>
                </a:lnTo>
                <a:lnTo>
                  <a:pt x="210" y="414"/>
                </a:lnTo>
                <a:lnTo>
                  <a:pt x="210" y="461"/>
                </a:lnTo>
                <a:moveTo>
                  <a:pt x="129" y="542"/>
                </a:moveTo>
                <a:lnTo>
                  <a:pt x="551" y="542"/>
                </a:lnTo>
                <a:lnTo>
                  <a:pt x="551" y="129"/>
                </a:lnTo>
                <a:lnTo>
                  <a:pt x="129" y="129"/>
                </a:lnTo>
                <a:lnTo>
                  <a:pt x="129" y="542"/>
                </a:lnTo>
                <a:moveTo>
                  <a:pt x="340" y="335"/>
                </a:moveTo>
                <a:lnTo>
                  <a:pt x="340" y="33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5201640" y="3109320"/>
            <a:ext cx="610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人の確認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5" name=""/>
          <p:cNvSpPr/>
          <p:nvPr/>
        </p:nvSpPr>
        <p:spPr>
          <a:xfrm>
            <a:off x="4495680" y="418140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26" name=""/>
          <p:cNvSpPr/>
          <p:nvPr/>
        </p:nvSpPr>
        <p:spPr>
          <a:xfrm>
            <a:off x="4495680" y="413352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160"/>
                </a:moveTo>
                <a:lnTo>
                  <a:pt x="265" y="319"/>
                </a:lnTo>
                <a:lnTo>
                  <a:pt x="265" y="0"/>
                </a:lnTo>
                <a:lnTo>
                  <a:pt x="0" y="16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27" name=""/>
          <p:cNvSpPr/>
          <p:nvPr/>
        </p:nvSpPr>
        <p:spPr>
          <a:xfrm>
            <a:off x="4819320" y="41335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28" name=""/>
          <p:cNvSpPr/>
          <p:nvPr/>
        </p:nvSpPr>
        <p:spPr>
          <a:xfrm>
            <a:off x="4914720" y="3885840"/>
            <a:ext cx="1010160" cy="610200"/>
          </a:xfrm>
          <a:custGeom>
            <a:avLst/>
            <a:gdLst/>
            <a:ahLst/>
            <a:rect l="0" t="0" r="r" b="b"/>
            <a:pathLst>
              <a:path w="2806" h="1695">
                <a:moveTo>
                  <a:pt x="0" y="0"/>
                </a:moveTo>
                <a:lnTo>
                  <a:pt x="2806" y="0"/>
                </a:lnTo>
                <a:lnTo>
                  <a:pt x="2806" y="1695"/>
                </a:lnTo>
                <a:lnTo>
                  <a:pt x="0" y="16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9" name=""/>
          <p:cNvSpPr/>
          <p:nvPr/>
        </p:nvSpPr>
        <p:spPr>
          <a:xfrm>
            <a:off x="4903200" y="3874680"/>
            <a:ext cx="1032840" cy="632880"/>
          </a:xfrm>
          <a:custGeom>
            <a:avLst/>
            <a:gdLst/>
            <a:ahLst/>
            <a:rect l="0" t="0" r="r" b="b"/>
            <a:pathLst>
              <a:path w="2869" h="1758">
                <a:moveTo>
                  <a:pt x="507" y="0"/>
                </a:moveTo>
                <a:lnTo>
                  <a:pt x="666" y="0"/>
                </a:lnTo>
                <a:lnTo>
                  <a:pt x="666" y="116"/>
                </a:lnTo>
                <a:lnTo>
                  <a:pt x="507" y="116"/>
                </a:lnTo>
                <a:lnTo>
                  <a:pt x="507" y="0"/>
                </a:lnTo>
                <a:moveTo>
                  <a:pt x="771" y="0"/>
                </a:moveTo>
                <a:lnTo>
                  <a:pt x="930" y="0"/>
                </a:lnTo>
                <a:lnTo>
                  <a:pt x="930" y="116"/>
                </a:lnTo>
                <a:lnTo>
                  <a:pt x="771" y="116"/>
                </a:lnTo>
                <a:lnTo>
                  <a:pt x="771" y="0"/>
                </a:lnTo>
                <a:moveTo>
                  <a:pt x="1035" y="0"/>
                </a:moveTo>
                <a:lnTo>
                  <a:pt x="1194" y="0"/>
                </a:lnTo>
                <a:lnTo>
                  <a:pt x="1194" y="116"/>
                </a:lnTo>
                <a:lnTo>
                  <a:pt x="1035" y="116"/>
                </a:lnTo>
                <a:lnTo>
                  <a:pt x="1035" y="0"/>
                </a:lnTo>
                <a:moveTo>
                  <a:pt x="1299" y="0"/>
                </a:moveTo>
                <a:lnTo>
                  <a:pt x="1457" y="0"/>
                </a:lnTo>
                <a:lnTo>
                  <a:pt x="1457" y="116"/>
                </a:lnTo>
                <a:lnTo>
                  <a:pt x="1299" y="116"/>
                </a:lnTo>
                <a:lnTo>
                  <a:pt x="1299" y="0"/>
                </a:lnTo>
                <a:moveTo>
                  <a:pt x="1562" y="0"/>
                </a:moveTo>
                <a:lnTo>
                  <a:pt x="1721" y="0"/>
                </a:lnTo>
                <a:lnTo>
                  <a:pt x="1721" y="116"/>
                </a:lnTo>
                <a:lnTo>
                  <a:pt x="1562" y="116"/>
                </a:lnTo>
                <a:lnTo>
                  <a:pt x="1562" y="0"/>
                </a:lnTo>
                <a:moveTo>
                  <a:pt x="1826" y="0"/>
                </a:moveTo>
                <a:lnTo>
                  <a:pt x="1985" y="0"/>
                </a:lnTo>
                <a:lnTo>
                  <a:pt x="1985" y="116"/>
                </a:lnTo>
                <a:lnTo>
                  <a:pt x="1826" y="116"/>
                </a:lnTo>
                <a:lnTo>
                  <a:pt x="1826" y="0"/>
                </a:lnTo>
                <a:moveTo>
                  <a:pt x="2090" y="0"/>
                </a:moveTo>
                <a:lnTo>
                  <a:pt x="2250" y="0"/>
                </a:lnTo>
                <a:lnTo>
                  <a:pt x="2250" y="116"/>
                </a:lnTo>
                <a:lnTo>
                  <a:pt x="2090" y="116"/>
                </a:lnTo>
                <a:lnTo>
                  <a:pt x="2090" y="0"/>
                </a:lnTo>
                <a:moveTo>
                  <a:pt x="2355" y="0"/>
                </a:moveTo>
                <a:lnTo>
                  <a:pt x="2513" y="0"/>
                </a:lnTo>
                <a:lnTo>
                  <a:pt x="2513" y="116"/>
                </a:lnTo>
                <a:lnTo>
                  <a:pt x="2355" y="116"/>
                </a:lnTo>
                <a:lnTo>
                  <a:pt x="2355" y="0"/>
                </a:lnTo>
                <a:moveTo>
                  <a:pt x="2618" y="0"/>
                </a:moveTo>
                <a:lnTo>
                  <a:pt x="2626" y="0"/>
                </a:lnTo>
                <a:cubicBezTo>
                  <a:pt x="2697" y="0"/>
                  <a:pt x="2756" y="26"/>
                  <a:pt x="2804" y="78"/>
                </a:cubicBezTo>
                <a:lnTo>
                  <a:pt x="2719" y="157"/>
                </a:lnTo>
                <a:cubicBezTo>
                  <a:pt x="2694" y="130"/>
                  <a:pt x="2663" y="116"/>
                  <a:pt x="2626" y="116"/>
                </a:cubicBezTo>
                <a:lnTo>
                  <a:pt x="2618" y="116"/>
                </a:lnTo>
                <a:lnTo>
                  <a:pt x="2618" y="0"/>
                </a:lnTo>
                <a:moveTo>
                  <a:pt x="2866" y="201"/>
                </a:moveTo>
                <a:cubicBezTo>
                  <a:pt x="2868" y="215"/>
                  <a:pt x="2869" y="229"/>
                  <a:pt x="2869" y="243"/>
                </a:cubicBezTo>
                <a:lnTo>
                  <a:pt x="2869" y="369"/>
                </a:lnTo>
                <a:lnTo>
                  <a:pt x="2753" y="369"/>
                </a:lnTo>
                <a:lnTo>
                  <a:pt x="2753" y="243"/>
                </a:lnTo>
                <a:cubicBezTo>
                  <a:pt x="2753" y="236"/>
                  <a:pt x="2752" y="229"/>
                  <a:pt x="2751" y="221"/>
                </a:cubicBezTo>
                <a:lnTo>
                  <a:pt x="2866" y="201"/>
                </a:lnTo>
                <a:moveTo>
                  <a:pt x="2869" y="474"/>
                </a:moveTo>
                <a:lnTo>
                  <a:pt x="2869" y="633"/>
                </a:lnTo>
                <a:lnTo>
                  <a:pt x="2753" y="633"/>
                </a:lnTo>
                <a:lnTo>
                  <a:pt x="2753" y="474"/>
                </a:lnTo>
                <a:lnTo>
                  <a:pt x="2869" y="474"/>
                </a:lnTo>
                <a:moveTo>
                  <a:pt x="2869" y="739"/>
                </a:moveTo>
                <a:lnTo>
                  <a:pt x="2869" y="898"/>
                </a:lnTo>
                <a:lnTo>
                  <a:pt x="2753" y="898"/>
                </a:lnTo>
                <a:lnTo>
                  <a:pt x="2753" y="739"/>
                </a:lnTo>
                <a:lnTo>
                  <a:pt x="2869" y="739"/>
                </a:lnTo>
                <a:moveTo>
                  <a:pt x="2869" y="1003"/>
                </a:moveTo>
                <a:lnTo>
                  <a:pt x="2869" y="1161"/>
                </a:lnTo>
                <a:lnTo>
                  <a:pt x="2753" y="1161"/>
                </a:lnTo>
                <a:lnTo>
                  <a:pt x="2753" y="1003"/>
                </a:lnTo>
                <a:lnTo>
                  <a:pt x="2869" y="1003"/>
                </a:lnTo>
                <a:moveTo>
                  <a:pt x="2869" y="1266"/>
                </a:moveTo>
                <a:lnTo>
                  <a:pt x="2869" y="1425"/>
                </a:lnTo>
                <a:lnTo>
                  <a:pt x="2753" y="1425"/>
                </a:lnTo>
                <a:lnTo>
                  <a:pt x="2753" y="1266"/>
                </a:lnTo>
                <a:lnTo>
                  <a:pt x="2869" y="1266"/>
                </a:lnTo>
                <a:moveTo>
                  <a:pt x="2868" y="1534"/>
                </a:moveTo>
                <a:cubicBezTo>
                  <a:pt x="2862" y="1609"/>
                  <a:pt x="2828" y="1669"/>
                  <a:pt x="2767" y="1712"/>
                </a:cubicBezTo>
                <a:lnTo>
                  <a:pt x="2700" y="1618"/>
                </a:lnTo>
                <a:cubicBezTo>
                  <a:pt x="2732" y="1595"/>
                  <a:pt x="2749" y="1564"/>
                  <a:pt x="2752" y="1525"/>
                </a:cubicBezTo>
                <a:lnTo>
                  <a:pt x="2868" y="1534"/>
                </a:lnTo>
                <a:moveTo>
                  <a:pt x="2637" y="1757"/>
                </a:moveTo>
                <a:cubicBezTo>
                  <a:pt x="2634" y="1757"/>
                  <a:pt x="2630" y="1758"/>
                  <a:pt x="2626" y="1758"/>
                </a:cubicBezTo>
                <a:lnTo>
                  <a:pt x="2476" y="1758"/>
                </a:lnTo>
                <a:lnTo>
                  <a:pt x="2476" y="1641"/>
                </a:lnTo>
                <a:lnTo>
                  <a:pt x="2626" y="1641"/>
                </a:lnTo>
                <a:cubicBezTo>
                  <a:pt x="2628" y="1641"/>
                  <a:pt x="2630" y="1641"/>
                  <a:pt x="2632" y="1641"/>
                </a:cubicBezTo>
                <a:lnTo>
                  <a:pt x="2637" y="1757"/>
                </a:lnTo>
                <a:moveTo>
                  <a:pt x="2371" y="1758"/>
                </a:moveTo>
                <a:lnTo>
                  <a:pt x="2213" y="1758"/>
                </a:lnTo>
                <a:lnTo>
                  <a:pt x="2213" y="1641"/>
                </a:lnTo>
                <a:lnTo>
                  <a:pt x="2371" y="1641"/>
                </a:lnTo>
                <a:lnTo>
                  <a:pt x="2371" y="1758"/>
                </a:lnTo>
                <a:moveTo>
                  <a:pt x="2107" y="1758"/>
                </a:moveTo>
                <a:lnTo>
                  <a:pt x="1948" y="1758"/>
                </a:lnTo>
                <a:lnTo>
                  <a:pt x="1948" y="1641"/>
                </a:lnTo>
                <a:lnTo>
                  <a:pt x="2107" y="1641"/>
                </a:lnTo>
                <a:lnTo>
                  <a:pt x="2107" y="1758"/>
                </a:lnTo>
                <a:moveTo>
                  <a:pt x="1843" y="1758"/>
                </a:moveTo>
                <a:lnTo>
                  <a:pt x="1684" y="1758"/>
                </a:lnTo>
                <a:lnTo>
                  <a:pt x="1684" y="1641"/>
                </a:lnTo>
                <a:lnTo>
                  <a:pt x="1843" y="1641"/>
                </a:lnTo>
                <a:lnTo>
                  <a:pt x="1843" y="1758"/>
                </a:lnTo>
                <a:moveTo>
                  <a:pt x="1579" y="1758"/>
                </a:moveTo>
                <a:lnTo>
                  <a:pt x="1420" y="1758"/>
                </a:lnTo>
                <a:lnTo>
                  <a:pt x="1420" y="1641"/>
                </a:lnTo>
                <a:lnTo>
                  <a:pt x="1579" y="1641"/>
                </a:lnTo>
                <a:lnTo>
                  <a:pt x="1579" y="1758"/>
                </a:lnTo>
                <a:moveTo>
                  <a:pt x="1315" y="1758"/>
                </a:moveTo>
                <a:lnTo>
                  <a:pt x="1157" y="1758"/>
                </a:lnTo>
                <a:lnTo>
                  <a:pt x="1157" y="1641"/>
                </a:lnTo>
                <a:lnTo>
                  <a:pt x="1315" y="1641"/>
                </a:lnTo>
                <a:lnTo>
                  <a:pt x="1315" y="1758"/>
                </a:lnTo>
                <a:moveTo>
                  <a:pt x="1052" y="1758"/>
                </a:moveTo>
                <a:lnTo>
                  <a:pt x="893" y="1758"/>
                </a:lnTo>
                <a:lnTo>
                  <a:pt x="893" y="1641"/>
                </a:lnTo>
                <a:lnTo>
                  <a:pt x="1052" y="1641"/>
                </a:lnTo>
                <a:lnTo>
                  <a:pt x="1052" y="1758"/>
                </a:lnTo>
                <a:moveTo>
                  <a:pt x="788" y="1758"/>
                </a:moveTo>
                <a:lnTo>
                  <a:pt x="629" y="1758"/>
                </a:lnTo>
                <a:lnTo>
                  <a:pt x="629" y="1641"/>
                </a:lnTo>
                <a:lnTo>
                  <a:pt x="788" y="1641"/>
                </a:lnTo>
                <a:lnTo>
                  <a:pt x="788" y="1758"/>
                </a:lnTo>
                <a:moveTo>
                  <a:pt x="524" y="1758"/>
                </a:moveTo>
                <a:lnTo>
                  <a:pt x="365" y="1758"/>
                </a:lnTo>
                <a:lnTo>
                  <a:pt x="365" y="1641"/>
                </a:lnTo>
                <a:lnTo>
                  <a:pt x="524" y="1641"/>
                </a:lnTo>
                <a:lnTo>
                  <a:pt x="524" y="1758"/>
                </a:lnTo>
                <a:moveTo>
                  <a:pt x="260" y="1758"/>
                </a:moveTo>
                <a:lnTo>
                  <a:pt x="244" y="1758"/>
                </a:lnTo>
                <a:cubicBezTo>
                  <a:pt x="178" y="1758"/>
                  <a:pt x="121" y="1735"/>
                  <a:pt x="74" y="1689"/>
                </a:cubicBezTo>
                <a:lnTo>
                  <a:pt x="155" y="1605"/>
                </a:lnTo>
                <a:cubicBezTo>
                  <a:pt x="180" y="1629"/>
                  <a:pt x="209" y="1641"/>
                  <a:pt x="244" y="1641"/>
                </a:cubicBezTo>
                <a:lnTo>
                  <a:pt x="260" y="1641"/>
                </a:lnTo>
                <a:lnTo>
                  <a:pt x="260" y="1758"/>
                </a:lnTo>
                <a:moveTo>
                  <a:pt x="6" y="1568"/>
                </a:moveTo>
                <a:cubicBezTo>
                  <a:pt x="2" y="1550"/>
                  <a:pt x="0" y="1532"/>
                  <a:pt x="0" y="1514"/>
                </a:cubicBezTo>
                <a:lnTo>
                  <a:pt x="0" y="1397"/>
                </a:lnTo>
                <a:lnTo>
                  <a:pt x="117" y="1397"/>
                </a:lnTo>
                <a:lnTo>
                  <a:pt x="117" y="1514"/>
                </a:lnTo>
                <a:cubicBezTo>
                  <a:pt x="117" y="1524"/>
                  <a:pt x="118" y="1533"/>
                  <a:pt x="120" y="1542"/>
                </a:cubicBezTo>
                <a:lnTo>
                  <a:pt x="6" y="1568"/>
                </a:lnTo>
                <a:moveTo>
                  <a:pt x="0" y="1292"/>
                </a:moveTo>
                <a:lnTo>
                  <a:pt x="0" y="1134"/>
                </a:lnTo>
                <a:lnTo>
                  <a:pt x="117" y="1134"/>
                </a:lnTo>
                <a:lnTo>
                  <a:pt x="117" y="1292"/>
                </a:lnTo>
                <a:lnTo>
                  <a:pt x="0" y="1292"/>
                </a:lnTo>
                <a:moveTo>
                  <a:pt x="0" y="1029"/>
                </a:moveTo>
                <a:lnTo>
                  <a:pt x="0" y="870"/>
                </a:lnTo>
                <a:lnTo>
                  <a:pt x="117" y="870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5"/>
                </a:lnTo>
                <a:lnTo>
                  <a:pt x="117" y="605"/>
                </a:lnTo>
                <a:lnTo>
                  <a:pt x="117" y="765"/>
                </a:lnTo>
                <a:lnTo>
                  <a:pt x="0" y="765"/>
                </a:lnTo>
                <a:moveTo>
                  <a:pt x="0" y="500"/>
                </a:moveTo>
                <a:lnTo>
                  <a:pt x="0" y="341"/>
                </a:lnTo>
                <a:lnTo>
                  <a:pt x="117" y="341"/>
                </a:lnTo>
                <a:lnTo>
                  <a:pt x="117" y="500"/>
                </a:lnTo>
                <a:lnTo>
                  <a:pt x="0" y="500"/>
                </a:lnTo>
                <a:moveTo>
                  <a:pt x="0" y="235"/>
                </a:moveTo>
                <a:cubicBezTo>
                  <a:pt x="3" y="160"/>
                  <a:pt x="34" y="99"/>
                  <a:pt x="93" y="52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0" y="235"/>
                </a:lnTo>
                <a:moveTo>
                  <a:pt x="220" y="1"/>
                </a:moveTo>
                <a:cubicBezTo>
                  <a:pt x="228" y="0"/>
                  <a:pt x="236" y="0"/>
                  <a:pt x="244" y="0"/>
                </a:cubicBezTo>
                <a:lnTo>
                  <a:pt x="402" y="0"/>
                </a:lnTo>
                <a:lnTo>
                  <a:pt x="402" y="116"/>
                </a:lnTo>
                <a:lnTo>
                  <a:pt x="244" y="116"/>
                </a:lnTo>
                <a:cubicBezTo>
                  <a:pt x="240" y="116"/>
                  <a:pt x="236" y="116"/>
                  <a:pt x="231" y="117"/>
                </a:cubicBezTo>
                <a:lnTo>
                  <a:pt x="220" y="1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30" name=""/>
          <p:cNvSpPr/>
          <p:nvPr/>
        </p:nvSpPr>
        <p:spPr>
          <a:xfrm>
            <a:off x="4903200" y="3874680"/>
            <a:ext cx="1032840" cy="632880"/>
          </a:xfrm>
          <a:custGeom>
            <a:avLst/>
            <a:gdLst/>
            <a:ahLst/>
            <a:rect l="0" t="0" r="r" b="b"/>
            <a:pathLst>
              <a:path w="2869" h="1758">
                <a:moveTo>
                  <a:pt x="507" y="0"/>
                </a:moveTo>
                <a:lnTo>
                  <a:pt x="666" y="0"/>
                </a:lnTo>
                <a:lnTo>
                  <a:pt x="666" y="116"/>
                </a:lnTo>
                <a:lnTo>
                  <a:pt x="507" y="116"/>
                </a:lnTo>
                <a:lnTo>
                  <a:pt x="507" y="0"/>
                </a:lnTo>
                <a:moveTo>
                  <a:pt x="771" y="0"/>
                </a:moveTo>
                <a:lnTo>
                  <a:pt x="930" y="0"/>
                </a:lnTo>
                <a:lnTo>
                  <a:pt x="930" y="116"/>
                </a:lnTo>
                <a:lnTo>
                  <a:pt x="771" y="116"/>
                </a:lnTo>
                <a:lnTo>
                  <a:pt x="771" y="0"/>
                </a:lnTo>
                <a:moveTo>
                  <a:pt x="1035" y="0"/>
                </a:moveTo>
                <a:lnTo>
                  <a:pt x="1194" y="0"/>
                </a:lnTo>
                <a:lnTo>
                  <a:pt x="1194" y="116"/>
                </a:lnTo>
                <a:lnTo>
                  <a:pt x="1035" y="116"/>
                </a:lnTo>
                <a:lnTo>
                  <a:pt x="1035" y="0"/>
                </a:lnTo>
                <a:moveTo>
                  <a:pt x="1299" y="0"/>
                </a:moveTo>
                <a:lnTo>
                  <a:pt x="1457" y="0"/>
                </a:lnTo>
                <a:lnTo>
                  <a:pt x="1457" y="116"/>
                </a:lnTo>
                <a:lnTo>
                  <a:pt x="1299" y="116"/>
                </a:lnTo>
                <a:lnTo>
                  <a:pt x="1299" y="0"/>
                </a:lnTo>
                <a:moveTo>
                  <a:pt x="1562" y="0"/>
                </a:moveTo>
                <a:lnTo>
                  <a:pt x="1721" y="0"/>
                </a:lnTo>
                <a:lnTo>
                  <a:pt x="1721" y="116"/>
                </a:lnTo>
                <a:lnTo>
                  <a:pt x="1562" y="116"/>
                </a:lnTo>
                <a:lnTo>
                  <a:pt x="1562" y="0"/>
                </a:lnTo>
                <a:moveTo>
                  <a:pt x="1826" y="0"/>
                </a:moveTo>
                <a:lnTo>
                  <a:pt x="1985" y="0"/>
                </a:lnTo>
                <a:lnTo>
                  <a:pt x="1985" y="116"/>
                </a:lnTo>
                <a:lnTo>
                  <a:pt x="1826" y="116"/>
                </a:lnTo>
                <a:lnTo>
                  <a:pt x="1826" y="0"/>
                </a:lnTo>
                <a:moveTo>
                  <a:pt x="2090" y="0"/>
                </a:moveTo>
                <a:lnTo>
                  <a:pt x="2250" y="0"/>
                </a:lnTo>
                <a:lnTo>
                  <a:pt x="2250" y="116"/>
                </a:lnTo>
                <a:lnTo>
                  <a:pt x="2090" y="116"/>
                </a:lnTo>
                <a:lnTo>
                  <a:pt x="2090" y="0"/>
                </a:lnTo>
                <a:moveTo>
                  <a:pt x="2355" y="0"/>
                </a:moveTo>
                <a:lnTo>
                  <a:pt x="2513" y="0"/>
                </a:lnTo>
                <a:lnTo>
                  <a:pt x="2513" y="116"/>
                </a:lnTo>
                <a:lnTo>
                  <a:pt x="2355" y="116"/>
                </a:lnTo>
                <a:lnTo>
                  <a:pt x="2355" y="0"/>
                </a:lnTo>
                <a:moveTo>
                  <a:pt x="2618" y="0"/>
                </a:moveTo>
                <a:lnTo>
                  <a:pt x="2626" y="0"/>
                </a:lnTo>
                <a:cubicBezTo>
                  <a:pt x="2697" y="0"/>
                  <a:pt x="2756" y="26"/>
                  <a:pt x="2804" y="78"/>
                </a:cubicBezTo>
                <a:lnTo>
                  <a:pt x="2719" y="157"/>
                </a:lnTo>
                <a:cubicBezTo>
                  <a:pt x="2694" y="130"/>
                  <a:pt x="2663" y="116"/>
                  <a:pt x="2626" y="116"/>
                </a:cubicBezTo>
                <a:lnTo>
                  <a:pt x="2618" y="116"/>
                </a:lnTo>
                <a:lnTo>
                  <a:pt x="2618" y="0"/>
                </a:lnTo>
                <a:moveTo>
                  <a:pt x="2866" y="201"/>
                </a:moveTo>
                <a:cubicBezTo>
                  <a:pt x="2868" y="215"/>
                  <a:pt x="2869" y="229"/>
                  <a:pt x="2869" y="243"/>
                </a:cubicBezTo>
                <a:lnTo>
                  <a:pt x="2869" y="369"/>
                </a:lnTo>
                <a:lnTo>
                  <a:pt x="2753" y="369"/>
                </a:lnTo>
                <a:lnTo>
                  <a:pt x="2753" y="243"/>
                </a:lnTo>
                <a:cubicBezTo>
                  <a:pt x="2753" y="236"/>
                  <a:pt x="2752" y="229"/>
                  <a:pt x="2751" y="221"/>
                </a:cubicBezTo>
                <a:lnTo>
                  <a:pt x="2866" y="201"/>
                </a:lnTo>
                <a:moveTo>
                  <a:pt x="2869" y="474"/>
                </a:moveTo>
                <a:lnTo>
                  <a:pt x="2869" y="633"/>
                </a:lnTo>
                <a:lnTo>
                  <a:pt x="2753" y="633"/>
                </a:lnTo>
                <a:lnTo>
                  <a:pt x="2753" y="474"/>
                </a:lnTo>
                <a:lnTo>
                  <a:pt x="2869" y="474"/>
                </a:lnTo>
                <a:moveTo>
                  <a:pt x="2869" y="739"/>
                </a:moveTo>
                <a:lnTo>
                  <a:pt x="2869" y="898"/>
                </a:lnTo>
                <a:lnTo>
                  <a:pt x="2753" y="898"/>
                </a:lnTo>
                <a:lnTo>
                  <a:pt x="2753" y="739"/>
                </a:lnTo>
                <a:lnTo>
                  <a:pt x="2869" y="739"/>
                </a:lnTo>
                <a:moveTo>
                  <a:pt x="2869" y="1003"/>
                </a:moveTo>
                <a:lnTo>
                  <a:pt x="2869" y="1161"/>
                </a:lnTo>
                <a:lnTo>
                  <a:pt x="2753" y="1161"/>
                </a:lnTo>
                <a:lnTo>
                  <a:pt x="2753" y="1003"/>
                </a:lnTo>
                <a:lnTo>
                  <a:pt x="2869" y="1003"/>
                </a:lnTo>
                <a:moveTo>
                  <a:pt x="2869" y="1266"/>
                </a:moveTo>
                <a:lnTo>
                  <a:pt x="2869" y="1425"/>
                </a:lnTo>
                <a:lnTo>
                  <a:pt x="2753" y="1425"/>
                </a:lnTo>
                <a:lnTo>
                  <a:pt x="2753" y="1266"/>
                </a:lnTo>
                <a:lnTo>
                  <a:pt x="2869" y="1266"/>
                </a:lnTo>
                <a:moveTo>
                  <a:pt x="2868" y="1534"/>
                </a:moveTo>
                <a:cubicBezTo>
                  <a:pt x="2862" y="1609"/>
                  <a:pt x="2828" y="1669"/>
                  <a:pt x="2767" y="1712"/>
                </a:cubicBezTo>
                <a:lnTo>
                  <a:pt x="2700" y="1618"/>
                </a:lnTo>
                <a:cubicBezTo>
                  <a:pt x="2732" y="1595"/>
                  <a:pt x="2749" y="1564"/>
                  <a:pt x="2752" y="1525"/>
                </a:cubicBezTo>
                <a:lnTo>
                  <a:pt x="2868" y="1534"/>
                </a:lnTo>
                <a:moveTo>
                  <a:pt x="2637" y="1757"/>
                </a:moveTo>
                <a:cubicBezTo>
                  <a:pt x="2634" y="1757"/>
                  <a:pt x="2630" y="1758"/>
                  <a:pt x="2626" y="1758"/>
                </a:cubicBezTo>
                <a:lnTo>
                  <a:pt x="2476" y="1758"/>
                </a:lnTo>
                <a:lnTo>
                  <a:pt x="2476" y="1641"/>
                </a:lnTo>
                <a:lnTo>
                  <a:pt x="2626" y="1641"/>
                </a:lnTo>
                <a:cubicBezTo>
                  <a:pt x="2628" y="1641"/>
                  <a:pt x="2630" y="1641"/>
                  <a:pt x="2632" y="1641"/>
                </a:cubicBezTo>
                <a:lnTo>
                  <a:pt x="2637" y="1757"/>
                </a:lnTo>
                <a:moveTo>
                  <a:pt x="2371" y="1758"/>
                </a:moveTo>
                <a:lnTo>
                  <a:pt x="2213" y="1758"/>
                </a:lnTo>
                <a:lnTo>
                  <a:pt x="2213" y="1641"/>
                </a:lnTo>
                <a:lnTo>
                  <a:pt x="2371" y="1641"/>
                </a:lnTo>
                <a:lnTo>
                  <a:pt x="2371" y="1758"/>
                </a:lnTo>
                <a:moveTo>
                  <a:pt x="2107" y="1758"/>
                </a:moveTo>
                <a:lnTo>
                  <a:pt x="1948" y="1758"/>
                </a:lnTo>
                <a:lnTo>
                  <a:pt x="1948" y="1641"/>
                </a:lnTo>
                <a:lnTo>
                  <a:pt x="2107" y="1641"/>
                </a:lnTo>
                <a:lnTo>
                  <a:pt x="2107" y="1758"/>
                </a:lnTo>
                <a:moveTo>
                  <a:pt x="1843" y="1758"/>
                </a:moveTo>
                <a:lnTo>
                  <a:pt x="1684" y="1758"/>
                </a:lnTo>
                <a:lnTo>
                  <a:pt x="1684" y="1641"/>
                </a:lnTo>
                <a:lnTo>
                  <a:pt x="1843" y="1641"/>
                </a:lnTo>
                <a:lnTo>
                  <a:pt x="1843" y="1758"/>
                </a:lnTo>
                <a:moveTo>
                  <a:pt x="1579" y="1758"/>
                </a:moveTo>
                <a:lnTo>
                  <a:pt x="1420" y="1758"/>
                </a:lnTo>
                <a:lnTo>
                  <a:pt x="1420" y="1641"/>
                </a:lnTo>
                <a:lnTo>
                  <a:pt x="1579" y="1641"/>
                </a:lnTo>
                <a:lnTo>
                  <a:pt x="1579" y="1758"/>
                </a:lnTo>
                <a:moveTo>
                  <a:pt x="1315" y="1758"/>
                </a:moveTo>
                <a:lnTo>
                  <a:pt x="1157" y="1758"/>
                </a:lnTo>
                <a:lnTo>
                  <a:pt x="1157" y="1641"/>
                </a:lnTo>
                <a:lnTo>
                  <a:pt x="1315" y="1641"/>
                </a:lnTo>
                <a:lnTo>
                  <a:pt x="1315" y="1758"/>
                </a:lnTo>
                <a:moveTo>
                  <a:pt x="1052" y="1758"/>
                </a:moveTo>
                <a:lnTo>
                  <a:pt x="893" y="1758"/>
                </a:lnTo>
                <a:lnTo>
                  <a:pt x="893" y="1641"/>
                </a:lnTo>
                <a:lnTo>
                  <a:pt x="1052" y="1641"/>
                </a:lnTo>
                <a:lnTo>
                  <a:pt x="1052" y="1758"/>
                </a:lnTo>
                <a:moveTo>
                  <a:pt x="788" y="1758"/>
                </a:moveTo>
                <a:lnTo>
                  <a:pt x="629" y="1758"/>
                </a:lnTo>
                <a:lnTo>
                  <a:pt x="629" y="1641"/>
                </a:lnTo>
                <a:lnTo>
                  <a:pt x="788" y="1641"/>
                </a:lnTo>
                <a:lnTo>
                  <a:pt x="788" y="1758"/>
                </a:lnTo>
                <a:moveTo>
                  <a:pt x="524" y="1758"/>
                </a:moveTo>
                <a:lnTo>
                  <a:pt x="365" y="1758"/>
                </a:lnTo>
                <a:lnTo>
                  <a:pt x="365" y="1641"/>
                </a:lnTo>
                <a:lnTo>
                  <a:pt x="524" y="1641"/>
                </a:lnTo>
                <a:lnTo>
                  <a:pt x="524" y="1758"/>
                </a:lnTo>
                <a:moveTo>
                  <a:pt x="260" y="1758"/>
                </a:moveTo>
                <a:lnTo>
                  <a:pt x="244" y="1758"/>
                </a:lnTo>
                <a:cubicBezTo>
                  <a:pt x="178" y="1758"/>
                  <a:pt x="121" y="1735"/>
                  <a:pt x="74" y="1689"/>
                </a:cubicBezTo>
                <a:lnTo>
                  <a:pt x="155" y="1605"/>
                </a:lnTo>
                <a:cubicBezTo>
                  <a:pt x="180" y="1629"/>
                  <a:pt x="209" y="1641"/>
                  <a:pt x="244" y="1641"/>
                </a:cubicBezTo>
                <a:lnTo>
                  <a:pt x="260" y="1641"/>
                </a:lnTo>
                <a:lnTo>
                  <a:pt x="260" y="1758"/>
                </a:lnTo>
                <a:moveTo>
                  <a:pt x="6" y="1568"/>
                </a:moveTo>
                <a:cubicBezTo>
                  <a:pt x="2" y="1550"/>
                  <a:pt x="0" y="1532"/>
                  <a:pt x="0" y="1514"/>
                </a:cubicBezTo>
                <a:lnTo>
                  <a:pt x="0" y="1397"/>
                </a:lnTo>
                <a:lnTo>
                  <a:pt x="117" y="1397"/>
                </a:lnTo>
                <a:lnTo>
                  <a:pt x="117" y="1514"/>
                </a:lnTo>
                <a:cubicBezTo>
                  <a:pt x="117" y="1524"/>
                  <a:pt x="118" y="1533"/>
                  <a:pt x="120" y="1542"/>
                </a:cubicBezTo>
                <a:lnTo>
                  <a:pt x="6" y="1568"/>
                </a:lnTo>
                <a:moveTo>
                  <a:pt x="0" y="1292"/>
                </a:moveTo>
                <a:lnTo>
                  <a:pt x="0" y="1134"/>
                </a:lnTo>
                <a:lnTo>
                  <a:pt x="117" y="1134"/>
                </a:lnTo>
                <a:lnTo>
                  <a:pt x="117" y="1292"/>
                </a:lnTo>
                <a:lnTo>
                  <a:pt x="0" y="1292"/>
                </a:lnTo>
                <a:moveTo>
                  <a:pt x="0" y="1029"/>
                </a:moveTo>
                <a:lnTo>
                  <a:pt x="0" y="870"/>
                </a:lnTo>
                <a:lnTo>
                  <a:pt x="117" y="870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5"/>
                </a:lnTo>
                <a:lnTo>
                  <a:pt x="117" y="605"/>
                </a:lnTo>
                <a:lnTo>
                  <a:pt x="117" y="765"/>
                </a:lnTo>
                <a:lnTo>
                  <a:pt x="0" y="765"/>
                </a:lnTo>
                <a:moveTo>
                  <a:pt x="0" y="500"/>
                </a:moveTo>
                <a:lnTo>
                  <a:pt x="0" y="341"/>
                </a:lnTo>
                <a:lnTo>
                  <a:pt x="117" y="341"/>
                </a:lnTo>
                <a:lnTo>
                  <a:pt x="117" y="500"/>
                </a:lnTo>
                <a:lnTo>
                  <a:pt x="0" y="500"/>
                </a:lnTo>
                <a:moveTo>
                  <a:pt x="0" y="235"/>
                </a:moveTo>
                <a:cubicBezTo>
                  <a:pt x="3" y="160"/>
                  <a:pt x="34" y="99"/>
                  <a:pt x="93" y="52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0" y="235"/>
                </a:lnTo>
                <a:moveTo>
                  <a:pt x="220" y="1"/>
                </a:moveTo>
                <a:cubicBezTo>
                  <a:pt x="228" y="0"/>
                  <a:pt x="236" y="0"/>
                  <a:pt x="244" y="0"/>
                </a:cubicBezTo>
                <a:lnTo>
                  <a:pt x="402" y="0"/>
                </a:lnTo>
                <a:lnTo>
                  <a:pt x="402" y="116"/>
                </a:lnTo>
                <a:lnTo>
                  <a:pt x="244" y="116"/>
                </a:lnTo>
                <a:cubicBezTo>
                  <a:pt x="240" y="116"/>
                  <a:pt x="236" y="116"/>
                  <a:pt x="231" y="117"/>
                </a:cubicBezTo>
                <a:lnTo>
                  <a:pt x="220" y="1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31" name=""/>
          <p:cNvSpPr/>
          <p:nvPr/>
        </p:nvSpPr>
        <p:spPr>
          <a:xfrm>
            <a:off x="4903200" y="3874680"/>
            <a:ext cx="1032840" cy="632880"/>
          </a:xfrm>
          <a:custGeom>
            <a:avLst/>
            <a:gdLst/>
            <a:ahLst/>
            <a:rect l="0" t="0" r="r" b="b"/>
            <a:pathLst>
              <a:path w="2869" h="1758">
                <a:moveTo>
                  <a:pt x="507" y="0"/>
                </a:moveTo>
                <a:lnTo>
                  <a:pt x="666" y="0"/>
                </a:lnTo>
                <a:lnTo>
                  <a:pt x="666" y="116"/>
                </a:lnTo>
                <a:lnTo>
                  <a:pt x="507" y="116"/>
                </a:lnTo>
                <a:lnTo>
                  <a:pt x="507" y="0"/>
                </a:lnTo>
                <a:moveTo>
                  <a:pt x="771" y="0"/>
                </a:moveTo>
                <a:lnTo>
                  <a:pt x="930" y="0"/>
                </a:lnTo>
                <a:lnTo>
                  <a:pt x="930" y="116"/>
                </a:lnTo>
                <a:lnTo>
                  <a:pt x="771" y="116"/>
                </a:lnTo>
                <a:lnTo>
                  <a:pt x="771" y="0"/>
                </a:lnTo>
                <a:moveTo>
                  <a:pt x="1035" y="0"/>
                </a:moveTo>
                <a:lnTo>
                  <a:pt x="1194" y="0"/>
                </a:lnTo>
                <a:lnTo>
                  <a:pt x="1194" y="116"/>
                </a:lnTo>
                <a:lnTo>
                  <a:pt x="1035" y="116"/>
                </a:lnTo>
                <a:lnTo>
                  <a:pt x="1035" y="0"/>
                </a:lnTo>
                <a:moveTo>
                  <a:pt x="1299" y="0"/>
                </a:moveTo>
                <a:lnTo>
                  <a:pt x="1457" y="0"/>
                </a:lnTo>
                <a:lnTo>
                  <a:pt x="1457" y="116"/>
                </a:lnTo>
                <a:lnTo>
                  <a:pt x="1299" y="116"/>
                </a:lnTo>
                <a:lnTo>
                  <a:pt x="1299" y="0"/>
                </a:lnTo>
                <a:moveTo>
                  <a:pt x="1562" y="0"/>
                </a:moveTo>
                <a:lnTo>
                  <a:pt x="1721" y="0"/>
                </a:lnTo>
                <a:lnTo>
                  <a:pt x="1721" y="116"/>
                </a:lnTo>
                <a:lnTo>
                  <a:pt x="1562" y="116"/>
                </a:lnTo>
                <a:lnTo>
                  <a:pt x="1562" y="0"/>
                </a:lnTo>
                <a:moveTo>
                  <a:pt x="1826" y="0"/>
                </a:moveTo>
                <a:lnTo>
                  <a:pt x="1985" y="0"/>
                </a:lnTo>
                <a:lnTo>
                  <a:pt x="1985" y="116"/>
                </a:lnTo>
                <a:lnTo>
                  <a:pt x="1826" y="116"/>
                </a:lnTo>
                <a:lnTo>
                  <a:pt x="1826" y="0"/>
                </a:lnTo>
                <a:moveTo>
                  <a:pt x="2090" y="0"/>
                </a:moveTo>
                <a:lnTo>
                  <a:pt x="2250" y="0"/>
                </a:lnTo>
                <a:lnTo>
                  <a:pt x="2250" y="116"/>
                </a:lnTo>
                <a:lnTo>
                  <a:pt x="2090" y="116"/>
                </a:lnTo>
                <a:lnTo>
                  <a:pt x="2090" y="0"/>
                </a:lnTo>
                <a:moveTo>
                  <a:pt x="2355" y="0"/>
                </a:moveTo>
                <a:lnTo>
                  <a:pt x="2513" y="0"/>
                </a:lnTo>
                <a:lnTo>
                  <a:pt x="2513" y="116"/>
                </a:lnTo>
                <a:lnTo>
                  <a:pt x="2355" y="116"/>
                </a:lnTo>
                <a:lnTo>
                  <a:pt x="2355" y="0"/>
                </a:lnTo>
                <a:moveTo>
                  <a:pt x="2618" y="0"/>
                </a:moveTo>
                <a:lnTo>
                  <a:pt x="2626" y="0"/>
                </a:lnTo>
                <a:cubicBezTo>
                  <a:pt x="2697" y="0"/>
                  <a:pt x="2756" y="26"/>
                  <a:pt x="2804" y="78"/>
                </a:cubicBezTo>
                <a:lnTo>
                  <a:pt x="2719" y="157"/>
                </a:lnTo>
                <a:cubicBezTo>
                  <a:pt x="2694" y="130"/>
                  <a:pt x="2663" y="116"/>
                  <a:pt x="2626" y="116"/>
                </a:cubicBezTo>
                <a:lnTo>
                  <a:pt x="2618" y="116"/>
                </a:lnTo>
                <a:lnTo>
                  <a:pt x="2618" y="0"/>
                </a:lnTo>
                <a:moveTo>
                  <a:pt x="2866" y="201"/>
                </a:moveTo>
                <a:cubicBezTo>
                  <a:pt x="2868" y="215"/>
                  <a:pt x="2869" y="229"/>
                  <a:pt x="2869" y="243"/>
                </a:cubicBezTo>
                <a:lnTo>
                  <a:pt x="2869" y="369"/>
                </a:lnTo>
                <a:lnTo>
                  <a:pt x="2753" y="369"/>
                </a:lnTo>
                <a:lnTo>
                  <a:pt x="2753" y="243"/>
                </a:lnTo>
                <a:cubicBezTo>
                  <a:pt x="2753" y="236"/>
                  <a:pt x="2752" y="229"/>
                  <a:pt x="2751" y="221"/>
                </a:cubicBezTo>
                <a:lnTo>
                  <a:pt x="2866" y="201"/>
                </a:lnTo>
                <a:moveTo>
                  <a:pt x="2869" y="474"/>
                </a:moveTo>
                <a:lnTo>
                  <a:pt x="2869" y="633"/>
                </a:lnTo>
                <a:lnTo>
                  <a:pt x="2753" y="633"/>
                </a:lnTo>
                <a:lnTo>
                  <a:pt x="2753" y="474"/>
                </a:lnTo>
                <a:lnTo>
                  <a:pt x="2869" y="474"/>
                </a:lnTo>
                <a:moveTo>
                  <a:pt x="2869" y="739"/>
                </a:moveTo>
                <a:lnTo>
                  <a:pt x="2869" y="898"/>
                </a:lnTo>
                <a:lnTo>
                  <a:pt x="2753" y="898"/>
                </a:lnTo>
                <a:lnTo>
                  <a:pt x="2753" y="739"/>
                </a:lnTo>
                <a:lnTo>
                  <a:pt x="2869" y="739"/>
                </a:lnTo>
                <a:moveTo>
                  <a:pt x="2869" y="1003"/>
                </a:moveTo>
                <a:lnTo>
                  <a:pt x="2869" y="1161"/>
                </a:lnTo>
                <a:lnTo>
                  <a:pt x="2753" y="1161"/>
                </a:lnTo>
                <a:lnTo>
                  <a:pt x="2753" y="1003"/>
                </a:lnTo>
                <a:lnTo>
                  <a:pt x="2869" y="1003"/>
                </a:lnTo>
                <a:moveTo>
                  <a:pt x="2869" y="1266"/>
                </a:moveTo>
                <a:lnTo>
                  <a:pt x="2869" y="1425"/>
                </a:lnTo>
                <a:lnTo>
                  <a:pt x="2753" y="1425"/>
                </a:lnTo>
                <a:lnTo>
                  <a:pt x="2753" y="1266"/>
                </a:lnTo>
                <a:lnTo>
                  <a:pt x="2869" y="1266"/>
                </a:lnTo>
                <a:moveTo>
                  <a:pt x="2868" y="1534"/>
                </a:moveTo>
                <a:cubicBezTo>
                  <a:pt x="2862" y="1609"/>
                  <a:pt x="2828" y="1669"/>
                  <a:pt x="2767" y="1712"/>
                </a:cubicBezTo>
                <a:lnTo>
                  <a:pt x="2700" y="1618"/>
                </a:lnTo>
                <a:cubicBezTo>
                  <a:pt x="2732" y="1595"/>
                  <a:pt x="2749" y="1564"/>
                  <a:pt x="2752" y="1525"/>
                </a:cubicBezTo>
                <a:lnTo>
                  <a:pt x="2868" y="1534"/>
                </a:lnTo>
                <a:moveTo>
                  <a:pt x="2637" y="1757"/>
                </a:moveTo>
                <a:cubicBezTo>
                  <a:pt x="2634" y="1757"/>
                  <a:pt x="2630" y="1758"/>
                  <a:pt x="2626" y="1758"/>
                </a:cubicBezTo>
                <a:lnTo>
                  <a:pt x="2476" y="1758"/>
                </a:lnTo>
                <a:lnTo>
                  <a:pt x="2476" y="1641"/>
                </a:lnTo>
                <a:lnTo>
                  <a:pt x="2626" y="1641"/>
                </a:lnTo>
                <a:cubicBezTo>
                  <a:pt x="2628" y="1641"/>
                  <a:pt x="2630" y="1641"/>
                  <a:pt x="2632" y="1641"/>
                </a:cubicBezTo>
                <a:lnTo>
                  <a:pt x="2637" y="1757"/>
                </a:lnTo>
                <a:moveTo>
                  <a:pt x="2371" y="1758"/>
                </a:moveTo>
                <a:lnTo>
                  <a:pt x="2213" y="1758"/>
                </a:lnTo>
                <a:lnTo>
                  <a:pt x="2213" y="1641"/>
                </a:lnTo>
                <a:lnTo>
                  <a:pt x="2371" y="1641"/>
                </a:lnTo>
                <a:lnTo>
                  <a:pt x="2371" y="1758"/>
                </a:lnTo>
                <a:moveTo>
                  <a:pt x="2107" y="1758"/>
                </a:moveTo>
                <a:lnTo>
                  <a:pt x="1948" y="1758"/>
                </a:lnTo>
                <a:lnTo>
                  <a:pt x="1948" y="1641"/>
                </a:lnTo>
                <a:lnTo>
                  <a:pt x="2107" y="1641"/>
                </a:lnTo>
                <a:lnTo>
                  <a:pt x="2107" y="1758"/>
                </a:lnTo>
                <a:moveTo>
                  <a:pt x="1843" y="1758"/>
                </a:moveTo>
                <a:lnTo>
                  <a:pt x="1684" y="1758"/>
                </a:lnTo>
                <a:lnTo>
                  <a:pt x="1684" y="1641"/>
                </a:lnTo>
                <a:lnTo>
                  <a:pt x="1843" y="1641"/>
                </a:lnTo>
                <a:lnTo>
                  <a:pt x="1843" y="1758"/>
                </a:lnTo>
                <a:moveTo>
                  <a:pt x="1579" y="1758"/>
                </a:moveTo>
                <a:lnTo>
                  <a:pt x="1420" y="1758"/>
                </a:lnTo>
                <a:lnTo>
                  <a:pt x="1420" y="1641"/>
                </a:lnTo>
                <a:lnTo>
                  <a:pt x="1579" y="1641"/>
                </a:lnTo>
                <a:lnTo>
                  <a:pt x="1579" y="1758"/>
                </a:lnTo>
                <a:moveTo>
                  <a:pt x="1315" y="1758"/>
                </a:moveTo>
                <a:lnTo>
                  <a:pt x="1157" y="1758"/>
                </a:lnTo>
                <a:lnTo>
                  <a:pt x="1157" y="1641"/>
                </a:lnTo>
                <a:lnTo>
                  <a:pt x="1315" y="1641"/>
                </a:lnTo>
                <a:lnTo>
                  <a:pt x="1315" y="1758"/>
                </a:lnTo>
                <a:moveTo>
                  <a:pt x="1052" y="1758"/>
                </a:moveTo>
                <a:lnTo>
                  <a:pt x="893" y="1758"/>
                </a:lnTo>
                <a:lnTo>
                  <a:pt x="893" y="1641"/>
                </a:lnTo>
                <a:lnTo>
                  <a:pt x="1052" y="1641"/>
                </a:lnTo>
                <a:lnTo>
                  <a:pt x="1052" y="1758"/>
                </a:lnTo>
                <a:moveTo>
                  <a:pt x="788" y="1758"/>
                </a:moveTo>
                <a:lnTo>
                  <a:pt x="629" y="1758"/>
                </a:lnTo>
                <a:lnTo>
                  <a:pt x="629" y="1641"/>
                </a:lnTo>
                <a:lnTo>
                  <a:pt x="788" y="1641"/>
                </a:lnTo>
                <a:lnTo>
                  <a:pt x="788" y="1758"/>
                </a:lnTo>
                <a:moveTo>
                  <a:pt x="524" y="1758"/>
                </a:moveTo>
                <a:lnTo>
                  <a:pt x="365" y="1758"/>
                </a:lnTo>
                <a:lnTo>
                  <a:pt x="365" y="1641"/>
                </a:lnTo>
                <a:lnTo>
                  <a:pt x="524" y="1641"/>
                </a:lnTo>
                <a:lnTo>
                  <a:pt x="524" y="1758"/>
                </a:lnTo>
                <a:moveTo>
                  <a:pt x="260" y="1758"/>
                </a:moveTo>
                <a:lnTo>
                  <a:pt x="244" y="1758"/>
                </a:lnTo>
                <a:cubicBezTo>
                  <a:pt x="178" y="1758"/>
                  <a:pt x="121" y="1735"/>
                  <a:pt x="74" y="1689"/>
                </a:cubicBezTo>
                <a:lnTo>
                  <a:pt x="155" y="1605"/>
                </a:lnTo>
                <a:cubicBezTo>
                  <a:pt x="180" y="1629"/>
                  <a:pt x="209" y="1641"/>
                  <a:pt x="244" y="1641"/>
                </a:cubicBezTo>
                <a:lnTo>
                  <a:pt x="260" y="1641"/>
                </a:lnTo>
                <a:lnTo>
                  <a:pt x="260" y="1758"/>
                </a:lnTo>
                <a:moveTo>
                  <a:pt x="6" y="1568"/>
                </a:moveTo>
                <a:cubicBezTo>
                  <a:pt x="2" y="1550"/>
                  <a:pt x="0" y="1532"/>
                  <a:pt x="0" y="1514"/>
                </a:cubicBezTo>
                <a:lnTo>
                  <a:pt x="0" y="1397"/>
                </a:lnTo>
                <a:lnTo>
                  <a:pt x="117" y="1397"/>
                </a:lnTo>
                <a:lnTo>
                  <a:pt x="117" y="1514"/>
                </a:lnTo>
                <a:cubicBezTo>
                  <a:pt x="117" y="1524"/>
                  <a:pt x="118" y="1533"/>
                  <a:pt x="120" y="1542"/>
                </a:cubicBezTo>
                <a:lnTo>
                  <a:pt x="6" y="1568"/>
                </a:lnTo>
                <a:moveTo>
                  <a:pt x="0" y="1292"/>
                </a:moveTo>
                <a:lnTo>
                  <a:pt x="0" y="1134"/>
                </a:lnTo>
                <a:lnTo>
                  <a:pt x="117" y="1134"/>
                </a:lnTo>
                <a:lnTo>
                  <a:pt x="117" y="1292"/>
                </a:lnTo>
                <a:lnTo>
                  <a:pt x="0" y="1292"/>
                </a:lnTo>
                <a:moveTo>
                  <a:pt x="0" y="1029"/>
                </a:moveTo>
                <a:lnTo>
                  <a:pt x="0" y="870"/>
                </a:lnTo>
                <a:lnTo>
                  <a:pt x="117" y="870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5"/>
                </a:lnTo>
                <a:lnTo>
                  <a:pt x="117" y="605"/>
                </a:lnTo>
                <a:lnTo>
                  <a:pt x="117" y="765"/>
                </a:lnTo>
                <a:lnTo>
                  <a:pt x="0" y="765"/>
                </a:lnTo>
                <a:moveTo>
                  <a:pt x="0" y="500"/>
                </a:moveTo>
                <a:lnTo>
                  <a:pt x="0" y="341"/>
                </a:lnTo>
                <a:lnTo>
                  <a:pt x="117" y="341"/>
                </a:lnTo>
                <a:lnTo>
                  <a:pt x="117" y="500"/>
                </a:lnTo>
                <a:lnTo>
                  <a:pt x="0" y="500"/>
                </a:lnTo>
                <a:moveTo>
                  <a:pt x="0" y="235"/>
                </a:moveTo>
                <a:cubicBezTo>
                  <a:pt x="3" y="160"/>
                  <a:pt x="34" y="99"/>
                  <a:pt x="93" y="52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0" y="235"/>
                </a:lnTo>
                <a:moveTo>
                  <a:pt x="220" y="1"/>
                </a:moveTo>
                <a:cubicBezTo>
                  <a:pt x="228" y="0"/>
                  <a:pt x="236" y="0"/>
                  <a:pt x="244" y="0"/>
                </a:cubicBezTo>
                <a:lnTo>
                  <a:pt x="402" y="0"/>
                </a:lnTo>
                <a:lnTo>
                  <a:pt x="402" y="116"/>
                </a:lnTo>
                <a:lnTo>
                  <a:pt x="244" y="116"/>
                </a:lnTo>
                <a:cubicBezTo>
                  <a:pt x="240" y="116"/>
                  <a:pt x="236" y="116"/>
                  <a:pt x="231" y="117"/>
                </a:cubicBezTo>
                <a:lnTo>
                  <a:pt x="220" y="1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32" name=""/>
          <p:cNvSpPr/>
          <p:nvPr/>
        </p:nvSpPr>
        <p:spPr>
          <a:xfrm>
            <a:off x="4903200" y="3874680"/>
            <a:ext cx="1032840" cy="632880"/>
          </a:xfrm>
          <a:custGeom>
            <a:avLst/>
            <a:gdLst/>
            <a:ahLst/>
            <a:rect l="0" t="0" r="r" b="b"/>
            <a:pathLst>
              <a:path w="2869" h="1758">
                <a:moveTo>
                  <a:pt x="507" y="0"/>
                </a:moveTo>
                <a:lnTo>
                  <a:pt x="666" y="0"/>
                </a:lnTo>
                <a:lnTo>
                  <a:pt x="666" y="116"/>
                </a:lnTo>
                <a:lnTo>
                  <a:pt x="507" y="116"/>
                </a:lnTo>
                <a:lnTo>
                  <a:pt x="507" y="0"/>
                </a:lnTo>
                <a:moveTo>
                  <a:pt x="771" y="0"/>
                </a:moveTo>
                <a:lnTo>
                  <a:pt x="930" y="0"/>
                </a:lnTo>
                <a:lnTo>
                  <a:pt x="930" y="116"/>
                </a:lnTo>
                <a:lnTo>
                  <a:pt x="771" y="116"/>
                </a:lnTo>
                <a:lnTo>
                  <a:pt x="771" y="0"/>
                </a:lnTo>
                <a:moveTo>
                  <a:pt x="1035" y="0"/>
                </a:moveTo>
                <a:lnTo>
                  <a:pt x="1194" y="0"/>
                </a:lnTo>
                <a:lnTo>
                  <a:pt x="1194" y="116"/>
                </a:lnTo>
                <a:lnTo>
                  <a:pt x="1035" y="116"/>
                </a:lnTo>
                <a:lnTo>
                  <a:pt x="1035" y="0"/>
                </a:lnTo>
                <a:moveTo>
                  <a:pt x="1299" y="0"/>
                </a:moveTo>
                <a:lnTo>
                  <a:pt x="1457" y="0"/>
                </a:lnTo>
                <a:lnTo>
                  <a:pt x="1457" y="116"/>
                </a:lnTo>
                <a:lnTo>
                  <a:pt x="1299" y="116"/>
                </a:lnTo>
                <a:lnTo>
                  <a:pt x="1299" y="0"/>
                </a:lnTo>
                <a:moveTo>
                  <a:pt x="1562" y="0"/>
                </a:moveTo>
                <a:lnTo>
                  <a:pt x="1721" y="0"/>
                </a:lnTo>
                <a:lnTo>
                  <a:pt x="1721" y="116"/>
                </a:lnTo>
                <a:lnTo>
                  <a:pt x="1562" y="116"/>
                </a:lnTo>
                <a:lnTo>
                  <a:pt x="1562" y="0"/>
                </a:lnTo>
                <a:moveTo>
                  <a:pt x="1826" y="0"/>
                </a:moveTo>
                <a:lnTo>
                  <a:pt x="1985" y="0"/>
                </a:lnTo>
                <a:lnTo>
                  <a:pt x="1985" y="116"/>
                </a:lnTo>
                <a:lnTo>
                  <a:pt x="1826" y="116"/>
                </a:lnTo>
                <a:lnTo>
                  <a:pt x="1826" y="0"/>
                </a:lnTo>
                <a:moveTo>
                  <a:pt x="2090" y="0"/>
                </a:moveTo>
                <a:lnTo>
                  <a:pt x="2250" y="0"/>
                </a:lnTo>
                <a:lnTo>
                  <a:pt x="2250" y="116"/>
                </a:lnTo>
                <a:lnTo>
                  <a:pt x="2090" y="116"/>
                </a:lnTo>
                <a:lnTo>
                  <a:pt x="2090" y="0"/>
                </a:lnTo>
                <a:moveTo>
                  <a:pt x="2355" y="0"/>
                </a:moveTo>
                <a:lnTo>
                  <a:pt x="2513" y="0"/>
                </a:lnTo>
                <a:lnTo>
                  <a:pt x="2513" y="116"/>
                </a:lnTo>
                <a:lnTo>
                  <a:pt x="2355" y="116"/>
                </a:lnTo>
                <a:lnTo>
                  <a:pt x="2355" y="0"/>
                </a:lnTo>
                <a:moveTo>
                  <a:pt x="2618" y="0"/>
                </a:moveTo>
                <a:lnTo>
                  <a:pt x="2626" y="0"/>
                </a:lnTo>
                <a:cubicBezTo>
                  <a:pt x="2697" y="0"/>
                  <a:pt x="2756" y="26"/>
                  <a:pt x="2804" y="78"/>
                </a:cubicBezTo>
                <a:lnTo>
                  <a:pt x="2719" y="157"/>
                </a:lnTo>
                <a:cubicBezTo>
                  <a:pt x="2694" y="130"/>
                  <a:pt x="2663" y="116"/>
                  <a:pt x="2626" y="116"/>
                </a:cubicBezTo>
                <a:lnTo>
                  <a:pt x="2618" y="116"/>
                </a:lnTo>
                <a:lnTo>
                  <a:pt x="2618" y="0"/>
                </a:lnTo>
                <a:moveTo>
                  <a:pt x="2866" y="201"/>
                </a:moveTo>
                <a:cubicBezTo>
                  <a:pt x="2868" y="215"/>
                  <a:pt x="2869" y="229"/>
                  <a:pt x="2869" y="243"/>
                </a:cubicBezTo>
                <a:lnTo>
                  <a:pt x="2869" y="369"/>
                </a:lnTo>
                <a:lnTo>
                  <a:pt x="2753" y="369"/>
                </a:lnTo>
                <a:lnTo>
                  <a:pt x="2753" y="243"/>
                </a:lnTo>
                <a:cubicBezTo>
                  <a:pt x="2753" y="236"/>
                  <a:pt x="2752" y="229"/>
                  <a:pt x="2751" y="221"/>
                </a:cubicBezTo>
                <a:lnTo>
                  <a:pt x="2866" y="201"/>
                </a:lnTo>
                <a:moveTo>
                  <a:pt x="2869" y="474"/>
                </a:moveTo>
                <a:lnTo>
                  <a:pt x="2869" y="633"/>
                </a:lnTo>
                <a:lnTo>
                  <a:pt x="2753" y="633"/>
                </a:lnTo>
                <a:lnTo>
                  <a:pt x="2753" y="474"/>
                </a:lnTo>
                <a:lnTo>
                  <a:pt x="2869" y="474"/>
                </a:lnTo>
                <a:moveTo>
                  <a:pt x="2869" y="739"/>
                </a:moveTo>
                <a:lnTo>
                  <a:pt x="2869" y="898"/>
                </a:lnTo>
                <a:lnTo>
                  <a:pt x="2753" y="898"/>
                </a:lnTo>
                <a:lnTo>
                  <a:pt x="2753" y="739"/>
                </a:lnTo>
                <a:lnTo>
                  <a:pt x="2869" y="739"/>
                </a:lnTo>
                <a:moveTo>
                  <a:pt x="2869" y="1003"/>
                </a:moveTo>
                <a:lnTo>
                  <a:pt x="2869" y="1161"/>
                </a:lnTo>
                <a:lnTo>
                  <a:pt x="2753" y="1161"/>
                </a:lnTo>
                <a:lnTo>
                  <a:pt x="2753" y="1003"/>
                </a:lnTo>
                <a:lnTo>
                  <a:pt x="2869" y="1003"/>
                </a:lnTo>
                <a:moveTo>
                  <a:pt x="2869" y="1266"/>
                </a:moveTo>
                <a:lnTo>
                  <a:pt x="2869" y="1425"/>
                </a:lnTo>
                <a:lnTo>
                  <a:pt x="2753" y="1425"/>
                </a:lnTo>
                <a:lnTo>
                  <a:pt x="2753" y="1266"/>
                </a:lnTo>
                <a:lnTo>
                  <a:pt x="2869" y="1266"/>
                </a:lnTo>
                <a:moveTo>
                  <a:pt x="2868" y="1534"/>
                </a:moveTo>
                <a:cubicBezTo>
                  <a:pt x="2862" y="1609"/>
                  <a:pt x="2828" y="1669"/>
                  <a:pt x="2767" y="1712"/>
                </a:cubicBezTo>
                <a:lnTo>
                  <a:pt x="2700" y="1618"/>
                </a:lnTo>
                <a:cubicBezTo>
                  <a:pt x="2732" y="1595"/>
                  <a:pt x="2749" y="1564"/>
                  <a:pt x="2752" y="1525"/>
                </a:cubicBezTo>
                <a:lnTo>
                  <a:pt x="2868" y="1534"/>
                </a:lnTo>
                <a:moveTo>
                  <a:pt x="2637" y="1757"/>
                </a:moveTo>
                <a:cubicBezTo>
                  <a:pt x="2634" y="1757"/>
                  <a:pt x="2630" y="1758"/>
                  <a:pt x="2626" y="1758"/>
                </a:cubicBezTo>
                <a:lnTo>
                  <a:pt x="2476" y="1758"/>
                </a:lnTo>
                <a:lnTo>
                  <a:pt x="2476" y="1641"/>
                </a:lnTo>
                <a:lnTo>
                  <a:pt x="2626" y="1641"/>
                </a:lnTo>
                <a:cubicBezTo>
                  <a:pt x="2628" y="1641"/>
                  <a:pt x="2630" y="1641"/>
                  <a:pt x="2632" y="1641"/>
                </a:cubicBezTo>
                <a:lnTo>
                  <a:pt x="2637" y="1757"/>
                </a:lnTo>
                <a:moveTo>
                  <a:pt x="2371" y="1758"/>
                </a:moveTo>
                <a:lnTo>
                  <a:pt x="2213" y="1758"/>
                </a:lnTo>
                <a:lnTo>
                  <a:pt x="2213" y="1641"/>
                </a:lnTo>
                <a:lnTo>
                  <a:pt x="2371" y="1641"/>
                </a:lnTo>
                <a:lnTo>
                  <a:pt x="2371" y="1758"/>
                </a:lnTo>
                <a:moveTo>
                  <a:pt x="2107" y="1758"/>
                </a:moveTo>
                <a:lnTo>
                  <a:pt x="1948" y="1758"/>
                </a:lnTo>
                <a:lnTo>
                  <a:pt x="1948" y="1641"/>
                </a:lnTo>
                <a:lnTo>
                  <a:pt x="2107" y="1641"/>
                </a:lnTo>
                <a:lnTo>
                  <a:pt x="2107" y="1758"/>
                </a:lnTo>
                <a:moveTo>
                  <a:pt x="1843" y="1758"/>
                </a:moveTo>
                <a:lnTo>
                  <a:pt x="1684" y="1758"/>
                </a:lnTo>
                <a:lnTo>
                  <a:pt x="1684" y="1641"/>
                </a:lnTo>
                <a:lnTo>
                  <a:pt x="1843" y="1641"/>
                </a:lnTo>
                <a:lnTo>
                  <a:pt x="1843" y="1758"/>
                </a:lnTo>
                <a:moveTo>
                  <a:pt x="1579" y="1758"/>
                </a:moveTo>
                <a:lnTo>
                  <a:pt x="1420" y="1758"/>
                </a:lnTo>
                <a:lnTo>
                  <a:pt x="1420" y="1641"/>
                </a:lnTo>
                <a:lnTo>
                  <a:pt x="1579" y="1641"/>
                </a:lnTo>
                <a:lnTo>
                  <a:pt x="1579" y="1758"/>
                </a:lnTo>
                <a:moveTo>
                  <a:pt x="1315" y="1758"/>
                </a:moveTo>
                <a:lnTo>
                  <a:pt x="1157" y="1758"/>
                </a:lnTo>
                <a:lnTo>
                  <a:pt x="1157" y="1641"/>
                </a:lnTo>
                <a:lnTo>
                  <a:pt x="1315" y="1641"/>
                </a:lnTo>
                <a:lnTo>
                  <a:pt x="1315" y="1758"/>
                </a:lnTo>
                <a:moveTo>
                  <a:pt x="1052" y="1758"/>
                </a:moveTo>
                <a:lnTo>
                  <a:pt x="893" y="1758"/>
                </a:lnTo>
                <a:lnTo>
                  <a:pt x="893" y="1641"/>
                </a:lnTo>
                <a:lnTo>
                  <a:pt x="1052" y="1641"/>
                </a:lnTo>
                <a:lnTo>
                  <a:pt x="1052" y="1758"/>
                </a:lnTo>
                <a:moveTo>
                  <a:pt x="788" y="1758"/>
                </a:moveTo>
                <a:lnTo>
                  <a:pt x="629" y="1758"/>
                </a:lnTo>
                <a:lnTo>
                  <a:pt x="629" y="1641"/>
                </a:lnTo>
                <a:lnTo>
                  <a:pt x="788" y="1641"/>
                </a:lnTo>
                <a:lnTo>
                  <a:pt x="788" y="1758"/>
                </a:lnTo>
                <a:moveTo>
                  <a:pt x="524" y="1758"/>
                </a:moveTo>
                <a:lnTo>
                  <a:pt x="365" y="1758"/>
                </a:lnTo>
                <a:lnTo>
                  <a:pt x="365" y="1641"/>
                </a:lnTo>
                <a:lnTo>
                  <a:pt x="524" y="1641"/>
                </a:lnTo>
                <a:lnTo>
                  <a:pt x="524" y="1758"/>
                </a:lnTo>
                <a:moveTo>
                  <a:pt x="260" y="1758"/>
                </a:moveTo>
                <a:lnTo>
                  <a:pt x="244" y="1758"/>
                </a:lnTo>
                <a:cubicBezTo>
                  <a:pt x="178" y="1758"/>
                  <a:pt x="121" y="1735"/>
                  <a:pt x="74" y="1689"/>
                </a:cubicBezTo>
                <a:lnTo>
                  <a:pt x="155" y="1605"/>
                </a:lnTo>
                <a:cubicBezTo>
                  <a:pt x="180" y="1629"/>
                  <a:pt x="209" y="1641"/>
                  <a:pt x="244" y="1641"/>
                </a:cubicBezTo>
                <a:lnTo>
                  <a:pt x="260" y="1641"/>
                </a:lnTo>
                <a:lnTo>
                  <a:pt x="260" y="1758"/>
                </a:lnTo>
                <a:moveTo>
                  <a:pt x="6" y="1568"/>
                </a:moveTo>
                <a:cubicBezTo>
                  <a:pt x="2" y="1550"/>
                  <a:pt x="0" y="1532"/>
                  <a:pt x="0" y="1514"/>
                </a:cubicBezTo>
                <a:lnTo>
                  <a:pt x="0" y="1397"/>
                </a:lnTo>
                <a:lnTo>
                  <a:pt x="117" y="1397"/>
                </a:lnTo>
                <a:lnTo>
                  <a:pt x="117" y="1514"/>
                </a:lnTo>
                <a:cubicBezTo>
                  <a:pt x="117" y="1524"/>
                  <a:pt x="118" y="1533"/>
                  <a:pt x="120" y="1542"/>
                </a:cubicBezTo>
                <a:lnTo>
                  <a:pt x="6" y="1568"/>
                </a:lnTo>
                <a:moveTo>
                  <a:pt x="0" y="1292"/>
                </a:moveTo>
                <a:lnTo>
                  <a:pt x="0" y="1134"/>
                </a:lnTo>
                <a:lnTo>
                  <a:pt x="117" y="1134"/>
                </a:lnTo>
                <a:lnTo>
                  <a:pt x="117" y="1292"/>
                </a:lnTo>
                <a:lnTo>
                  <a:pt x="0" y="1292"/>
                </a:lnTo>
                <a:moveTo>
                  <a:pt x="0" y="1029"/>
                </a:moveTo>
                <a:lnTo>
                  <a:pt x="0" y="870"/>
                </a:lnTo>
                <a:lnTo>
                  <a:pt x="117" y="870"/>
                </a:lnTo>
                <a:lnTo>
                  <a:pt x="117" y="1029"/>
                </a:lnTo>
                <a:lnTo>
                  <a:pt x="0" y="1029"/>
                </a:lnTo>
                <a:moveTo>
                  <a:pt x="0" y="765"/>
                </a:moveTo>
                <a:lnTo>
                  <a:pt x="0" y="605"/>
                </a:lnTo>
                <a:lnTo>
                  <a:pt x="117" y="605"/>
                </a:lnTo>
                <a:lnTo>
                  <a:pt x="117" y="765"/>
                </a:lnTo>
                <a:lnTo>
                  <a:pt x="0" y="765"/>
                </a:lnTo>
                <a:moveTo>
                  <a:pt x="0" y="500"/>
                </a:moveTo>
                <a:lnTo>
                  <a:pt x="0" y="341"/>
                </a:lnTo>
                <a:lnTo>
                  <a:pt x="117" y="341"/>
                </a:lnTo>
                <a:lnTo>
                  <a:pt x="117" y="500"/>
                </a:lnTo>
                <a:lnTo>
                  <a:pt x="0" y="500"/>
                </a:lnTo>
                <a:moveTo>
                  <a:pt x="0" y="235"/>
                </a:moveTo>
                <a:cubicBezTo>
                  <a:pt x="3" y="160"/>
                  <a:pt x="34" y="99"/>
                  <a:pt x="93" y="52"/>
                </a:cubicBezTo>
                <a:lnTo>
                  <a:pt x="165" y="144"/>
                </a:lnTo>
                <a:cubicBezTo>
                  <a:pt x="134" y="168"/>
                  <a:pt x="118" y="200"/>
                  <a:pt x="117" y="239"/>
                </a:cubicBezTo>
                <a:lnTo>
                  <a:pt x="0" y="235"/>
                </a:lnTo>
                <a:moveTo>
                  <a:pt x="220" y="1"/>
                </a:moveTo>
                <a:cubicBezTo>
                  <a:pt x="228" y="0"/>
                  <a:pt x="236" y="0"/>
                  <a:pt x="244" y="0"/>
                </a:cubicBezTo>
                <a:lnTo>
                  <a:pt x="402" y="0"/>
                </a:lnTo>
                <a:lnTo>
                  <a:pt x="402" y="116"/>
                </a:lnTo>
                <a:lnTo>
                  <a:pt x="244" y="116"/>
                </a:lnTo>
                <a:cubicBezTo>
                  <a:pt x="240" y="116"/>
                  <a:pt x="236" y="116"/>
                  <a:pt x="231" y="117"/>
                </a:cubicBezTo>
                <a:lnTo>
                  <a:pt x="220" y="1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33" name=""/>
          <p:cNvSpPr/>
          <p:nvPr/>
        </p:nvSpPr>
        <p:spPr>
          <a:xfrm>
            <a:off x="5297400" y="3974760"/>
            <a:ext cx="244800" cy="211680"/>
          </a:xfrm>
          <a:custGeom>
            <a:avLst/>
            <a:gdLst/>
            <a:ahLst/>
            <a:rect l="0" t="0" r="r" b="b"/>
            <a:pathLst>
              <a:path w="680" h="588">
                <a:moveTo>
                  <a:pt x="82" y="390"/>
                </a:moveTo>
                <a:cubicBezTo>
                  <a:pt x="59" y="390"/>
                  <a:pt x="40" y="381"/>
                  <a:pt x="24" y="365"/>
                </a:cubicBezTo>
                <a:cubicBezTo>
                  <a:pt x="8" y="349"/>
                  <a:pt x="0" y="330"/>
                  <a:pt x="0" y="307"/>
                </a:cubicBezTo>
                <a:cubicBezTo>
                  <a:pt x="0" y="284"/>
                  <a:pt x="8" y="264"/>
                  <a:pt x="24" y="248"/>
                </a:cubicBezTo>
                <a:cubicBezTo>
                  <a:pt x="40" y="232"/>
                  <a:pt x="59" y="224"/>
                  <a:pt x="82" y="224"/>
                </a:cubicBezTo>
                <a:lnTo>
                  <a:pt x="82" y="129"/>
                </a:lnTo>
                <a:cubicBezTo>
                  <a:pt x="82" y="117"/>
                  <a:pt x="87" y="106"/>
                  <a:pt x="96" y="97"/>
                </a:cubicBezTo>
                <a:cubicBezTo>
                  <a:pt x="105" y="88"/>
                  <a:pt x="116" y="83"/>
                  <a:pt x="129" y="83"/>
                </a:cubicBezTo>
                <a:lnTo>
                  <a:pt x="257" y="83"/>
                </a:lnTo>
                <a:cubicBezTo>
                  <a:pt x="257" y="60"/>
                  <a:pt x="265" y="40"/>
                  <a:pt x="281" y="24"/>
                </a:cubicBezTo>
                <a:cubicBezTo>
                  <a:pt x="297" y="8"/>
                  <a:pt x="316" y="0"/>
                  <a:pt x="339" y="0"/>
                </a:cubicBezTo>
                <a:cubicBezTo>
                  <a:pt x="362" y="0"/>
                  <a:pt x="382" y="8"/>
                  <a:pt x="398" y="25"/>
                </a:cubicBezTo>
                <a:cubicBezTo>
                  <a:pt x="414" y="41"/>
                  <a:pt x="422" y="60"/>
                  <a:pt x="422" y="83"/>
                </a:cubicBezTo>
                <a:lnTo>
                  <a:pt x="550" y="83"/>
                </a:lnTo>
                <a:cubicBezTo>
                  <a:pt x="562" y="83"/>
                  <a:pt x="574" y="88"/>
                  <a:pt x="583" y="97"/>
                </a:cubicBezTo>
                <a:cubicBezTo>
                  <a:pt x="593" y="106"/>
                  <a:pt x="597" y="117"/>
                  <a:pt x="597" y="129"/>
                </a:cubicBezTo>
                <a:lnTo>
                  <a:pt x="597" y="224"/>
                </a:lnTo>
                <a:cubicBezTo>
                  <a:pt x="620" y="224"/>
                  <a:pt x="640" y="232"/>
                  <a:pt x="656" y="248"/>
                </a:cubicBezTo>
                <a:cubicBezTo>
                  <a:pt x="672" y="264"/>
                  <a:pt x="680" y="284"/>
                  <a:pt x="680" y="307"/>
                </a:cubicBezTo>
                <a:cubicBezTo>
                  <a:pt x="680" y="330"/>
                  <a:pt x="672" y="349"/>
                  <a:pt x="656" y="365"/>
                </a:cubicBezTo>
                <a:cubicBezTo>
                  <a:pt x="640" y="381"/>
                  <a:pt x="620" y="390"/>
                  <a:pt x="597" y="390"/>
                </a:cubicBezTo>
                <a:lnTo>
                  <a:pt x="597" y="542"/>
                </a:lnTo>
                <a:cubicBezTo>
                  <a:pt x="597" y="554"/>
                  <a:pt x="593" y="565"/>
                  <a:pt x="583" y="574"/>
                </a:cubicBezTo>
                <a:cubicBezTo>
                  <a:pt x="574" y="583"/>
                  <a:pt x="562" y="588"/>
                  <a:pt x="550" y="588"/>
                </a:cubicBezTo>
                <a:lnTo>
                  <a:pt x="129" y="588"/>
                </a:lnTo>
                <a:cubicBezTo>
                  <a:pt x="116" y="588"/>
                  <a:pt x="105" y="583"/>
                  <a:pt x="96" y="574"/>
                </a:cubicBezTo>
                <a:cubicBezTo>
                  <a:pt x="87" y="565"/>
                  <a:pt x="82" y="554"/>
                  <a:pt x="82" y="542"/>
                </a:cubicBezTo>
                <a:lnTo>
                  <a:pt x="82" y="390"/>
                </a:lnTo>
                <a:moveTo>
                  <a:pt x="256" y="303"/>
                </a:moveTo>
                <a:cubicBezTo>
                  <a:pt x="261" y="297"/>
                  <a:pt x="264" y="290"/>
                  <a:pt x="264" y="281"/>
                </a:cubicBezTo>
                <a:cubicBezTo>
                  <a:pt x="264" y="273"/>
                  <a:pt x="261" y="265"/>
                  <a:pt x="255" y="259"/>
                </a:cubicBezTo>
                <a:cubicBezTo>
                  <a:pt x="249" y="253"/>
                  <a:pt x="242" y="250"/>
                  <a:pt x="233" y="250"/>
                </a:cubicBezTo>
                <a:cubicBezTo>
                  <a:pt x="225" y="250"/>
                  <a:pt x="217" y="253"/>
                  <a:pt x="212" y="260"/>
                </a:cubicBezTo>
                <a:cubicBezTo>
                  <a:pt x="206" y="266"/>
                  <a:pt x="203" y="273"/>
                  <a:pt x="203" y="282"/>
                </a:cubicBezTo>
                <a:cubicBezTo>
                  <a:pt x="203" y="290"/>
                  <a:pt x="206" y="297"/>
                  <a:pt x="212" y="303"/>
                </a:cubicBezTo>
                <a:cubicBezTo>
                  <a:pt x="218" y="309"/>
                  <a:pt x="225" y="312"/>
                  <a:pt x="234" y="312"/>
                </a:cubicBezTo>
                <a:cubicBezTo>
                  <a:pt x="242" y="312"/>
                  <a:pt x="250" y="309"/>
                  <a:pt x="256" y="303"/>
                </a:cubicBezTo>
                <a:moveTo>
                  <a:pt x="467" y="303"/>
                </a:moveTo>
                <a:cubicBezTo>
                  <a:pt x="473" y="297"/>
                  <a:pt x="476" y="290"/>
                  <a:pt x="476" y="281"/>
                </a:cubicBezTo>
                <a:cubicBezTo>
                  <a:pt x="476" y="273"/>
                  <a:pt x="473" y="265"/>
                  <a:pt x="467" y="259"/>
                </a:cubicBezTo>
                <a:cubicBezTo>
                  <a:pt x="461" y="253"/>
                  <a:pt x="453" y="250"/>
                  <a:pt x="445" y="250"/>
                </a:cubicBezTo>
                <a:cubicBezTo>
                  <a:pt x="436" y="250"/>
                  <a:pt x="429" y="253"/>
                  <a:pt x="423" y="260"/>
                </a:cubicBezTo>
                <a:cubicBezTo>
                  <a:pt x="417" y="266"/>
                  <a:pt x="414" y="273"/>
                  <a:pt x="414" y="282"/>
                </a:cubicBezTo>
                <a:cubicBezTo>
                  <a:pt x="414" y="290"/>
                  <a:pt x="417" y="297"/>
                  <a:pt x="423" y="303"/>
                </a:cubicBezTo>
                <a:cubicBezTo>
                  <a:pt x="429" y="309"/>
                  <a:pt x="437" y="312"/>
                  <a:pt x="445" y="312"/>
                </a:cubicBezTo>
                <a:cubicBezTo>
                  <a:pt x="454" y="312"/>
                  <a:pt x="461" y="309"/>
                  <a:pt x="467" y="303"/>
                </a:cubicBezTo>
                <a:moveTo>
                  <a:pt x="210" y="461"/>
                </a:moveTo>
                <a:lnTo>
                  <a:pt x="469" y="461"/>
                </a:lnTo>
                <a:lnTo>
                  <a:pt x="469" y="414"/>
                </a:lnTo>
                <a:lnTo>
                  <a:pt x="210" y="414"/>
                </a:lnTo>
                <a:lnTo>
                  <a:pt x="210" y="461"/>
                </a:lnTo>
                <a:moveTo>
                  <a:pt x="129" y="542"/>
                </a:moveTo>
                <a:lnTo>
                  <a:pt x="550" y="542"/>
                </a:lnTo>
                <a:lnTo>
                  <a:pt x="550" y="129"/>
                </a:lnTo>
                <a:lnTo>
                  <a:pt x="129" y="129"/>
                </a:lnTo>
                <a:lnTo>
                  <a:pt x="129" y="542"/>
                </a:lnTo>
                <a:moveTo>
                  <a:pt x="339" y="335"/>
                </a:moveTo>
                <a:lnTo>
                  <a:pt x="339" y="33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536280" y="421416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エージェント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5" name=""/>
          <p:cNvSpPr/>
          <p:nvPr/>
        </p:nvSpPr>
        <p:spPr>
          <a:xfrm>
            <a:off x="5352840" y="3676320"/>
            <a:ext cx="733680" cy="248040"/>
          </a:xfrm>
          <a:custGeom>
            <a:avLst/>
            <a:gdLst/>
            <a:ahLst/>
            <a:rect l="0" t="0" r="r" b="b"/>
            <a:pathLst>
              <a:path w="2038" h="689">
                <a:moveTo>
                  <a:pt x="0" y="344"/>
                </a:moveTo>
                <a:cubicBezTo>
                  <a:pt x="0" y="322"/>
                  <a:pt x="2" y="299"/>
                  <a:pt x="7" y="277"/>
                </a:cubicBezTo>
                <a:cubicBezTo>
                  <a:pt x="11" y="255"/>
                  <a:pt x="18" y="234"/>
                  <a:pt x="26" y="213"/>
                </a:cubicBezTo>
                <a:cubicBezTo>
                  <a:pt x="35" y="192"/>
                  <a:pt x="46" y="172"/>
                  <a:pt x="58" y="153"/>
                </a:cubicBezTo>
                <a:cubicBezTo>
                  <a:pt x="71" y="135"/>
                  <a:pt x="85" y="117"/>
                  <a:pt x="101" y="101"/>
                </a:cubicBezTo>
                <a:cubicBezTo>
                  <a:pt x="117" y="85"/>
                  <a:pt x="134" y="71"/>
                  <a:pt x="153" y="58"/>
                </a:cubicBezTo>
                <a:cubicBezTo>
                  <a:pt x="172" y="46"/>
                  <a:pt x="192" y="35"/>
                  <a:pt x="212" y="27"/>
                </a:cubicBezTo>
                <a:cubicBezTo>
                  <a:pt x="233" y="18"/>
                  <a:pt x="255" y="11"/>
                  <a:pt x="277" y="7"/>
                </a:cubicBezTo>
                <a:cubicBezTo>
                  <a:pt x="299" y="3"/>
                  <a:pt x="321" y="0"/>
                  <a:pt x="344" y="0"/>
                </a:cubicBezTo>
                <a:lnTo>
                  <a:pt x="1694" y="0"/>
                </a:lnTo>
                <a:cubicBezTo>
                  <a:pt x="1717" y="0"/>
                  <a:pt x="1739" y="3"/>
                  <a:pt x="1762" y="7"/>
                </a:cubicBezTo>
                <a:cubicBezTo>
                  <a:pt x="1784" y="11"/>
                  <a:pt x="1805" y="18"/>
                  <a:pt x="1826" y="27"/>
                </a:cubicBezTo>
                <a:cubicBezTo>
                  <a:pt x="1847" y="35"/>
                  <a:pt x="1867" y="46"/>
                  <a:pt x="1886" y="58"/>
                </a:cubicBezTo>
                <a:cubicBezTo>
                  <a:pt x="1904" y="71"/>
                  <a:pt x="1922" y="85"/>
                  <a:pt x="1938" y="101"/>
                </a:cubicBezTo>
                <a:cubicBezTo>
                  <a:pt x="1954" y="117"/>
                  <a:pt x="1968" y="135"/>
                  <a:pt x="1980" y="153"/>
                </a:cubicBezTo>
                <a:cubicBezTo>
                  <a:pt x="1993" y="172"/>
                  <a:pt x="2004" y="192"/>
                  <a:pt x="2012" y="213"/>
                </a:cubicBezTo>
                <a:cubicBezTo>
                  <a:pt x="2021" y="234"/>
                  <a:pt x="2027" y="255"/>
                  <a:pt x="2032" y="277"/>
                </a:cubicBezTo>
                <a:cubicBezTo>
                  <a:pt x="2036" y="299"/>
                  <a:pt x="2038" y="322"/>
                  <a:pt x="2038" y="344"/>
                </a:cubicBezTo>
                <a:cubicBezTo>
                  <a:pt x="2038" y="367"/>
                  <a:pt x="2036" y="389"/>
                  <a:pt x="2032" y="411"/>
                </a:cubicBezTo>
                <a:cubicBezTo>
                  <a:pt x="2027" y="434"/>
                  <a:pt x="2021" y="456"/>
                  <a:pt x="2012" y="477"/>
                </a:cubicBezTo>
                <a:cubicBezTo>
                  <a:pt x="2004" y="498"/>
                  <a:pt x="1993" y="518"/>
                  <a:pt x="1980" y="536"/>
                </a:cubicBezTo>
                <a:cubicBezTo>
                  <a:pt x="1968" y="555"/>
                  <a:pt x="1954" y="573"/>
                  <a:pt x="1938" y="589"/>
                </a:cubicBezTo>
                <a:cubicBezTo>
                  <a:pt x="1922" y="605"/>
                  <a:pt x="1904" y="619"/>
                  <a:pt x="1886" y="631"/>
                </a:cubicBezTo>
                <a:cubicBezTo>
                  <a:pt x="1867" y="644"/>
                  <a:pt x="1847" y="655"/>
                  <a:pt x="1826" y="663"/>
                </a:cubicBezTo>
                <a:cubicBezTo>
                  <a:pt x="1805" y="672"/>
                  <a:pt x="1784" y="678"/>
                  <a:pt x="1762" y="683"/>
                </a:cubicBezTo>
                <a:cubicBezTo>
                  <a:pt x="1739" y="687"/>
                  <a:pt x="1717" y="689"/>
                  <a:pt x="1694" y="689"/>
                </a:cubicBezTo>
                <a:lnTo>
                  <a:pt x="344" y="689"/>
                </a:lnTo>
                <a:cubicBezTo>
                  <a:pt x="321" y="689"/>
                  <a:pt x="299" y="687"/>
                  <a:pt x="277" y="683"/>
                </a:cubicBezTo>
                <a:cubicBezTo>
                  <a:pt x="255" y="678"/>
                  <a:pt x="233" y="672"/>
                  <a:pt x="212" y="663"/>
                </a:cubicBezTo>
                <a:cubicBezTo>
                  <a:pt x="192" y="655"/>
                  <a:pt x="172" y="644"/>
                  <a:pt x="153" y="631"/>
                </a:cubicBezTo>
                <a:cubicBezTo>
                  <a:pt x="134" y="619"/>
                  <a:pt x="117" y="605"/>
                  <a:pt x="101" y="589"/>
                </a:cubicBezTo>
                <a:cubicBezTo>
                  <a:pt x="85" y="573"/>
                  <a:pt x="71" y="555"/>
                  <a:pt x="58" y="536"/>
                </a:cubicBezTo>
                <a:cubicBezTo>
                  <a:pt x="46" y="518"/>
                  <a:pt x="35" y="498"/>
                  <a:pt x="26" y="477"/>
                </a:cubicBezTo>
                <a:cubicBezTo>
                  <a:pt x="18" y="456"/>
                  <a:pt x="11" y="434"/>
                  <a:pt x="7" y="411"/>
                </a:cubicBezTo>
                <a:cubicBezTo>
                  <a:pt x="2" y="389"/>
                  <a:pt x="0" y="367"/>
                  <a:pt x="0" y="344"/>
                </a:cubicBez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36" name=""/>
          <p:cNvSpPr/>
          <p:nvPr/>
        </p:nvSpPr>
        <p:spPr>
          <a:xfrm>
            <a:off x="5405400" y="3728880"/>
            <a:ext cx="142920" cy="143280"/>
          </a:xfrm>
          <a:custGeom>
            <a:avLst/>
            <a:gdLst/>
            <a:ahLst/>
            <a:rect l="0" t="0" r="r" b="b"/>
            <a:pathLst>
              <a:path w="397" h="398">
                <a:moveTo>
                  <a:pt x="169" y="290"/>
                </a:moveTo>
                <a:lnTo>
                  <a:pt x="310" y="149"/>
                </a:lnTo>
                <a:lnTo>
                  <a:pt x="287" y="126"/>
                </a:lnTo>
                <a:lnTo>
                  <a:pt x="169" y="245"/>
                </a:lnTo>
                <a:lnTo>
                  <a:pt x="109" y="185"/>
                </a:lnTo>
                <a:lnTo>
                  <a:pt x="87" y="207"/>
                </a:lnTo>
                <a:lnTo>
                  <a:pt x="169" y="290"/>
                </a:lnTo>
                <a:moveTo>
                  <a:pt x="198" y="398"/>
                </a:moveTo>
                <a:cubicBezTo>
                  <a:pt x="171" y="398"/>
                  <a:pt x="145" y="393"/>
                  <a:pt x="121" y="382"/>
                </a:cubicBezTo>
                <a:cubicBezTo>
                  <a:pt x="97" y="372"/>
                  <a:pt x="76" y="358"/>
                  <a:pt x="58" y="340"/>
                </a:cubicBezTo>
                <a:cubicBezTo>
                  <a:pt x="40" y="321"/>
                  <a:pt x="26" y="300"/>
                  <a:pt x="15" y="276"/>
                </a:cubicBezTo>
                <a:cubicBezTo>
                  <a:pt x="5" y="252"/>
                  <a:pt x="0" y="226"/>
                  <a:pt x="0" y="199"/>
                </a:cubicBezTo>
                <a:cubicBezTo>
                  <a:pt x="0" y="172"/>
                  <a:pt x="5" y="146"/>
                  <a:pt x="15" y="121"/>
                </a:cubicBezTo>
                <a:cubicBezTo>
                  <a:pt x="26" y="97"/>
                  <a:pt x="40" y="76"/>
                  <a:pt x="58" y="58"/>
                </a:cubicBezTo>
                <a:cubicBezTo>
                  <a:pt x="76" y="40"/>
                  <a:pt x="97" y="26"/>
                  <a:pt x="121" y="16"/>
                </a:cubicBezTo>
                <a:cubicBezTo>
                  <a:pt x="145" y="5"/>
                  <a:pt x="171" y="0"/>
                  <a:pt x="198" y="0"/>
                </a:cubicBezTo>
                <a:cubicBezTo>
                  <a:pt x="225" y="0"/>
                  <a:pt x="252" y="5"/>
                  <a:pt x="276" y="16"/>
                </a:cubicBezTo>
                <a:cubicBezTo>
                  <a:pt x="301" y="26"/>
                  <a:pt x="322" y="40"/>
                  <a:pt x="339" y="58"/>
                </a:cubicBezTo>
                <a:cubicBezTo>
                  <a:pt x="357" y="76"/>
                  <a:pt x="371" y="97"/>
                  <a:pt x="382" y="121"/>
                </a:cubicBezTo>
                <a:cubicBezTo>
                  <a:pt x="392" y="146"/>
                  <a:pt x="397" y="172"/>
                  <a:pt x="397" y="199"/>
                </a:cubicBezTo>
                <a:cubicBezTo>
                  <a:pt x="397" y="226"/>
                  <a:pt x="392" y="252"/>
                  <a:pt x="382" y="276"/>
                </a:cubicBezTo>
                <a:cubicBezTo>
                  <a:pt x="371" y="300"/>
                  <a:pt x="357" y="321"/>
                  <a:pt x="339" y="340"/>
                </a:cubicBezTo>
                <a:cubicBezTo>
                  <a:pt x="322" y="358"/>
                  <a:pt x="301" y="372"/>
                  <a:pt x="276" y="382"/>
                </a:cubicBezTo>
                <a:cubicBezTo>
                  <a:pt x="252" y="393"/>
                  <a:pt x="225" y="398"/>
                  <a:pt x="198" y="398"/>
                </a:cubicBezTo>
                <a:moveTo>
                  <a:pt x="198" y="368"/>
                </a:moveTo>
                <a:cubicBezTo>
                  <a:pt x="246" y="368"/>
                  <a:pt x="286" y="352"/>
                  <a:pt x="319" y="319"/>
                </a:cubicBezTo>
                <a:cubicBezTo>
                  <a:pt x="351" y="286"/>
                  <a:pt x="368" y="246"/>
                  <a:pt x="368" y="199"/>
                </a:cubicBezTo>
                <a:cubicBezTo>
                  <a:pt x="368" y="152"/>
                  <a:pt x="351" y="112"/>
                  <a:pt x="319" y="79"/>
                </a:cubicBezTo>
                <a:cubicBezTo>
                  <a:pt x="286" y="46"/>
                  <a:pt x="246" y="30"/>
                  <a:pt x="198" y="30"/>
                </a:cubicBezTo>
                <a:cubicBezTo>
                  <a:pt x="151" y="30"/>
                  <a:pt x="112" y="46"/>
                  <a:pt x="79" y="79"/>
                </a:cubicBezTo>
                <a:cubicBezTo>
                  <a:pt x="46" y="112"/>
                  <a:pt x="29" y="152"/>
                  <a:pt x="29" y="199"/>
                </a:cubicBezTo>
                <a:cubicBezTo>
                  <a:pt x="29" y="246"/>
                  <a:pt x="46" y="286"/>
                  <a:pt x="79" y="319"/>
                </a:cubicBezTo>
                <a:cubicBezTo>
                  <a:pt x="112" y="352"/>
                  <a:pt x="151" y="368"/>
                  <a:pt x="198" y="368"/>
                </a:cubicBezTo>
                <a:moveTo>
                  <a:pt x="198" y="199"/>
                </a:moveTo>
                <a:lnTo>
                  <a:pt x="198" y="19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4965120" y="421416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エージェント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8" name=""/>
          <p:cNvSpPr/>
          <p:nvPr/>
        </p:nvSpPr>
        <p:spPr>
          <a:xfrm>
            <a:off x="4295520" y="4438440"/>
            <a:ext cx="733680" cy="248040"/>
          </a:xfrm>
          <a:custGeom>
            <a:avLst/>
            <a:gdLst/>
            <a:ahLst/>
            <a:rect l="0" t="0" r="r" b="b"/>
            <a:pathLst>
              <a:path w="2038" h="689">
                <a:moveTo>
                  <a:pt x="0" y="344"/>
                </a:moveTo>
                <a:cubicBezTo>
                  <a:pt x="0" y="321"/>
                  <a:pt x="2" y="299"/>
                  <a:pt x="7" y="277"/>
                </a:cubicBezTo>
                <a:cubicBezTo>
                  <a:pt x="11" y="255"/>
                  <a:pt x="18" y="233"/>
                  <a:pt x="26" y="212"/>
                </a:cubicBezTo>
                <a:cubicBezTo>
                  <a:pt x="35" y="192"/>
                  <a:pt x="46" y="172"/>
                  <a:pt x="58" y="153"/>
                </a:cubicBezTo>
                <a:cubicBezTo>
                  <a:pt x="71" y="134"/>
                  <a:pt x="85" y="117"/>
                  <a:pt x="101" y="101"/>
                </a:cubicBezTo>
                <a:cubicBezTo>
                  <a:pt x="117" y="85"/>
                  <a:pt x="134" y="71"/>
                  <a:pt x="153" y="58"/>
                </a:cubicBezTo>
                <a:cubicBezTo>
                  <a:pt x="172" y="46"/>
                  <a:pt x="192" y="35"/>
                  <a:pt x="213" y="26"/>
                </a:cubicBezTo>
                <a:cubicBezTo>
                  <a:pt x="233" y="18"/>
                  <a:pt x="255" y="11"/>
                  <a:pt x="277" y="7"/>
                </a:cubicBezTo>
                <a:cubicBezTo>
                  <a:pt x="299" y="2"/>
                  <a:pt x="322" y="0"/>
                  <a:pt x="344" y="0"/>
                </a:cubicBezTo>
                <a:lnTo>
                  <a:pt x="1695" y="0"/>
                </a:lnTo>
                <a:cubicBezTo>
                  <a:pt x="1717" y="0"/>
                  <a:pt x="1739" y="2"/>
                  <a:pt x="1762" y="7"/>
                </a:cubicBezTo>
                <a:cubicBezTo>
                  <a:pt x="1784" y="11"/>
                  <a:pt x="1805" y="18"/>
                  <a:pt x="1826" y="26"/>
                </a:cubicBezTo>
                <a:cubicBezTo>
                  <a:pt x="1847" y="35"/>
                  <a:pt x="1867" y="46"/>
                  <a:pt x="1886" y="58"/>
                </a:cubicBezTo>
                <a:cubicBezTo>
                  <a:pt x="1904" y="71"/>
                  <a:pt x="1922" y="85"/>
                  <a:pt x="1938" y="101"/>
                </a:cubicBezTo>
                <a:cubicBezTo>
                  <a:pt x="1954" y="117"/>
                  <a:pt x="1968" y="134"/>
                  <a:pt x="1981" y="153"/>
                </a:cubicBezTo>
                <a:cubicBezTo>
                  <a:pt x="1993" y="172"/>
                  <a:pt x="2004" y="192"/>
                  <a:pt x="2012" y="212"/>
                </a:cubicBezTo>
                <a:cubicBezTo>
                  <a:pt x="2021" y="233"/>
                  <a:pt x="2027" y="255"/>
                  <a:pt x="2032" y="277"/>
                </a:cubicBezTo>
                <a:cubicBezTo>
                  <a:pt x="2036" y="299"/>
                  <a:pt x="2038" y="321"/>
                  <a:pt x="2038" y="344"/>
                </a:cubicBezTo>
                <a:cubicBezTo>
                  <a:pt x="2038" y="367"/>
                  <a:pt x="2036" y="390"/>
                  <a:pt x="2032" y="412"/>
                </a:cubicBezTo>
                <a:cubicBezTo>
                  <a:pt x="2027" y="434"/>
                  <a:pt x="2021" y="456"/>
                  <a:pt x="2012" y="477"/>
                </a:cubicBezTo>
                <a:cubicBezTo>
                  <a:pt x="2004" y="498"/>
                  <a:pt x="1993" y="517"/>
                  <a:pt x="1981" y="536"/>
                </a:cubicBezTo>
                <a:cubicBezTo>
                  <a:pt x="1968" y="555"/>
                  <a:pt x="1954" y="572"/>
                  <a:pt x="1938" y="588"/>
                </a:cubicBezTo>
                <a:cubicBezTo>
                  <a:pt x="1922" y="604"/>
                  <a:pt x="1904" y="618"/>
                  <a:pt x="1886" y="631"/>
                </a:cubicBezTo>
                <a:cubicBezTo>
                  <a:pt x="1867" y="644"/>
                  <a:pt x="1847" y="654"/>
                  <a:pt x="1826" y="663"/>
                </a:cubicBezTo>
                <a:cubicBezTo>
                  <a:pt x="1805" y="671"/>
                  <a:pt x="1784" y="678"/>
                  <a:pt x="1762" y="682"/>
                </a:cubicBezTo>
                <a:cubicBezTo>
                  <a:pt x="1739" y="687"/>
                  <a:pt x="1717" y="689"/>
                  <a:pt x="1695" y="689"/>
                </a:cubicBezTo>
                <a:lnTo>
                  <a:pt x="344" y="689"/>
                </a:lnTo>
                <a:cubicBezTo>
                  <a:pt x="322" y="689"/>
                  <a:pt x="299" y="687"/>
                  <a:pt x="277" y="682"/>
                </a:cubicBezTo>
                <a:cubicBezTo>
                  <a:pt x="255" y="678"/>
                  <a:pt x="233" y="671"/>
                  <a:pt x="213" y="663"/>
                </a:cubicBezTo>
                <a:cubicBezTo>
                  <a:pt x="192" y="654"/>
                  <a:pt x="172" y="644"/>
                  <a:pt x="153" y="631"/>
                </a:cubicBezTo>
                <a:cubicBezTo>
                  <a:pt x="134" y="618"/>
                  <a:pt x="117" y="604"/>
                  <a:pt x="101" y="588"/>
                </a:cubicBezTo>
                <a:cubicBezTo>
                  <a:pt x="85" y="572"/>
                  <a:pt x="71" y="555"/>
                  <a:pt x="58" y="536"/>
                </a:cubicBezTo>
                <a:cubicBezTo>
                  <a:pt x="46" y="517"/>
                  <a:pt x="35" y="498"/>
                  <a:pt x="26" y="477"/>
                </a:cubicBezTo>
                <a:cubicBezTo>
                  <a:pt x="18" y="456"/>
                  <a:pt x="11" y="434"/>
                  <a:pt x="7" y="412"/>
                </a:cubicBezTo>
                <a:cubicBezTo>
                  <a:pt x="2" y="390"/>
                  <a:pt x="0" y="367"/>
                  <a:pt x="0" y="344"/>
                </a:cubicBez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39" name=""/>
          <p:cNvSpPr/>
          <p:nvPr/>
        </p:nvSpPr>
        <p:spPr>
          <a:xfrm>
            <a:off x="4348080" y="4491000"/>
            <a:ext cx="143280" cy="142920"/>
          </a:xfrm>
          <a:custGeom>
            <a:avLst/>
            <a:gdLst/>
            <a:ahLst/>
            <a:rect l="0" t="0" r="r" b="b"/>
            <a:pathLst>
              <a:path w="398" h="397">
                <a:moveTo>
                  <a:pt x="99" y="211"/>
                </a:moveTo>
                <a:lnTo>
                  <a:pt x="297" y="211"/>
                </a:lnTo>
                <a:lnTo>
                  <a:pt x="297" y="182"/>
                </a:lnTo>
                <a:lnTo>
                  <a:pt x="99" y="182"/>
                </a:lnTo>
                <a:lnTo>
                  <a:pt x="99" y="211"/>
                </a:lnTo>
                <a:moveTo>
                  <a:pt x="198" y="397"/>
                </a:moveTo>
                <a:cubicBezTo>
                  <a:pt x="171" y="397"/>
                  <a:pt x="145" y="391"/>
                  <a:pt x="121" y="381"/>
                </a:cubicBezTo>
                <a:cubicBezTo>
                  <a:pt x="97" y="370"/>
                  <a:pt x="76" y="356"/>
                  <a:pt x="58" y="338"/>
                </a:cubicBezTo>
                <a:cubicBezTo>
                  <a:pt x="40" y="320"/>
                  <a:pt x="26" y="299"/>
                  <a:pt x="15" y="275"/>
                </a:cubicBezTo>
                <a:cubicBezTo>
                  <a:pt x="5" y="251"/>
                  <a:pt x="0" y="225"/>
                  <a:pt x="0" y="198"/>
                </a:cubicBezTo>
                <a:cubicBezTo>
                  <a:pt x="0" y="171"/>
                  <a:pt x="5" y="145"/>
                  <a:pt x="15" y="121"/>
                </a:cubicBezTo>
                <a:cubicBezTo>
                  <a:pt x="26" y="97"/>
                  <a:pt x="40" y="76"/>
                  <a:pt x="58" y="58"/>
                </a:cubicBezTo>
                <a:cubicBezTo>
                  <a:pt x="76" y="40"/>
                  <a:pt x="97" y="26"/>
                  <a:pt x="121" y="15"/>
                </a:cubicBezTo>
                <a:cubicBezTo>
                  <a:pt x="145" y="5"/>
                  <a:pt x="171" y="0"/>
                  <a:pt x="198" y="0"/>
                </a:cubicBezTo>
                <a:cubicBezTo>
                  <a:pt x="226" y="0"/>
                  <a:pt x="251" y="5"/>
                  <a:pt x="276" y="15"/>
                </a:cubicBezTo>
                <a:cubicBezTo>
                  <a:pt x="300" y="26"/>
                  <a:pt x="321" y="40"/>
                  <a:pt x="339" y="58"/>
                </a:cubicBezTo>
                <a:cubicBezTo>
                  <a:pt x="356" y="76"/>
                  <a:pt x="371" y="97"/>
                  <a:pt x="381" y="121"/>
                </a:cubicBezTo>
                <a:cubicBezTo>
                  <a:pt x="391" y="145"/>
                  <a:pt x="398" y="171"/>
                  <a:pt x="398" y="198"/>
                </a:cubicBezTo>
                <a:cubicBezTo>
                  <a:pt x="398" y="225"/>
                  <a:pt x="391" y="251"/>
                  <a:pt x="381" y="275"/>
                </a:cubicBezTo>
                <a:cubicBezTo>
                  <a:pt x="371" y="299"/>
                  <a:pt x="356" y="320"/>
                  <a:pt x="339" y="338"/>
                </a:cubicBezTo>
                <a:cubicBezTo>
                  <a:pt x="321" y="356"/>
                  <a:pt x="300" y="370"/>
                  <a:pt x="276" y="381"/>
                </a:cubicBezTo>
                <a:cubicBezTo>
                  <a:pt x="251" y="391"/>
                  <a:pt x="226" y="397"/>
                  <a:pt x="198" y="397"/>
                </a:cubicBezTo>
                <a:moveTo>
                  <a:pt x="198" y="367"/>
                </a:moveTo>
                <a:cubicBezTo>
                  <a:pt x="245" y="367"/>
                  <a:pt x="285" y="350"/>
                  <a:pt x="318" y="317"/>
                </a:cubicBezTo>
                <a:cubicBezTo>
                  <a:pt x="350" y="284"/>
                  <a:pt x="367" y="245"/>
                  <a:pt x="367" y="198"/>
                </a:cubicBezTo>
                <a:cubicBezTo>
                  <a:pt x="367" y="151"/>
                  <a:pt x="350" y="111"/>
                  <a:pt x="318" y="78"/>
                </a:cubicBezTo>
                <a:cubicBezTo>
                  <a:pt x="285" y="46"/>
                  <a:pt x="245" y="29"/>
                  <a:pt x="198" y="29"/>
                </a:cubicBezTo>
                <a:cubicBezTo>
                  <a:pt x="152" y="29"/>
                  <a:pt x="112" y="46"/>
                  <a:pt x="79" y="78"/>
                </a:cubicBezTo>
                <a:cubicBezTo>
                  <a:pt x="46" y="111"/>
                  <a:pt x="29" y="151"/>
                  <a:pt x="29" y="198"/>
                </a:cubicBezTo>
                <a:cubicBezTo>
                  <a:pt x="29" y="245"/>
                  <a:pt x="46" y="284"/>
                  <a:pt x="79" y="317"/>
                </a:cubicBezTo>
                <a:cubicBezTo>
                  <a:pt x="112" y="350"/>
                  <a:pt x="152" y="367"/>
                  <a:pt x="198" y="367"/>
                </a:cubicBezTo>
                <a:moveTo>
                  <a:pt x="198" y="198"/>
                </a:moveTo>
                <a:lnTo>
                  <a:pt x="198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5582880" y="3690360"/>
            <a:ext cx="42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ffffff"/>
                </a:solidFill>
                <a:latin typeface="Noto Sans JP"/>
                <a:ea typeface="Noto Sans JP"/>
              </a:rPr>
              <a:t>ASI10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1" name=""/>
          <p:cNvSpPr/>
          <p:nvPr/>
        </p:nvSpPr>
        <p:spPr>
          <a:xfrm>
            <a:off x="5495760" y="4743360"/>
            <a:ext cx="19440" cy="285840"/>
          </a:xfrm>
          <a:custGeom>
            <a:avLst/>
            <a:gdLst/>
            <a:ahLst/>
            <a:rect l="0" t="0" r="r" b="b"/>
            <a:pathLst>
              <a:path w="54" h="794">
                <a:moveTo>
                  <a:pt x="0" y="0"/>
                </a:moveTo>
                <a:lnTo>
                  <a:pt x="54" y="0"/>
                </a:lnTo>
                <a:lnTo>
                  <a:pt x="54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42" name=""/>
          <p:cNvSpPr/>
          <p:nvPr/>
        </p:nvSpPr>
        <p:spPr>
          <a:xfrm>
            <a:off x="5448240" y="4743360"/>
            <a:ext cx="114480" cy="95400"/>
          </a:xfrm>
          <a:custGeom>
            <a:avLst/>
            <a:gdLst/>
            <a:ahLst/>
            <a:rect l="0" t="0" r="r" b="b"/>
            <a:pathLst>
              <a:path w="318" h="265">
                <a:moveTo>
                  <a:pt x="158" y="0"/>
                </a:moveTo>
                <a:lnTo>
                  <a:pt x="0" y="265"/>
                </a:lnTo>
                <a:lnTo>
                  <a:pt x="318" y="265"/>
                </a:lnTo>
                <a:lnTo>
                  <a:pt x="158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43" name=""/>
          <p:cNvSpPr/>
          <p:nvPr/>
        </p:nvSpPr>
        <p:spPr>
          <a:xfrm>
            <a:off x="5448240" y="4933800"/>
            <a:ext cx="114480" cy="95400"/>
          </a:xfrm>
          <a:custGeom>
            <a:avLst/>
            <a:gdLst/>
            <a:ahLst/>
            <a:rect l="0" t="0" r="r" b="b"/>
            <a:pathLst>
              <a:path w="318" h="265">
                <a:moveTo>
                  <a:pt x="0" y="0"/>
                </a:moveTo>
                <a:lnTo>
                  <a:pt x="158" y="265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44" name=""/>
          <p:cNvSpPr/>
          <p:nvPr/>
        </p:nvSpPr>
        <p:spPr>
          <a:xfrm>
            <a:off x="3305160" y="5038560"/>
            <a:ext cx="1200240" cy="590760"/>
          </a:xfrm>
          <a:custGeom>
            <a:avLst/>
            <a:gdLst/>
            <a:ahLst/>
            <a:rect l="0" t="0" r="r" b="b"/>
            <a:pathLst>
              <a:path w="3334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149" y="0"/>
                </a:lnTo>
                <a:cubicBezTo>
                  <a:pt x="3161" y="0"/>
                  <a:pt x="3173" y="1"/>
                  <a:pt x="3185" y="4"/>
                </a:cubicBezTo>
                <a:cubicBezTo>
                  <a:pt x="3197" y="6"/>
                  <a:pt x="3209" y="9"/>
                  <a:pt x="3220" y="14"/>
                </a:cubicBezTo>
                <a:cubicBezTo>
                  <a:pt x="3231" y="19"/>
                  <a:pt x="3242" y="24"/>
                  <a:pt x="3252" y="31"/>
                </a:cubicBezTo>
                <a:cubicBezTo>
                  <a:pt x="3262" y="38"/>
                  <a:pt x="3271" y="46"/>
                  <a:pt x="3280" y="54"/>
                </a:cubicBezTo>
                <a:cubicBezTo>
                  <a:pt x="3289" y="63"/>
                  <a:pt x="3296" y="72"/>
                  <a:pt x="3303" y="82"/>
                </a:cubicBezTo>
                <a:cubicBezTo>
                  <a:pt x="3310" y="92"/>
                  <a:pt x="3316" y="103"/>
                  <a:pt x="3320" y="114"/>
                </a:cubicBezTo>
                <a:cubicBezTo>
                  <a:pt x="3325" y="126"/>
                  <a:pt x="3328" y="137"/>
                  <a:pt x="3331" y="149"/>
                </a:cubicBezTo>
                <a:cubicBezTo>
                  <a:pt x="3333" y="161"/>
                  <a:pt x="3334" y="173"/>
                  <a:pt x="3334" y="185"/>
                </a:cubicBezTo>
                <a:lnTo>
                  <a:pt x="3334" y="1455"/>
                </a:lnTo>
                <a:cubicBezTo>
                  <a:pt x="3334" y="1467"/>
                  <a:pt x="3333" y="1479"/>
                  <a:pt x="3331" y="1491"/>
                </a:cubicBezTo>
                <a:cubicBezTo>
                  <a:pt x="3328" y="1503"/>
                  <a:pt x="3325" y="1515"/>
                  <a:pt x="3320" y="1526"/>
                </a:cubicBezTo>
                <a:cubicBezTo>
                  <a:pt x="3316" y="1537"/>
                  <a:pt x="3310" y="1548"/>
                  <a:pt x="3303" y="1558"/>
                </a:cubicBezTo>
                <a:cubicBezTo>
                  <a:pt x="3296" y="1568"/>
                  <a:pt x="3289" y="1578"/>
                  <a:pt x="3280" y="1587"/>
                </a:cubicBezTo>
                <a:cubicBezTo>
                  <a:pt x="3271" y="1596"/>
                  <a:pt x="3262" y="1603"/>
                  <a:pt x="3252" y="1610"/>
                </a:cubicBezTo>
                <a:cubicBezTo>
                  <a:pt x="3242" y="1617"/>
                  <a:pt x="3231" y="1623"/>
                  <a:pt x="3220" y="1627"/>
                </a:cubicBezTo>
                <a:cubicBezTo>
                  <a:pt x="3209" y="1632"/>
                  <a:pt x="3197" y="1635"/>
                  <a:pt x="3185" y="1638"/>
                </a:cubicBezTo>
                <a:cubicBezTo>
                  <a:pt x="3173" y="1640"/>
                  <a:pt x="3161" y="1641"/>
                  <a:pt x="3149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3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8"/>
                  <a:pt x="31" y="1558"/>
                </a:cubicBezTo>
                <a:cubicBezTo>
                  <a:pt x="24" y="1548"/>
                  <a:pt x="18" y="1537"/>
                  <a:pt x="14" y="1526"/>
                </a:cubicBezTo>
                <a:cubicBezTo>
                  <a:pt x="9" y="1515"/>
                  <a:pt x="5" y="1503"/>
                  <a:pt x="3" y="1491"/>
                </a:cubicBezTo>
                <a:cubicBezTo>
                  <a:pt x="1" y="1479"/>
                  <a:pt x="0" y="1467"/>
                  <a:pt x="0" y="14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5" name=""/>
          <p:cNvSpPr/>
          <p:nvPr/>
        </p:nvSpPr>
        <p:spPr>
          <a:xfrm>
            <a:off x="3305160" y="5038560"/>
            <a:ext cx="1200240" cy="590760"/>
          </a:xfrm>
          <a:custGeom>
            <a:avLst/>
            <a:gdLst/>
            <a:ahLst/>
            <a:rect l="0" t="0" r="r" b="b"/>
            <a:pathLst>
              <a:path w="3334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149" y="0"/>
                </a:lnTo>
                <a:cubicBezTo>
                  <a:pt x="3161" y="0"/>
                  <a:pt x="3173" y="1"/>
                  <a:pt x="3185" y="4"/>
                </a:cubicBezTo>
                <a:cubicBezTo>
                  <a:pt x="3197" y="6"/>
                  <a:pt x="3209" y="9"/>
                  <a:pt x="3220" y="14"/>
                </a:cubicBezTo>
                <a:cubicBezTo>
                  <a:pt x="3231" y="19"/>
                  <a:pt x="3242" y="24"/>
                  <a:pt x="3252" y="31"/>
                </a:cubicBezTo>
                <a:cubicBezTo>
                  <a:pt x="3262" y="38"/>
                  <a:pt x="3271" y="46"/>
                  <a:pt x="3280" y="54"/>
                </a:cubicBezTo>
                <a:cubicBezTo>
                  <a:pt x="3289" y="63"/>
                  <a:pt x="3296" y="72"/>
                  <a:pt x="3303" y="82"/>
                </a:cubicBezTo>
                <a:cubicBezTo>
                  <a:pt x="3310" y="92"/>
                  <a:pt x="3316" y="103"/>
                  <a:pt x="3320" y="114"/>
                </a:cubicBezTo>
                <a:cubicBezTo>
                  <a:pt x="3325" y="126"/>
                  <a:pt x="3328" y="137"/>
                  <a:pt x="3331" y="149"/>
                </a:cubicBezTo>
                <a:cubicBezTo>
                  <a:pt x="3333" y="161"/>
                  <a:pt x="3334" y="173"/>
                  <a:pt x="3334" y="185"/>
                </a:cubicBezTo>
                <a:lnTo>
                  <a:pt x="3334" y="1455"/>
                </a:lnTo>
                <a:cubicBezTo>
                  <a:pt x="3334" y="1467"/>
                  <a:pt x="3333" y="1479"/>
                  <a:pt x="3331" y="1491"/>
                </a:cubicBezTo>
                <a:cubicBezTo>
                  <a:pt x="3328" y="1503"/>
                  <a:pt x="3325" y="1515"/>
                  <a:pt x="3320" y="1526"/>
                </a:cubicBezTo>
                <a:cubicBezTo>
                  <a:pt x="3316" y="1537"/>
                  <a:pt x="3310" y="1548"/>
                  <a:pt x="3303" y="1558"/>
                </a:cubicBezTo>
                <a:cubicBezTo>
                  <a:pt x="3296" y="1568"/>
                  <a:pt x="3289" y="1578"/>
                  <a:pt x="3280" y="1587"/>
                </a:cubicBezTo>
                <a:cubicBezTo>
                  <a:pt x="3271" y="1596"/>
                  <a:pt x="3262" y="1603"/>
                  <a:pt x="3252" y="1610"/>
                </a:cubicBezTo>
                <a:cubicBezTo>
                  <a:pt x="3242" y="1617"/>
                  <a:pt x="3231" y="1623"/>
                  <a:pt x="3220" y="1627"/>
                </a:cubicBezTo>
                <a:cubicBezTo>
                  <a:pt x="3209" y="1632"/>
                  <a:pt x="3197" y="1635"/>
                  <a:pt x="3185" y="1638"/>
                </a:cubicBezTo>
                <a:cubicBezTo>
                  <a:pt x="3173" y="1640"/>
                  <a:pt x="3161" y="1641"/>
                  <a:pt x="3149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3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8"/>
                  <a:pt x="31" y="1558"/>
                </a:cubicBezTo>
                <a:cubicBezTo>
                  <a:pt x="24" y="1548"/>
                  <a:pt x="18" y="1537"/>
                  <a:pt x="14" y="1526"/>
                </a:cubicBezTo>
                <a:cubicBezTo>
                  <a:pt x="9" y="1515"/>
                  <a:pt x="5" y="1503"/>
                  <a:pt x="3" y="1491"/>
                </a:cubicBezTo>
                <a:cubicBezTo>
                  <a:pt x="1" y="1479"/>
                  <a:pt x="0" y="1467"/>
                  <a:pt x="0" y="145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6" name=""/>
          <p:cNvSpPr/>
          <p:nvPr/>
        </p:nvSpPr>
        <p:spPr>
          <a:xfrm>
            <a:off x="3782880" y="5140080"/>
            <a:ext cx="244800" cy="178200"/>
          </a:xfrm>
          <a:custGeom>
            <a:avLst/>
            <a:gdLst/>
            <a:ahLst/>
            <a:rect l="0" t="0" r="r" b="b"/>
            <a:pathLst>
              <a:path w="680" h="495">
                <a:moveTo>
                  <a:pt x="402" y="175"/>
                </a:moveTo>
                <a:lnTo>
                  <a:pt x="402" y="138"/>
                </a:lnTo>
                <a:cubicBezTo>
                  <a:pt x="419" y="130"/>
                  <a:pt x="436" y="125"/>
                  <a:pt x="454" y="121"/>
                </a:cubicBezTo>
                <a:cubicBezTo>
                  <a:pt x="472" y="118"/>
                  <a:pt x="491" y="116"/>
                  <a:pt x="510" y="116"/>
                </a:cubicBezTo>
                <a:cubicBezTo>
                  <a:pt x="524" y="116"/>
                  <a:pt x="537" y="117"/>
                  <a:pt x="550" y="119"/>
                </a:cubicBezTo>
                <a:cubicBezTo>
                  <a:pt x="562" y="121"/>
                  <a:pt x="575" y="124"/>
                  <a:pt x="587" y="127"/>
                </a:cubicBezTo>
                <a:lnTo>
                  <a:pt x="587" y="161"/>
                </a:lnTo>
                <a:cubicBezTo>
                  <a:pt x="575" y="156"/>
                  <a:pt x="563" y="153"/>
                  <a:pt x="550" y="150"/>
                </a:cubicBezTo>
                <a:cubicBezTo>
                  <a:pt x="537" y="148"/>
                  <a:pt x="524" y="147"/>
                  <a:pt x="510" y="147"/>
                </a:cubicBezTo>
                <a:cubicBezTo>
                  <a:pt x="491" y="147"/>
                  <a:pt x="472" y="149"/>
                  <a:pt x="454" y="154"/>
                </a:cubicBezTo>
                <a:cubicBezTo>
                  <a:pt x="436" y="159"/>
                  <a:pt x="419" y="166"/>
                  <a:pt x="402" y="175"/>
                </a:cubicBezTo>
                <a:moveTo>
                  <a:pt x="402" y="345"/>
                </a:moveTo>
                <a:lnTo>
                  <a:pt x="402" y="308"/>
                </a:lnTo>
                <a:cubicBezTo>
                  <a:pt x="419" y="301"/>
                  <a:pt x="436" y="295"/>
                  <a:pt x="454" y="292"/>
                </a:cubicBezTo>
                <a:cubicBezTo>
                  <a:pt x="472" y="288"/>
                  <a:pt x="491" y="287"/>
                  <a:pt x="510" y="287"/>
                </a:cubicBezTo>
                <a:cubicBezTo>
                  <a:pt x="524" y="287"/>
                  <a:pt x="537" y="288"/>
                  <a:pt x="550" y="290"/>
                </a:cubicBezTo>
                <a:cubicBezTo>
                  <a:pt x="562" y="292"/>
                  <a:pt x="575" y="294"/>
                  <a:pt x="587" y="298"/>
                </a:cubicBezTo>
                <a:lnTo>
                  <a:pt x="587" y="331"/>
                </a:lnTo>
                <a:cubicBezTo>
                  <a:pt x="575" y="327"/>
                  <a:pt x="563" y="323"/>
                  <a:pt x="550" y="321"/>
                </a:cubicBezTo>
                <a:cubicBezTo>
                  <a:pt x="537" y="319"/>
                  <a:pt x="524" y="318"/>
                  <a:pt x="510" y="318"/>
                </a:cubicBezTo>
                <a:cubicBezTo>
                  <a:pt x="491" y="318"/>
                  <a:pt x="472" y="320"/>
                  <a:pt x="454" y="325"/>
                </a:cubicBezTo>
                <a:cubicBezTo>
                  <a:pt x="436" y="329"/>
                  <a:pt x="419" y="336"/>
                  <a:pt x="402" y="345"/>
                </a:cubicBezTo>
                <a:moveTo>
                  <a:pt x="402" y="259"/>
                </a:moveTo>
                <a:lnTo>
                  <a:pt x="402" y="222"/>
                </a:lnTo>
                <a:cubicBezTo>
                  <a:pt x="419" y="215"/>
                  <a:pt x="436" y="210"/>
                  <a:pt x="454" y="206"/>
                </a:cubicBezTo>
                <a:cubicBezTo>
                  <a:pt x="472" y="203"/>
                  <a:pt x="491" y="201"/>
                  <a:pt x="510" y="201"/>
                </a:cubicBezTo>
                <a:cubicBezTo>
                  <a:pt x="524" y="201"/>
                  <a:pt x="537" y="202"/>
                  <a:pt x="550" y="204"/>
                </a:cubicBezTo>
                <a:cubicBezTo>
                  <a:pt x="562" y="206"/>
                  <a:pt x="575" y="209"/>
                  <a:pt x="587" y="212"/>
                </a:cubicBezTo>
                <a:lnTo>
                  <a:pt x="587" y="246"/>
                </a:lnTo>
                <a:cubicBezTo>
                  <a:pt x="575" y="241"/>
                  <a:pt x="563" y="237"/>
                  <a:pt x="550" y="235"/>
                </a:cubicBezTo>
                <a:cubicBezTo>
                  <a:pt x="537" y="233"/>
                  <a:pt x="524" y="232"/>
                  <a:pt x="510" y="232"/>
                </a:cubicBezTo>
                <a:cubicBezTo>
                  <a:pt x="491" y="232"/>
                  <a:pt x="472" y="234"/>
                  <a:pt x="454" y="239"/>
                </a:cubicBezTo>
                <a:cubicBezTo>
                  <a:pt x="436" y="244"/>
                  <a:pt x="419" y="251"/>
                  <a:pt x="402" y="259"/>
                </a:cubicBezTo>
                <a:moveTo>
                  <a:pt x="161" y="387"/>
                </a:moveTo>
                <a:cubicBezTo>
                  <a:pt x="189" y="387"/>
                  <a:pt x="216" y="390"/>
                  <a:pt x="242" y="397"/>
                </a:cubicBezTo>
                <a:cubicBezTo>
                  <a:pt x="268" y="403"/>
                  <a:pt x="294" y="413"/>
                  <a:pt x="319" y="426"/>
                </a:cubicBezTo>
                <a:lnTo>
                  <a:pt x="319" y="95"/>
                </a:lnTo>
                <a:cubicBezTo>
                  <a:pt x="296" y="80"/>
                  <a:pt x="271" y="68"/>
                  <a:pt x="243" y="59"/>
                </a:cubicBezTo>
                <a:cubicBezTo>
                  <a:pt x="216" y="51"/>
                  <a:pt x="189" y="46"/>
                  <a:pt x="161" y="46"/>
                </a:cubicBezTo>
                <a:cubicBezTo>
                  <a:pt x="142" y="46"/>
                  <a:pt x="123" y="49"/>
                  <a:pt x="104" y="54"/>
                </a:cubicBezTo>
                <a:cubicBezTo>
                  <a:pt x="85" y="59"/>
                  <a:pt x="66" y="65"/>
                  <a:pt x="47" y="72"/>
                </a:cubicBezTo>
                <a:lnTo>
                  <a:pt x="47" y="408"/>
                </a:lnTo>
                <a:cubicBezTo>
                  <a:pt x="63" y="401"/>
                  <a:pt x="81" y="395"/>
                  <a:pt x="102" y="392"/>
                </a:cubicBezTo>
                <a:cubicBezTo>
                  <a:pt x="122" y="389"/>
                  <a:pt x="142" y="387"/>
                  <a:pt x="161" y="387"/>
                </a:cubicBezTo>
                <a:moveTo>
                  <a:pt x="365" y="426"/>
                </a:moveTo>
                <a:cubicBezTo>
                  <a:pt x="391" y="413"/>
                  <a:pt x="416" y="403"/>
                  <a:pt x="441" y="397"/>
                </a:cubicBezTo>
                <a:cubicBezTo>
                  <a:pt x="465" y="390"/>
                  <a:pt x="492" y="387"/>
                  <a:pt x="519" y="387"/>
                </a:cubicBezTo>
                <a:cubicBezTo>
                  <a:pt x="539" y="387"/>
                  <a:pt x="559" y="389"/>
                  <a:pt x="580" y="392"/>
                </a:cubicBezTo>
                <a:cubicBezTo>
                  <a:pt x="601" y="395"/>
                  <a:pt x="619" y="399"/>
                  <a:pt x="634" y="404"/>
                </a:cubicBezTo>
                <a:lnTo>
                  <a:pt x="634" y="72"/>
                </a:lnTo>
                <a:cubicBezTo>
                  <a:pt x="616" y="63"/>
                  <a:pt x="598" y="57"/>
                  <a:pt x="578" y="53"/>
                </a:cubicBezTo>
                <a:cubicBezTo>
                  <a:pt x="559" y="49"/>
                  <a:pt x="539" y="46"/>
                  <a:pt x="519" y="46"/>
                </a:cubicBezTo>
                <a:cubicBezTo>
                  <a:pt x="492" y="46"/>
                  <a:pt x="465" y="51"/>
                  <a:pt x="439" y="59"/>
                </a:cubicBezTo>
                <a:cubicBezTo>
                  <a:pt x="413" y="68"/>
                  <a:pt x="388" y="80"/>
                  <a:pt x="365" y="95"/>
                </a:cubicBezTo>
                <a:lnTo>
                  <a:pt x="365" y="426"/>
                </a:lnTo>
                <a:moveTo>
                  <a:pt x="342" y="495"/>
                </a:moveTo>
                <a:cubicBezTo>
                  <a:pt x="316" y="476"/>
                  <a:pt x="287" y="460"/>
                  <a:pt x="256" y="450"/>
                </a:cubicBezTo>
                <a:cubicBezTo>
                  <a:pt x="225" y="439"/>
                  <a:pt x="194" y="434"/>
                  <a:pt x="161" y="434"/>
                </a:cubicBezTo>
                <a:cubicBezTo>
                  <a:pt x="143" y="434"/>
                  <a:pt x="124" y="436"/>
                  <a:pt x="106" y="441"/>
                </a:cubicBezTo>
                <a:cubicBezTo>
                  <a:pt x="88" y="446"/>
                  <a:pt x="70" y="451"/>
                  <a:pt x="52" y="458"/>
                </a:cubicBezTo>
                <a:cubicBezTo>
                  <a:pt x="40" y="464"/>
                  <a:pt x="28" y="463"/>
                  <a:pt x="16" y="456"/>
                </a:cubicBezTo>
                <a:cubicBezTo>
                  <a:pt x="5" y="449"/>
                  <a:pt x="0" y="438"/>
                  <a:pt x="0" y="425"/>
                </a:cubicBezTo>
                <a:lnTo>
                  <a:pt x="0" y="67"/>
                </a:lnTo>
                <a:cubicBezTo>
                  <a:pt x="0" y="59"/>
                  <a:pt x="2" y="52"/>
                  <a:pt x="5" y="45"/>
                </a:cubicBezTo>
                <a:cubicBezTo>
                  <a:pt x="9" y="39"/>
                  <a:pt x="14" y="34"/>
                  <a:pt x="22" y="30"/>
                </a:cubicBezTo>
                <a:cubicBezTo>
                  <a:pt x="44" y="20"/>
                  <a:pt x="67" y="12"/>
                  <a:pt x="90" y="8"/>
                </a:cubicBezTo>
                <a:cubicBezTo>
                  <a:pt x="113" y="3"/>
                  <a:pt x="137" y="0"/>
                  <a:pt x="161" y="0"/>
                </a:cubicBezTo>
                <a:cubicBezTo>
                  <a:pt x="194" y="0"/>
                  <a:pt x="225" y="5"/>
                  <a:pt x="256" y="13"/>
                </a:cubicBezTo>
                <a:cubicBezTo>
                  <a:pt x="287" y="22"/>
                  <a:pt x="315" y="35"/>
                  <a:pt x="342" y="53"/>
                </a:cubicBezTo>
                <a:cubicBezTo>
                  <a:pt x="368" y="35"/>
                  <a:pt x="396" y="22"/>
                  <a:pt x="426" y="13"/>
                </a:cubicBezTo>
                <a:cubicBezTo>
                  <a:pt x="457" y="5"/>
                  <a:pt x="488" y="0"/>
                  <a:pt x="519" y="0"/>
                </a:cubicBezTo>
                <a:cubicBezTo>
                  <a:pt x="544" y="0"/>
                  <a:pt x="567" y="3"/>
                  <a:pt x="590" y="8"/>
                </a:cubicBezTo>
                <a:cubicBezTo>
                  <a:pt x="614" y="12"/>
                  <a:pt x="636" y="20"/>
                  <a:pt x="658" y="30"/>
                </a:cubicBezTo>
                <a:cubicBezTo>
                  <a:pt x="665" y="34"/>
                  <a:pt x="670" y="39"/>
                  <a:pt x="674" y="45"/>
                </a:cubicBezTo>
                <a:cubicBezTo>
                  <a:pt x="678" y="52"/>
                  <a:pt x="680" y="59"/>
                  <a:pt x="680" y="67"/>
                </a:cubicBezTo>
                <a:lnTo>
                  <a:pt x="680" y="425"/>
                </a:lnTo>
                <a:cubicBezTo>
                  <a:pt x="680" y="439"/>
                  <a:pt x="674" y="450"/>
                  <a:pt x="663" y="458"/>
                </a:cubicBezTo>
                <a:cubicBezTo>
                  <a:pt x="651" y="465"/>
                  <a:pt x="640" y="465"/>
                  <a:pt x="628" y="458"/>
                </a:cubicBezTo>
                <a:cubicBezTo>
                  <a:pt x="611" y="451"/>
                  <a:pt x="593" y="445"/>
                  <a:pt x="575" y="441"/>
                </a:cubicBezTo>
                <a:cubicBezTo>
                  <a:pt x="557" y="436"/>
                  <a:pt x="538" y="434"/>
                  <a:pt x="519" y="434"/>
                </a:cubicBezTo>
                <a:cubicBezTo>
                  <a:pt x="487" y="434"/>
                  <a:pt x="456" y="440"/>
                  <a:pt x="426" y="450"/>
                </a:cubicBezTo>
                <a:cubicBezTo>
                  <a:pt x="396" y="461"/>
                  <a:pt x="368" y="476"/>
                  <a:pt x="342" y="495"/>
                </a:cubicBezTo>
                <a:moveTo>
                  <a:pt x="183" y="240"/>
                </a:moveTo>
                <a:lnTo>
                  <a:pt x="183" y="24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4525560" y="4452480"/>
            <a:ext cx="42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ffffff"/>
                </a:solidFill>
                <a:latin typeface="Noto Sans JP"/>
                <a:ea typeface="Noto Sans JP"/>
              </a:rPr>
              <a:t>ASI07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8" name=""/>
          <p:cNvSpPr/>
          <p:nvPr/>
        </p:nvSpPr>
        <p:spPr>
          <a:xfrm>
            <a:off x="4514760" y="5324400"/>
            <a:ext cx="381240" cy="19440"/>
          </a:xfrm>
          <a:custGeom>
            <a:avLst/>
            <a:gdLst/>
            <a:ahLst/>
            <a:rect l="0" t="0" r="r" b="b"/>
            <a:pathLst>
              <a:path w="1059" h="54">
                <a:moveTo>
                  <a:pt x="0" y="0"/>
                </a:moveTo>
                <a:lnTo>
                  <a:pt x="1059" y="0"/>
                </a:lnTo>
                <a:lnTo>
                  <a:pt x="105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49" name=""/>
          <p:cNvSpPr/>
          <p:nvPr/>
        </p:nvSpPr>
        <p:spPr>
          <a:xfrm>
            <a:off x="4514760" y="527652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160"/>
                </a:moveTo>
                <a:lnTo>
                  <a:pt x="265" y="319"/>
                </a:lnTo>
                <a:lnTo>
                  <a:pt x="265" y="0"/>
                </a:lnTo>
                <a:lnTo>
                  <a:pt x="0" y="16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50" name=""/>
          <p:cNvSpPr/>
          <p:nvPr/>
        </p:nvSpPr>
        <p:spPr>
          <a:xfrm>
            <a:off x="4800240" y="52765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51" name=""/>
          <p:cNvSpPr/>
          <p:nvPr/>
        </p:nvSpPr>
        <p:spPr>
          <a:xfrm>
            <a:off x="4905360" y="5038560"/>
            <a:ext cx="1200240" cy="590760"/>
          </a:xfrm>
          <a:custGeom>
            <a:avLst/>
            <a:gdLst/>
            <a:ahLst/>
            <a:rect l="0" t="0" r="r" b="b"/>
            <a:pathLst>
              <a:path w="3334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149" y="0"/>
                </a:lnTo>
                <a:cubicBezTo>
                  <a:pt x="3161" y="0"/>
                  <a:pt x="3173" y="1"/>
                  <a:pt x="3185" y="4"/>
                </a:cubicBezTo>
                <a:cubicBezTo>
                  <a:pt x="3197" y="6"/>
                  <a:pt x="3209" y="9"/>
                  <a:pt x="3220" y="14"/>
                </a:cubicBezTo>
                <a:cubicBezTo>
                  <a:pt x="3231" y="19"/>
                  <a:pt x="3242" y="24"/>
                  <a:pt x="3252" y="31"/>
                </a:cubicBezTo>
                <a:cubicBezTo>
                  <a:pt x="3262" y="38"/>
                  <a:pt x="3271" y="46"/>
                  <a:pt x="3280" y="54"/>
                </a:cubicBezTo>
                <a:cubicBezTo>
                  <a:pt x="3289" y="63"/>
                  <a:pt x="3296" y="72"/>
                  <a:pt x="3303" y="82"/>
                </a:cubicBezTo>
                <a:cubicBezTo>
                  <a:pt x="3310" y="92"/>
                  <a:pt x="3316" y="103"/>
                  <a:pt x="3320" y="114"/>
                </a:cubicBezTo>
                <a:cubicBezTo>
                  <a:pt x="3325" y="126"/>
                  <a:pt x="3328" y="137"/>
                  <a:pt x="3331" y="149"/>
                </a:cubicBezTo>
                <a:cubicBezTo>
                  <a:pt x="3333" y="161"/>
                  <a:pt x="3334" y="173"/>
                  <a:pt x="3334" y="185"/>
                </a:cubicBezTo>
                <a:lnTo>
                  <a:pt x="3334" y="1455"/>
                </a:lnTo>
                <a:cubicBezTo>
                  <a:pt x="3334" y="1467"/>
                  <a:pt x="3333" y="1479"/>
                  <a:pt x="3331" y="1491"/>
                </a:cubicBezTo>
                <a:cubicBezTo>
                  <a:pt x="3328" y="1503"/>
                  <a:pt x="3325" y="1515"/>
                  <a:pt x="3320" y="1526"/>
                </a:cubicBezTo>
                <a:cubicBezTo>
                  <a:pt x="3316" y="1537"/>
                  <a:pt x="3310" y="1548"/>
                  <a:pt x="3303" y="1558"/>
                </a:cubicBezTo>
                <a:cubicBezTo>
                  <a:pt x="3296" y="1568"/>
                  <a:pt x="3289" y="1578"/>
                  <a:pt x="3280" y="1587"/>
                </a:cubicBezTo>
                <a:cubicBezTo>
                  <a:pt x="3271" y="1596"/>
                  <a:pt x="3262" y="1603"/>
                  <a:pt x="3252" y="1610"/>
                </a:cubicBezTo>
                <a:cubicBezTo>
                  <a:pt x="3242" y="1617"/>
                  <a:pt x="3231" y="1623"/>
                  <a:pt x="3220" y="1627"/>
                </a:cubicBezTo>
                <a:cubicBezTo>
                  <a:pt x="3209" y="1632"/>
                  <a:pt x="3197" y="1635"/>
                  <a:pt x="3185" y="1638"/>
                </a:cubicBezTo>
                <a:cubicBezTo>
                  <a:pt x="3173" y="1640"/>
                  <a:pt x="3161" y="1641"/>
                  <a:pt x="3149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3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8"/>
                  <a:pt x="31" y="1558"/>
                </a:cubicBezTo>
                <a:cubicBezTo>
                  <a:pt x="24" y="1548"/>
                  <a:pt x="18" y="1537"/>
                  <a:pt x="14" y="1526"/>
                </a:cubicBezTo>
                <a:cubicBezTo>
                  <a:pt x="9" y="1515"/>
                  <a:pt x="5" y="1503"/>
                  <a:pt x="3" y="1491"/>
                </a:cubicBezTo>
                <a:cubicBezTo>
                  <a:pt x="1" y="1479"/>
                  <a:pt x="0" y="1467"/>
                  <a:pt x="0" y="14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2" name=""/>
          <p:cNvSpPr/>
          <p:nvPr/>
        </p:nvSpPr>
        <p:spPr>
          <a:xfrm>
            <a:off x="4905360" y="5038560"/>
            <a:ext cx="1200240" cy="590760"/>
          </a:xfrm>
          <a:custGeom>
            <a:avLst/>
            <a:gdLst/>
            <a:ahLst/>
            <a:rect l="0" t="0" r="r" b="b"/>
            <a:pathLst>
              <a:path w="3334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149" y="0"/>
                </a:lnTo>
                <a:cubicBezTo>
                  <a:pt x="3161" y="0"/>
                  <a:pt x="3173" y="1"/>
                  <a:pt x="3185" y="4"/>
                </a:cubicBezTo>
                <a:cubicBezTo>
                  <a:pt x="3197" y="6"/>
                  <a:pt x="3209" y="9"/>
                  <a:pt x="3220" y="14"/>
                </a:cubicBezTo>
                <a:cubicBezTo>
                  <a:pt x="3231" y="19"/>
                  <a:pt x="3242" y="24"/>
                  <a:pt x="3252" y="31"/>
                </a:cubicBezTo>
                <a:cubicBezTo>
                  <a:pt x="3262" y="38"/>
                  <a:pt x="3271" y="46"/>
                  <a:pt x="3280" y="54"/>
                </a:cubicBezTo>
                <a:cubicBezTo>
                  <a:pt x="3289" y="63"/>
                  <a:pt x="3296" y="72"/>
                  <a:pt x="3303" y="82"/>
                </a:cubicBezTo>
                <a:cubicBezTo>
                  <a:pt x="3310" y="92"/>
                  <a:pt x="3316" y="103"/>
                  <a:pt x="3320" y="114"/>
                </a:cubicBezTo>
                <a:cubicBezTo>
                  <a:pt x="3325" y="126"/>
                  <a:pt x="3328" y="137"/>
                  <a:pt x="3331" y="149"/>
                </a:cubicBezTo>
                <a:cubicBezTo>
                  <a:pt x="3333" y="161"/>
                  <a:pt x="3334" y="173"/>
                  <a:pt x="3334" y="185"/>
                </a:cubicBezTo>
                <a:lnTo>
                  <a:pt x="3334" y="1455"/>
                </a:lnTo>
                <a:cubicBezTo>
                  <a:pt x="3334" y="1467"/>
                  <a:pt x="3333" y="1479"/>
                  <a:pt x="3331" y="1491"/>
                </a:cubicBezTo>
                <a:cubicBezTo>
                  <a:pt x="3328" y="1503"/>
                  <a:pt x="3325" y="1515"/>
                  <a:pt x="3320" y="1526"/>
                </a:cubicBezTo>
                <a:cubicBezTo>
                  <a:pt x="3316" y="1537"/>
                  <a:pt x="3310" y="1548"/>
                  <a:pt x="3303" y="1558"/>
                </a:cubicBezTo>
                <a:cubicBezTo>
                  <a:pt x="3296" y="1568"/>
                  <a:pt x="3289" y="1578"/>
                  <a:pt x="3280" y="1587"/>
                </a:cubicBezTo>
                <a:cubicBezTo>
                  <a:pt x="3271" y="1596"/>
                  <a:pt x="3262" y="1603"/>
                  <a:pt x="3252" y="1610"/>
                </a:cubicBezTo>
                <a:cubicBezTo>
                  <a:pt x="3242" y="1617"/>
                  <a:pt x="3231" y="1623"/>
                  <a:pt x="3220" y="1627"/>
                </a:cubicBezTo>
                <a:cubicBezTo>
                  <a:pt x="3209" y="1632"/>
                  <a:pt x="3197" y="1635"/>
                  <a:pt x="3185" y="1638"/>
                </a:cubicBezTo>
                <a:cubicBezTo>
                  <a:pt x="3173" y="1640"/>
                  <a:pt x="3161" y="1641"/>
                  <a:pt x="3149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3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8"/>
                  <a:pt x="31" y="1558"/>
                </a:cubicBezTo>
                <a:cubicBezTo>
                  <a:pt x="24" y="1548"/>
                  <a:pt x="18" y="1537"/>
                  <a:pt x="14" y="1526"/>
                </a:cubicBezTo>
                <a:cubicBezTo>
                  <a:pt x="9" y="1515"/>
                  <a:pt x="5" y="1503"/>
                  <a:pt x="3" y="1491"/>
                </a:cubicBezTo>
                <a:cubicBezTo>
                  <a:pt x="1" y="1479"/>
                  <a:pt x="0" y="1467"/>
                  <a:pt x="0" y="145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3" name=""/>
          <p:cNvSpPr/>
          <p:nvPr/>
        </p:nvSpPr>
        <p:spPr>
          <a:xfrm>
            <a:off x="5405400" y="5128920"/>
            <a:ext cx="200160" cy="200520"/>
          </a:xfrm>
          <a:custGeom>
            <a:avLst/>
            <a:gdLst/>
            <a:ahLst/>
            <a:rect l="0" t="0" r="r" b="b"/>
            <a:pathLst>
              <a:path w="556" h="557">
                <a:moveTo>
                  <a:pt x="278" y="557"/>
                </a:moveTo>
                <a:cubicBezTo>
                  <a:pt x="200" y="557"/>
                  <a:pt x="134" y="545"/>
                  <a:pt x="80" y="521"/>
                </a:cubicBezTo>
                <a:cubicBezTo>
                  <a:pt x="26" y="497"/>
                  <a:pt x="0" y="468"/>
                  <a:pt x="0" y="432"/>
                </a:cubicBezTo>
                <a:lnTo>
                  <a:pt x="0" y="124"/>
                </a:lnTo>
                <a:cubicBezTo>
                  <a:pt x="0" y="90"/>
                  <a:pt x="27" y="61"/>
                  <a:pt x="81" y="37"/>
                </a:cubicBezTo>
                <a:cubicBezTo>
                  <a:pt x="135" y="12"/>
                  <a:pt x="201" y="0"/>
                  <a:pt x="278" y="0"/>
                </a:cubicBezTo>
                <a:cubicBezTo>
                  <a:pt x="355" y="0"/>
                  <a:pt x="421" y="12"/>
                  <a:pt x="475" y="37"/>
                </a:cubicBezTo>
                <a:cubicBezTo>
                  <a:pt x="529" y="61"/>
                  <a:pt x="556" y="90"/>
                  <a:pt x="556" y="124"/>
                </a:cubicBezTo>
                <a:lnTo>
                  <a:pt x="556" y="432"/>
                </a:lnTo>
                <a:cubicBezTo>
                  <a:pt x="556" y="468"/>
                  <a:pt x="529" y="497"/>
                  <a:pt x="476" y="521"/>
                </a:cubicBezTo>
                <a:cubicBezTo>
                  <a:pt x="422" y="545"/>
                  <a:pt x="356" y="557"/>
                  <a:pt x="278" y="557"/>
                </a:cubicBezTo>
                <a:moveTo>
                  <a:pt x="278" y="179"/>
                </a:moveTo>
                <a:cubicBezTo>
                  <a:pt x="323" y="179"/>
                  <a:pt x="368" y="173"/>
                  <a:pt x="415" y="159"/>
                </a:cubicBezTo>
                <a:cubicBezTo>
                  <a:pt x="461" y="145"/>
                  <a:pt x="491" y="130"/>
                  <a:pt x="505" y="113"/>
                </a:cubicBezTo>
                <a:cubicBezTo>
                  <a:pt x="491" y="97"/>
                  <a:pt x="460" y="81"/>
                  <a:pt x="414" y="67"/>
                </a:cubicBezTo>
                <a:cubicBezTo>
                  <a:pt x="367" y="54"/>
                  <a:pt x="322" y="47"/>
                  <a:pt x="278" y="47"/>
                </a:cubicBezTo>
                <a:cubicBezTo>
                  <a:pt x="232" y="47"/>
                  <a:pt x="187" y="53"/>
                  <a:pt x="141" y="67"/>
                </a:cubicBezTo>
                <a:cubicBezTo>
                  <a:pt x="95" y="80"/>
                  <a:pt x="65" y="95"/>
                  <a:pt x="51" y="113"/>
                </a:cubicBezTo>
                <a:cubicBezTo>
                  <a:pt x="65" y="131"/>
                  <a:pt x="95" y="147"/>
                  <a:pt x="140" y="160"/>
                </a:cubicBezTo>
                <a:cubicBezTo>
                  <a:pt x="185" y="173"/>
                  <a:pt x="231" y="179"/>
                  <a:pt x="278" y="179"/>
                </a:cubicBezTo>
                <a:moveTo>
                  <a:pt x="278" y="344"/>
                </a:moveTo>
                <a:cubicBezTo>
                  <a:pt x="299" y="344"/>
                  <a:pt x="321" y="343"/>
                  <a:pt x="342" y="341"/>
                </a:cubicBezTo>
                <a:cubicBezTo>
                  <a:pt x="364" y="339"/>
                  <a:pt x="385" y="335"/>
                  <a:pt x="405" y="331"/>
                </a:cubicBezTo>
                <a:cubicBezTo>
                  <a:pt x="424" y="326"/>
                  <a:pt x="443" y="320"/>
                  <a:pt x="461" y="314"/>
                </a:cubicBezTo>
                <a:cubicBezTo>
                  <a:pt x="479" y="307"/>
                  <a:pt x="496" y="299"/>
                  <a:pt x="510" y="291"/>
                </a:cubicBezTo>
                <a:lnTo>
                  <a:pt x="510" y="172"/>
                </a:lnTo>
                <a:cubicBezTo>
                  <a:pt x="495" y="180"/>
                  <a:pt x="479" y="187"/>
                  <a:pt x="461" y="194"/>
                </a:cubicBezTo>
                <a:cubicBezTo>
                  <a:pt x="443" y="201"/>
                  <a:pt x="423" y="206"/>
                  <a:pt x="403" y="211"/>
                </a:cubicBezTo>
                <a:cubicBezTo>
                  <a:pt x="383" y="216"/>
                  <a:pt x="363" y="219"/>
                  <a:pt x="342" y="222"/>
                </a:cubicBezTo>
                <a:cubicBezTo>
                  <a:pt x="321" y="224"/>
                  <a:pt x="299" y="226"/>
                  <a:pt x="278" y="226"/>
                </a:cubicBezTo>
                <a:cubicBezTo>
                  <a:pt x="256" y="226"/>
                  <a:pt x="233" y="224"/>
                  <a:pt x="212" y="222"/>
                </a:cubicBezTo>
                <a:cubicBezTo>
                  <a:pt x="190" y="219"/>
                  <a:pt x="170" y="216"/>
                  <a:pt x="150" y="211"/>
                </a:cubicBezTo>
                <a:cubicBezTo>
                  <a:pt x="130" y="206"/>
                  <a:pt x="111" y="201"/>
                  <a:pt x="93" y="194"/>
                </a:cubicBezTo>
                <a:cubicBezTo>
                  <a:pt x="76" y="187"/>
                  <a:pt x="60" y="180"/>
                  <a:pt x="46" y="172"/>
                </a:cubicBezTo>
                <a:lnTo>
                  <a:pt x="46" y="291"/>
                </a:lnTo>
                <a:cubicBezTo>
                  <a:pt x="60" y="299"/>
                  <a:pt x="75" y="307"/>
                  <a:pt x="93" y="314"/>
                </a:cubicBezTo>
                <a:cubicBezTo>
                  <a:pt x="110" y="320"/>
                  <a:pt x="129" y="326"/>
                  <a:pt x="149" y="331"/>
                </a:cubicBezTo>
                <a:cubicBezTo>
                  <a:pt x="169" y="335"/>
                  <a:pt x="189" y="339"/>
                  <a:pt x="211" y="341"/>
                </a:cubicBezTo>
                <a:cubicBezTo>
                  <a:pt x="233" y="343"/>
                  <a:pt x="256" y="344"/>
                  <a:pt x="278" y="344"/>
                </a:cubicBezTo>
                <a:moveTo>
                  <a:pt x="278" y="511"/>
                </a:moveTo>
                <a:cubicBezTo>
                  <a:pt x="303" y="511"/>
                  <a:pt x="329" y="508"/>
                  <a:pt x="355" y="504"/>
                </a:cubicBezTo>
                <a:cubicBezTo>
                  <a:pt x="381" y="500"/>
                  <a:pt x="405" y="494"/>
                  <a:pt x="427" y="487"/>
                </a:cubicBezTo>
                <a:cubicBezTo>
                  <a:pt x="449" y="480"/>
                  <a:pt x="467" y="472"/>
                  <a:pt x="483" y="463"/>
                </a:cubicBezTo>
                <a:cubicBezTo>
                  <a:pt x="498" y="453"/>
                  <a:pt x="507" y="444"/>
                  <a:pt x="510" y="435"/>
                </a:cubicBezTo>
                <a:lnTo>
                  <a:pt x="510" y="338"/>
                </a:lnTo>
                <a:cubicBezTo>
                  <a:pt x="496" y="347"/>
                  <a:pt x="479" y="354"/>
                  <a:pt x="461" y="360"/>
                </a:cubicBezTo>
                <a:cubicBezTo>
                  <a:pt x="443" y="367"/>
                  <a:pt x="424" y="372"/>
                  <a:pt x="405" y="377"/>
                </a:cubicBezTo>
                <a:cubicBezTo>
                  <a:pt x="385" y="382"/>
                  <a:pt x="364" y="385"/>
                  <a:pt x="343" y="387"/>
                </a:cubicBezTo>
                <a:cubicBezTo>
                  <a:pt x="322" y="390"/>
                  <a:pt x="300" y="391"/>
                  <a:pt x="278" y="391"/>
                </a:cubicBezTo>
                <a:cubicBezTo>
                  <a:pt x="256" y="391"/>
                  <a:pt x="233" y="390"/>
                  <a:pt x="211" y="387"/>
                </a:cubicBezTo>
                <a:cubicBezTo>
                  <a:pt x="189" y="385"/>
                  <a:pt x="169" y="382"/>
                  <a:pt x="149" y="377"/>
                </a:cubicBezTo>
                <a:cubicBezTo>
                  <a:pt x="129" y="372"/>
                  <a:pt x="110" y="367"/>
                  <a:pt x="93" y="360"/>
                </a:cubicBezTo>
                <a:cubicBezTo>
                  <a:pt x="75" y="354"/>
                  <a:pt x="60" y="347"/>
                  <a:pt x="46" y="338"/>
                </a:cubicBezTo>
                <a:lnTo>
                  <a:pt x="46" y="436"/>
                </a:lnTo>
                <a:cubicBezTo>
                  <a:pt x="48" y="444"/>
                  <a:pt x="57" y="453"/>
                  <a:pt x="72" y="463"/>
                </a:cubicBezTo>
                <a:cubicBezTo>
                  <a:pt x="87" y="472"/>
                  <a:pt x="106" y="480"/>
                  <a:pt x="128" y="487"/>
                </a:cubicBezTo>
                <a:cubicBezTo>
                  <a:pt x="150" y="494"/>
                  <a:pt x="174" y="500"/>
                  <a:pt x="200" y="504"/>
                </a:cubicBezTo>
                <a:cubicBezTo>
                  <a:pt x="226" y="508"/>
                  <a:pt x="253" y="511"/>
                  <a:pt x="278" y="511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3525120" y="535716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接続データ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5" name=""/>
          <p:cNvSpPr/>
          <p:nvPr/>
        </p:nvSpPr>
        <p:spPr>
          <a:xfrm>
            <a:off x="3867120" y="4895640"/>
            <a:ext cx="733680" cy="248040"/>
          </a:xfrm>
          <a:custGeom>
            <a:avLst/>
            <a:gdLst/>
            <a:ahLst/>
            <a:rect l="0" t="0" r="r" b="b"/>
            <a:pathLst>
              <a:path w="2038" h="689">
                <a:moveTo>
                  <a:pt x="0" y="344"/>
                </a:moveTo>
                <a:cubicBezTo>
                  <a:pt x="0" y="321"/>
                  <a:pt x="2" y="299"/>
                  <a:pt x="6" y="277"/>
                </a:cubicBezTo>
                <a:cubicBezTo>
                  <a:pt x="11" y="255"/>
                  <a:pt x="17" y="233"/>
                  <a:pt x="26" y="212"/>
                </a:cubicBezTo>
                <a:cubicBezTo>
                  <a:pt x="34" y="192"/>
                  <a:pt x="45" y="172"/>
                  <a:pt x="58" y="153"/>
                </a:cubicBezTo>
                <a:cubicBezTo>
                  <a:pt x="70" y="134"/>
                  <a:pt x="84" y="117"/>
                  <a:pt x="100" y="101"/>
                </a:cubicBezTo>
                <a:cubicBezTo>
                  <a:pt x="116" y="85"/>
                  <a:pt x="134" y="71"/>
                  <a:pt x="152" y="58"/>
                </a:cubicBezTo>
                <a:cubicBezTo>
                  <a:pt x="171" y="46"/>
                  <a:pt x="191" y="35"/>
                  <a:pt x="212" y="26"/>
                </a:cubicBezTo>
                <a:cubicBezTo>
                  <a:pt x="233" y="18"/>
                  <a:pt x="254" y="11"/>
                  <a:pt x="276" y="7"/>
                </a:cubicBezTo>
                <a:cubicBezTo>
                  <a:pt x="299" y="2"/>
                  <a:pt x="321" y="0"/>
                  <a:pt x="344" y="0"/>
                </a:cubicBezTo>
                <a:lnTo>
                  <a:pt x="1694" y="0"/>
                </a:lnTo>
                <a:cubicBezTo>
                  <a:pt x="1717" y="0"/>
                  <a:pt x="1739" y="2"/>
                  <a:pt x="1761" y="7"/>
                </a:cubicBezTo>
                <a:cubicBezTo>
                  <a:pt x="1783" y="11"/>
                  <a:pt x="1805" y="18"/>
                  <a:pt x="1826" y="26"/>
                </a:cubicBezTo>
                <a:cubicBezTo>
                  <a:pt x="1846" y="35"/>
                  <a:pt x="1866" y="46"/>
                  <a:pt x="1885" y="58"/>
                </a:cubicBezTo>
                <a:cubicBezTo>
                  <a:pt x="1904" y="71"/>
                  <a:pt x="1921" y="85"/>
                  <a:pt x="1937" y="101"/>
                </a:cubicBezTo>
                <a:cubicBezTo>
                  <a:pt x="1953" y="117"/>
                  <a:pt x="1967" y="134"/>
                  <a:pt x="1980" y="153"/>
                </a:cubicBezTo>
                <a:cubicBezTo>
                  <a:pt x="1992" y="172"/>
                  <a:pt x="2003" y="192"/>
                  <a:pt x="2012" y="212"/>
                </a:cubicBezTo>
                <a:cubicBezTo>
                  <a:pt x="2020" y="233"/>
                  <a:pt x="2027" y="255"/>
                  <a:pt x="2031" y="277"/>
                </a:cubicBezTo>
                <a:cubicBezTo>
                  <a:pt x="2036" y="299"/>
                  <a:pt x="2038" y="321"/>
                  <a:pt x="2038" y="344"/>
                </a:cubicBezTo>
                <a:cubicBezTo>
                  <a:pt x="2038" y="367"/>
                  <a:pt x="2036" y="389"/>
                  <a:pt x="2031" y="411"/>
                </a:cubicBezTo>
                <a:cubicBezTo>
                  <a:pt x="2027" y="433"/>
                  <a:pt x="2020" y="455"/>
                  <a:pt x="2012" y="476"/>
                </a:cubicBezTo>
                <a:cubicBezTo>
                  <a:pt x="2003" y="498"/>
                  <a:pt x="1992" y="517"/>
                  <a:pt x="1980" y="536"/>
                </a:cubicBezTo>
                <a:cubicBezTo>
                  <a:pt x="1967" y="555"/>
                  <a:pt x="1953" y="572"/>
                  <a:pt x="1937" y="588"/>
                </a:cubicBezTo>
                <a:cubicBezTo>
                  <a:pt x="1921" y="604"/>
                  <a:pt x="1904" y="618"/>
                  <a:pt x="1885" y="631"/>
                </a:cubicBezTo>
                <a:cubicBezTo>
                  <a:pt x="1866" y="644"/>
                  <a:pt x="1846" y="654"/>
                  <a:pt x="1826" y="663"/>
                </a:cubicBezTo>
                <a:cubicBezTo>
                  <a:pt x="1805" y="671"/>
                  <a:pt x="1783" y="678"/>
                  <a:pt x="1761" y="682"/>
                </a:cubicBezTo>
                <a:cubicBezTo>
                  <a:pt x="1739" y="687"/>
                  <a:pt x="1717" y="689"/>
                  <a:pt x="1694" y="689"/>
                </a:cubicBezTo>
                <a:lnTo>
                  <a:pt x="344" y="689"/>
                </a:lnTo>
                <a:cubicBezTo>
                  <a:pt x="321" y="689"/>
                  <a:pt x="299" y="687"/>
                  <a:pt x="276" y="682"/>
                </a:cubicBezTo>
                <a:cubicBezTo>
                  <a:pt x="254" y="678"/>
                  <a:pt x="233" y="671"/>
                  <a:pt x="212" y="663"/>
                </a:cubicBezTo>
                <a:cubicBezTo>
                  <a:pt x="191" y="654"/>
                  <a:pt x="171" y="644"/>
                  <a:pt x="152" y="631"/>
                </a:cubicBezTo>
                <a:cubicBezTo>
                  <a:pt x="134" y="618"/>
                  <a:pt x="116" y="604"/>
                  <a:pt x="100" y="588"/>
                </a:cubicBezTo>
                <a:cubicBezTo>
                  <a:pt x="84" y="572"/>
                  <a:pt x="70" y="555"/>
                  <a:pt x="58" y="536"/>
                </a:cubicBezTo>
                <a:cubicBezTo>
                  <a:pt x="45" y="517"/>
                  <a:pt x="34" y="498"/>
                  <a:pt x="26" y="476"/>
                </a:cubicBezTo>
                <a:cubicBezTo>
                  <a:pt x="17" y="455"/>
                  <a:pt x="11" y="433"/>
                  <a:pt x="6" y="411"/>
                </a:cubicBezTo>
                <a:cubicBezTo>
                  <a:pt x="2" y="389"/>
                  <a:pt x="0" y="367"/>
                  <a:pt x="0" y="344"/>
                </a:cubicBez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56" name=""/>
          <p:cNvSpPr/>
          <p:nvPr/>
        </p:nvSpPr>
        <p:spPr>
          <a:xfrm>
            <a:off x="3919320" y="4948200"/>
            <a:ext cx="143280" cy="142920"/>
          </a:xfrm>
          <a:custGeom>
            <a:avLst/>
            <a:gdLst/>
            <a:ahLst/>
            <a:rect l="0" t="0" r="r" b="b"/>
            <a:pathLst>
              <a:path w="398" h="397">
                <a:moveTo>
                  <a:pt x="100" y="211"/>
                </a:moveTo>
                <a:lnTo>
                  <a:pt x="299" y="211"/>
                </a:lnTo>
                <a:lnTo>
                  <a:pt x="299" y="182"/>
                </a:lnTo>
                <a:lnTo>
                  <a:pt x="100" y="182"/>
                </a:lnTo>
                <a:lnTo>
                  <a:pt x="100" y="211"/>
                </a:lnTo>
                <a:moveTo>
                  <a:pt x="200" y="397"/>
                </a:moveTo>
                <a:cubicBezTo>
                  <a:pt x="172" y="397"/>
                  <a:pt x="147" y="392"/>
                  <a:pt x="123" y="382"/>
                </a:cubicBezTo>
                <a:cubicBezTo>
                  <a:pt x="99" y="371"/>
                  <a:pt x="77" y="357"/>
                  <a:pt x="59" y="339"/>
                </a:cubicBezTo>
                <a:cubicBezTo>
                  <a:pt x="41" y="321"/>
                  <a:pt x="27" y="299"/>
                  <a:pt x="17" y="275"/>
                </a:cubicBezTo>
                <a:cubicBezTo>
                  <a:pt x="6" y="251"/>
                  <a:pt x="0" y="225"/>
                  <a:pt x="0" y="198"/>
                </a:cubicBezTo>
                <a:cubicBezTo>
                  <a:pt x="0" y="171"/>
                  <a:pt x="6" y="145"/>
                  <a:pt x="17" y="121"/>
                </a:cubicBezTo>
                <a:cubicBezTo>
                  <a:pt x="27" y="97"/>
                  <a:pt x="41" y="76"/>
                  <a:pt x="59" y="58"/>
                </a:cubicBezTo>
                <a:cubicBezTo>
                  <a:pt x="77" y="40"/>
                  <a:pt x="99" y="26"/>
                  <a:pt x="123" y="15"/>
                </a:cubicBezTo>
                <a:cubicBezTo>
                  <a:pt x="147" y="5"/>
                  <a:pt x="172" y="0"/>
                  <a:pt x="200" y="0"/>
                </a:cubicBezTo>
                <a:cubicBezTo>
                  <a:pt x="227" y="0"/>
                  <a:pt x="253" y="5"/>
                  <a:pt x="277" y="15"/>
                </a:cubicBezTo>
                <a:cubicBezTo>
                  <a:pt x="301" y="26"/>
                  <a:pt x="322" y="40"/>
                  <a:pt x="340" y="58"/>
                </a:cubicBezTo>
                <a:cubicBezTo>
                  <a:pt x="358" y="76"/>
                  <a:pt x="372" y="97"/>
                  <a:pt x="382" y="121"/>
                </a:cubicBezTo>
                <a:cubicBezTo>
                  <a:pt x="393" y="145"/>
                  <a:pt x="398" y="171"/>
                  <a:pt x="398" y="198"/>
                </a:cubicBezTo>
                <a:cubicBezTo>
                  <a:pt x="398" y="225"/>
                  <a:pt x="393" y="251"/>
                  <a:pt x="382" y="275"/>
                </a:cubicBezTo>
                <a:cubicBezTo>
                  <a:pt x="372" y="299"/>
                  <a:pt x="358" y="321"/>
                  <a:pt x="340" y="339"/>
                </a:cubicBezTo>
                <a:cubicBezTo>
                  <a:pt x="322" y="357"/>
                  <a:pt x="301" y="371"/>
                  <a:pt x="277" y="382"/>
                </a:cubicBezTo>
                <a:cubicBezTo>
                  <a:pt x="253" y="392"/>
                  <a:pt x="227" y="397"/>
                  <a:pt x="200" y="397"/>
                </a:cubicBezTo>
                <a:moveTo>
                  <a:pt x="200" y="368"/>
                </a:moveTo>
                <a:cubicBezTo>
                  <a:pt x="247" y="368"/>
                  <a:pt x="286" y="351"/>
                  <a:pt x="319" y="318"/>
                </a:cubicBezTo>
                <a:cubicBezTo>
                  <a:pt x="352" y="284"/>
                  <a:pt x="368" y="245"/>
                  <a:pt x="368" y="198"/>
                </a:cubicBezTo>
                <a:cubicBezTo>
                  <a:pt x="368" y="151"/>
                  <a:pt x="352" y="111"/>
                  <a:pt x="319" y="78"/>
                </a:cubicBezTo>
                <a:cubicBezTo>
                  <a:pt x="286" y="46"/>
                  <a:pt x="247" y="29"/>
                  <a:pt x="200" y="29"/>
                </a:cubicBezTo>
                <a:cubicBezTo>
                  <a:pt x="153" y="29"/>
                  <a:pt x="113" y="46"/>
                  <a:pt x="80" y="78"/>
                </a:cubicBezTo>
                <a:cubicBezTo>
                  <a:pt x="47" y="111"/>
                  <a:pt x="31" y="151"/>
                  <a:pt x="31" y="198"/>
                </a:cubicBezTo>
                <a:cubicBezTo>
                  <a:pt x="31" y="245"/>
                  <a:pt x="47" y="284"/>
                  <a:pt x="80" y="318"/>
                </a:cubicBezTo>
                <a:cubicBezTo>
                  <a:pt x="113" y="351"/>
                  <a:pt x="153" y="368"/>
                  <a:pt x="200" y="368"/>
                </a:cubicBezTo>
                <a:moveTo>
                  <a:pt x="200" y="198"/>
                </a:moveTo>
                <a:lnTo>
                  <a:pt x="20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5277960" y="535716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メモリ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8" name=""/>
          <p:cNvSpPr/>
          <p:nvPr/>
        </p:nvSpPr>
        <p:spPr>
          <a:xfrm>
            <a:off x="6229080" y="4238280"/>
            <a:ext cx="381600" cy="19440"/>
          </a:xfrm>
          <a:custGeom>
            <a:avLst/>
            <a:gdLst/>
            <a:ahLst/>
            <a:rect l="0" t="0" r="r" b="b"/>
            <a:pathLst>
              <a:path w="1060" h="54">
                <a:moveTo>
                  <a:pt x="0" y="0"/>
                </a:moveTo>
                <a:lnTo>
                  <a:pt x="1060" y="0"/>
                </a:lnTo>
                <a:lnTo>
                  <a:pt x="106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59" name=""/>
          <p:cNvSpPr/>
          <p:nvPr/>
        </p:nvSpPr>
        <p:spPr>
          <a:xfrm>
            <a:off x="6514920" y="419076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5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60" name=""/>
          <p:cNvSpPr/>
          <p:nvPr/>
        </p:nvSpPr>
        <p:spPr>
          <a:xfrm>
            <a:off x="6229080" y="5324400"/>
            <a:ext cx="381600" cy="19440"/>
          </a:xfrm>
          <a:custGeom>
            <a:avLst/>
            <a:gdLst/>
            <a:ahLst/>
            <a:rect l="0" t="0" r="r" b="b"/>
            <a:pathLst>
              <a:path w="1060" h="54">
                <a:moveTo>
                  <a:pt x="0" y="0"/>
                </a:moveTo>
                <a:lnTo>
                  <a:pt x="1060" y="0"/>
                </a:lnTo>
                <a:lnTo>
                  <a:pt x="106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61" name=""/>
          <p:cNvSpPr/>
          <p:nvPr/>
        </p:nvSpPr>
        <p:spPr>
          <a:xfrm>
            <a:off x="6514920" y="52765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62" name=""/>
          <p:cNvSpPr/>
          <p:nvPr/>
        </p:nvSpPr>
        <p:spPr>
          <a:xfrm>
            <a:off x="6734160" y="2790720"/>
            <a:ext cx="1371960" cy="590760"/>
          </a:xfrm>
          <a:custGeom>
            <a:avLst/>
            <a:gdLst/>
            <a:ahLst/>
            <a:rect l="0" t="0" r="r" b="b"/>
            <a:pathLst>
              <a:path w="3811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625" y="0"/>
                </a:lnTo>
                <a:cubicBezTo>
                  <a:pt x="3637" y="0"/>
                  <a:pt x="3650" y="1"/>
                  <a:pt x="3661" y="3"/>
                </a:cubicBezTo>
                <a:cubicBezTo>
                  <a:pt x="3673" y="6"/>
                  <a:pt x="3685" y="9"/>
                  <a:pt x="3696" y="14"/>
                </a:cubicBezTo>
                <a:cubicBezTo>
                  <a:pt x="3707" y="19"/>
                  <a:pt x="3718" y="24"/>
                  <a:pt x="3728" y="31"/>
                </a:cubicBezTo>
                <a:cubicBezTo>
                  <a:pt x="3738" y="38"/>
                  <a:pt x="3748" y="45"/>
                  <a:pt x="3756" y="54"/>
                </a:cubicBezTo>
                <a:cubicBezTo>
                  <a:pt x="3765" y="63"/>
                  <a:pt x="3773" y="72"/>
                  <a:pt x="3779" y="82"/>
                </a:cubicBezTo>
                <a:cubicBezTo>
                  <a:pt x="3786" y="92"/>
                  <a:pt x="3792" y="103"/>
                  <a:pt x="3796" y="114"/>
                </a:cubicBezTo>
                <a:cubicBezTo>
                  <a:pt x="3801" y="125"/>
                  <a:pt x="3805" y="137"/>
                  <a:pt x="3807" y="149"/>
                </a:cubicBezTo>
                <a:cubicBezTo>
                  <a:pt x="3809" y="161"/>
                  <a:pt x="3811" y="173"/>
                  <a:pt x="3811" y="185"/>
                </a:cubicBezTo>
                <a:lnTo>
                  <a:pt x="3811" y="1456"/>
                </a:lnTo>
                <a:cubicBezTo>
                  <a:pt x="3811" y="1468"/>
                  <a:pt x="3809" y="1480"/>
                  <a:pt x="3807" y="1492"/>
                </a:cubicBezTo>
                <a:cubicBezTo>
                  <a:pt x="3805" y="1504"/>
                  <a:pt x="3801" y="1516"/>
                  <a:pt x="3796" y="1527"/>
                </a:cubicBezTo>
                <a:cubicBezTo>
                  <a:pt x="3792" y="1538"/>
                  <a:pt x="3786" y="1549"/>
                  <a:pt x="3779" y="1559"/>
                </a:cubicBezTo>
                <a:cubicBezTo>
                  <a:pt x="3773" y="1569"/>
                  <a:pt x="3765" y="1578"/>
                  <a:pt x="3756" y="1587"/>
                </a:cubicBezTo>
                <a:cubicBezTo>
                  <a:pt x="3748" y="1596"/>
                  <a:pt x="3738" y="1603"/>
                  <a:pt x="3728" y="1610"/>
                </a:cubicBezTo>
                <a:cubicBezTo>
                  <a:pt x="3718" y="1617"/>
                  <a:pt x="3707" y="1622"/>
                  <a:pt x="3696" y="1627"/>
                </a:cubicBezTo>
                <a:cubicBezTo>
                  <a:pt x="3685" y="1632"/>
                  <a:pt x="3673" y="1635"/>
                  <a:pt x="3661" y="1638"/>
                </a:cubicBezTo>
                <a:cubicBezTo>
                  <a:pt x="3650" y="1640"/>
                  <a:pt x="3637" y="1641"/>
                  <a:pt x="3625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9"/>
                  <a:pt x="31" y="1559"/>
                </a:cubicBezTo>
                <a:cubicBezTo>
                  <a:pt x="24" y="1549"/>
                  <a:pt x="18" y="1538"/>
                  <a:pt x="14" y="1527"/>
                </a:cubicBezTo>
                <a:cubicBezTo>
                  <a:pt x="9" y="1516"/>
                  <a:pt x="5" y="1504"/>
                  <a:pt x="3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3" name=""/>
          <p:cNvSpPr/>
          <p:nvPr/>
        </p:nvSpPr>
        <p:spPr>
          <a:xfrm>
            <a:off x="6734160" y="2790720"/>
            <a:ext cx="1371960" cy="590760"/>
          </a:xfrm>
          <a:custGeom>
            <a:avLst/>
            <a:gdLst/>
            <a:ahLst/>
            <a:rect l="0" t="0" r="r" b="b"/>
            <a:pathLst>
              <a:path w="3811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625" y="0"/>
                </a:lnTo>
                <a:cubicBezTo>
                  <a:pt x="3637" y="0"/>
                  <a:pt x="3650" y="1"/>
                  <a:pt x="3661" y="3"/>
                </a:cubicBezTo>
                <a:cubicBezTo>
                  <a:pt x="3673" y="6"/>
                  <a:pt x="3685" y="9"/>
                  <a:pt x="3696" y="14"/>
                </a:cubicBezTo>
                <a:cubicBezTo>
                  <a:pt x="3707" y="19"/>
                  <a:pt x="3718" y="24"/>
                  <a:pt x="3728" y="31"/>
                </a:cubicBezTo>
                <a:cubicBezTo>
                  <a:pt x="3738" y="38"/>
                  <a:pt x="3748" y="45"/>
                  <a:pt x="3756" y="54"/>
                </a:cubicBezTo>
                <a:cubicBezTo>
                  <a:pt x="3765" y="63"/>
                  <a:pt x="3773" y="72"/>
                  <a:pt x="3779" y="82"/>
                </a:cubicBezTo>
                <a:cubicBezTo>
                  <a:pt x="3786" y="92"/>
                  <a:pt x="3792" y="103"/>
                  <a:pt x="3796" y="114"/>
                </a:cubicBezTo>
                <a:cubicBezTo>
                  <a:pt x="3801" y="125"/>
                  <a:pt x="3805" y="137"/>
                  <a:pt x="3807" y="149"/>
                </a:cubicBezTo>
                <a:cubicBezTo>
                  <a:pt x="3809" y="161"/>
                  <a:pt x="3811" y="173"/>
                  <a:pt x="3811" y="185"/>
                </a:cubicBezTo>
                <a:lnTo>
                  <a:pt x="3811" y="1456"/>
                </a:lnTo>
                <a:cubicBezTo>
                  <a:pt x="3811" y="1468"/>
                  <a:pt x="3809" y="1480"/>
                  <a:pt x="3807" y="1492"/>
                </a:cubicBezTo>
                <a:cubicBezTo>
                  <a:pt x="3805" y="1504"/>
                  <a:pt x="3801" y="1516"/>
                  <a:pt x="3796" y="1527"/>
                </a:cubicBezTo>
                <a:cubicBezTo>
                  <a:pt x="3792" y="1538"/>
                  <a:pt x="3786" y="1549"/>
                  <a:pt x="3779" y="1559"/>
                </a:cubicBezTo>
                <a:cubicBezTo>
                  <a:pt x="3773" y="1569"/>
                  <a:pt x="3765" y="1578"/>
                  <a:pt x="3756" y="1587"/>
                </a:cubicBezTo>
                <a:cubicBezTo>
                  <a:pt x="3748" y="1596"/>
                  <a:pt x="3738" y="1603"/>
                  <a:pt x="3728" y="1610"/>
                </a:cubicBezTo>
                <a:cubicBezTo>
                  <a:pt x="3718" y="1617"/>
                  <a:pt x="3707" y="1622"/>
                  <a:pt x="3696" y="1627"/>
                </a:cubicBezTo>
                <a:cubicBezTo>
                  <a:pt x="3685" y="1632"/>
                  <a:pt x="3673" y="1635"/>
                  <a:pt x="3661" y="1638"/>
                </a:cubicBezTo>
                <a:cubicBezTo>
                  <a:pt x="3650" y="1640"/>
                  <a:pt x="3637" y="1641"/>
                  <a:pt x="3625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9"/>
                  <a:pt x="31" y="1559"/>
                </a:cubicBezTo>
                <a:cubicBezTo>
                  <a:pt x="24" y="1549"/>
                  <a:pt x="18" y="1538"/>
                  <a:pt x="14" y="1527"/>
                </a:cubicBezTo>
                <a:cubicBezTo>
                  <a:pt x="9" y="1516"/>
                  <a:pt x="5" y="1504"/>
                  <a:pt x="3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4" name=""/>
          <p:cNvSpPr/>
          <p:nvPr/>
        </p:nvSpPr>
        <p:spPr>
          <a:xfrm>
            <a:off x="7319880" y="2881440"/>
            <a:ext cx="200160" cy="211320"/>
          </a:xfrm>
          <a:custGeom>
            <a:avLst/>
            <a:gdLst/>
            <a:ahLst/>
            <a:rect l="0" t="0" r="r" b="b"/>
            <a:pathLst>
              <a:path w="556" h="587">
                <a:moveTo>
                  <a:pt x="129" y="94"/>
                </a:moveTo>
                <a:cubicBezTo>
                  <a:pt x="118" y="94"/>
                  <a:pt x="109" y="98"/>
                  <a:pt x="101" y="105"/>
                </a:cubicBezTo>
                <a:cubicBezTo>
                  <a:pt x="94" y="113"/>
                  <a:pt x="90" y="122"/>
                  <a:pt x="90" y="133"/>
                </a:cubicBezTo>
                <a:cubicBezTo>
                  <a:pt x="90" y="143"/>
                  <a:pt x="94" y="153"/>
                  <a:pt x="101" y="160"/>
                </a:cubicBezTo>
                <a:cubicBezTo>
                  <a:pt x="109" y="168"/>
                  <a:pt x="118" y="171"/>
                  <a:pt x="129" y="171"/>
                </a:cubicBezTo>
                <a:cubicBezTo>
                  <a:pt x="139" y="171"/>
                  <a:pt x="149" y="167"/>
                  <a:pt x="156" y="160"/>
                </a:cubicBezTo>
                <a:cubicBezTo>
                  <a:pt x="163" y="152"/>
                  <a:pt x="167" y="143"/>
                  <a:pt x="167" y="133"/>
                </a:cubicBezTo>
                <a:cubicBezTo>
                  <a:pt x="167" y="122"/>
                  <a:pt x="163" y="113"/>
                  <a:pt x="156" y="105"/>
                </a:cubicBezTo>
                <a:cubicBezTo>
                  <a:pt x="148" y="98"/>
                  <a:pt x="139" y="94"/>
                  <a:pt x="129" y="94"/>
                </a:cubicBezTo>
                <a:moveTo>
                  <a:pt x="129" y="414"/>
                </a:moveTo>
                <a:cubicBezTo>
                  <a:pt x="118" y="414"/>
                  <a:pt x="109" y="417"/>
                  <a:pt x="101" y="425"/>
                </a:cubicBezTo>
                <a:cubicBezTo>
                  <a:pt x="94" y="432"/>
                  <a:pt x="90" y="441"/>
                  <a:pt x="90" y="452"/>
                </a:cubicBezTo>
                <a:cubicBezTo>
                  <a:pt x="90" y="463"/>
                  <a:pt x="94" y="472"/>
                  <a:pt x="101" y="481"/>
                </a:cubicBezTo>
                <a:cubicBezTo>
                  <a:pt x="109" y="488"/>
                  <a:pt x="118" y="492"/>
                  <a:pt x="129" y="492"/>
                </a:cubicBezTo>
                <a:cubicBezTo>
                  <a:pt x="139" y="492"/>
                  <a:pt x="149" y="488"/>
                  <a:pt x="156" y="480"/>
                </a:cubicBezTo>
                <a:cubicBezTo>
                  <a:pt x="163" y="472"/>
                  <a:pt x="167" y="463"/>
                  <a:pt x="167" y="452"/>
                </a:cubicBezTo>
                <a:cubicBezTo>
                  <a:pt x="167" y="441"/>
                  <a:pt x="163" y="432"/>
                  <a:pt x="156" y="425"/>
                </a:cubicBezTo>
                <a:cubicBezTo>
                  <a:pt x="148" y="417"/>
                  <a:pt x="139" y="414"/>
                  <a:pt x="129" y="414"/>
                </a:cubicBezTo>
                <a:moveTo>
                  <a:pt x="26" y="0"/>
                </a:moveTo>
                <a:lnTo>
                  <a:pt x="529" y="0"/>
                </a:lnTo>
                <a:cubicBezTo>
                  <a:pt x="538" y="0"/>
                  <a:pt x="544" y="2"/>
                  <a:pt x="549" y="7"/>
                </a:cubicBezTo>
                <a:cubicBezTo>
                  <a:pt x="554" y="12"/>
                  <a:pt x="556" y="19"/>
                  <a:pt x="556" y="27"/>
                </a:cubicBezTo>
                <a:lnTo>
                  <a:pt x="556" y="235"/>
                </a:lnTo>
                <a:cubicBezTo>
                  <a:pt x="556" y="243"/>
                  <a:pt x="554" y="251"/>
                  <a:pt x="549" y="257"/>
                </a:cubicBezTo>
                <a:cubicBezTo>
                  <a:pt x="544" y="263"/>
                  <a:pt x="538" y="266"/>
                  <a:pt x="529" y="266"/>
                </a:cubicBezTo>
                <a:lnTo>
                  <a:pt x="26" y="266"/>
                </a:lnTo>
                <a:cubicBezTo>
                  <a:pt x="18" y="266"/>
                  <a:pt x="12" y="263"/>
                  <a:pt x="7" y="257"/>
                </a:cubicBezTo>
                <a:cubicBezTo>
                  <a:pt x="2" y="251"/>
                  <a:pt x="0" y="243"/>
                  <a:pt x="0" y="235"/>
                </a:cubicBezTo>
                <a:lnTo>
                  <a:pt x="0" y="27"/>
                </a:lnTo>
                <a:cubicBezTo>
                  <a:pt x="0" y="19"/>
                  <a:pt x="2" y="12"/>
                  <a:pt x="7" y="7"/>
                </a:cubicBezTo>
                <a:cubicBezTo>
                  <a:pt x="12" y="2"/>
                  <a:pt x="18" y="0"/>
                  <a:pt x="26" y="0"/>
                </a:cubicBezTo>
                <a:moveTo>
                  <a:pt x="46" y="46"/>
                </a:moveTo>
                <a:lnTo>
                  <a:pt x="46" y="220"/>
                </a:lnTo>
                <a:lnTo>
                  <a:pt x="510" y="220"/>
                </a:lnTo>
                <a:lnTo>
                  <a:pt x="510" y="46"/>
                </a:lnTo>
                <a:lnTo>
                  <a:pt x="46" y="46"/>
                </a:lnTo>
                <a:moveTo>
                  <a:pt x="26" y="319"/>
                </a:moveTo>
                <a:lnTo>
                  <a:pt x="526" y="319"/>
                </a:lnTo>
                <a:cubicBezTo>
                  <a:pt x="534" y="319"/>
                  <a:pt x="541" y="322"/>
                  <a:pt x="547" y="328"/>
                </a:cubicBezTo>
                <a:cubicBezTo>
                  <a:pt x="553" y="335"/>
                  <a:pt x="556" y="342"/>
                  <a:pt x="556" y="350"/>
                </a:cubicBezTo>
                <a:lnTo>
                  <a:pt x="556" y="555"/>
                </a:lnTo>
                <a:cubicBezTo>
                  <a:pt x="556" y="565"/>
                  <a:pt x="553" y="573"/>
                  <a:pt x="547" y="579"/>
                </a:cubicBezTo>
                <a:cubicBezTo>
                  <a:pt x="541" y="584"/>
                  <a:pt x="534" y="587"/>
                  <a:pt x="526" y="587"/>
                </a:cubicBezTo>
                <a:lnTo>
                  <a:pt x="30" y="587"/>
                </a:lnTo>
                <a:cubicBezTo>
                  <a:pt x="22" y="587"/>
                  <a:pt x="15" y="584"/>
                  <a:pt x="9" y="579"/>
                </a:cubicBezTo>
                <a:cubicBezTo>
                  <a:pt x="3" y="573"/>
                  <a:pt x="0" y="565"/>
                  <a:pt x="0" y="555"/>
                </a:cubicBezTo>
                <a:lnTo>
                  <a:pt x="0" y="350"/>
                </a:lnTo>
                <a:cubicBezTo>
                  <a:pt x="0" y="342"/>
                  <a:pt x="2" y="335"/>
                  <a:pt x="7" y="328"/>
                </a:cubicBezTo>
                <a:cubicBezTo>
                  <a:pt x="12" y="322"/>
                  <a:pt x="18" y="319"/>
                  <a:pt x="26" y="319"/>
                </a:cubicBezTo>
                <a:moveTo>
                  <a:pt x="46" y="365"/>
                </a:moveTo>
                <a:lnTo>
                  <a:pt x="46" y="540"/>
                </a:lnTo>
                <a:lnTo>
                  <a:pt x="510" y="540"/>
                </a:lnTo>
                <a:lnTo>
                  <a:pt x="510" y="365"/>
                </a:lnTo>
                <a:lnTo>
                  <a:pt x="46" y="365"/>
                </a:lnTo>
                <a:moveTo>
                  <a:pt x="46" y="46"/>
                </a:moveTo>
                <a:lnTo>
                  <a:pt x="46" y="220"/>
                </a:lnTo>
                <a:lnTo>
                  <a:pt x="46" y="46"/>
                </a:lnTo>
                <a:moveTo>
                  <a:pt x="46" y="365"/>
                </a:moveTo>
                <a:lnTo>
                  <a:pt x="46" y="540"/>
                </a:lnTo>
                <a:lnTo>
                  <a:pt x="46" y="36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4096800" y="4909680"/>
            <a:ext cx="42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ffffff"/>
                </a:solidFill>
                <a:latin typeface="Noto Sans JP"/>
                <a:ea typeface="Noto Sans JP"/>
              </a:rPr>
              <a:t>ASI06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6" name=""/>
          <p:cNvSpPr/>
          <p:nvPr/>
        </p:nvSpPr>
        <p:spPr>
          <a:xfrm>
            <a:off x="7410240" y="3390840"/>
            <a:ext cx="19440" cy="552600"/>
          </a:xfrm>
          <a:custGeom>
            <a:avLst/>
            <a:gdLst/>
            <a:ahLst/>
            <a:rect l="0" t="0" r="r" b="b"/>
            <a:pathLst>
              <a:path w="54" h="1535">
                <a:moveTo>
                  <a:pt x="0" y="0"/>
                </a:moveTo>
                <a:lnTo>
                  <a:pt x="54" y="0"/>
                </a:lnTo>
                <a:lnTo>
                  <a:pt x="5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67" name=""/>
          <p:cNvSpPr/>
          <p:nvPr/>
        </p:nvSpPr>
        <p:spPr>
          <a:xfrm>
            <a:off x="7362720" y="3390840"/>
            <a:ext cx="114480" cy="95400"/>
          </a:xfrm>
          <a:custGeom>
            <a:avLst/>
            <a:gdLst/>
            <a:ahLst/>
            <a:rect l="0" t="0" r="r" b="b"/>
            <a:pathLst>
              <a:path w="318" h="265">
                <a:moveTo>
                  <a:pt x="159" y="0"/>
                </a:moveTo>
                <a:lnTo>
                  <a:pt x="0" y="265"/>
                </a:lnTo>
                <a:lnTo>
                  <a:pt x="318" y="265"/>
                </a:lnTo>
                <a:lnTo>
                  <a:pt x="159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68" name=""/>
          <p:cNvSpPr/>
          <p:nvPr/>
        </p:nvSpPr>
        <p:spPr>
          <a:xfrm>
            <a:off x="6734160" y="3952800"/>
            <a:ext cx="1371960" cy="590760"/>
          </a:xfrm>
          <a:custGeom>
            <a:avLst/>
            <a:gdLst/>
            <a:ahLst/>
            <a:rect l="0" t="0" r="r" b="b"/>
            <a:pathLst>
              <a:path w="3811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625" y="0"/>
                </a:lnTo>
                <a:cubicBezTo>
                  <a:pt x="3637" y="0"/>
                  <a:pt x="3650" y="1"/>
                  <a:pt x="3661" y="3"/>
                </a:cubicBezTo>
                <a:cubicBezTo>
                  <a:pt x="3673" y="6"/>
                  <a:pt x="3685" y="9"/>
                  <a:pt x="3696" y="14"/>
                </a:cubicBezTo>
                <a:cubicBezTo>
                  <a:pt x="3707" y="18"/>
                  <a:pt x="3718" y="24"/>
                  <a:pt x="3728" y="31"/>
                </a:cubicBezTo>
                <a:cubicBezTo>
                  <a:pt x="3738" y="38"/>
                  <a:pt x="3748" y="45"/>
                  <a:pt x="3756" y="54"/>
                </a:cubicBezTo>
                <a:cubicBezTo>
                  <a:pt x="3765" y="63"/>
                  <a:pt x="3773" y="72"/>
                  <a:pt x="3779" y="82"/>
                </a:cubicBezTo>
                <a:cubicBezTo>
                  <a:pt x="3786" y="92"/>
                  <a:pt x="3792" y="103"/>
                  <a:pt x="3796" y="114"/>
                </a:cubicBezTo>
                <a:cubicBezTo>
                  <a:pt x="3801" y="125"/>
                  <a:pt x="3805" y="137"/>
                  <a:pt x="3807" y="149"/>
                </a:cubicBezTo>
                <a:cubicBezTo>
                  <a:pt x="3809" y="161"/>
                  <a:pt x="3811" y="173"/>
                  <a:pt x="3811" y="185"/>
                </a:cubicBezTo>
                <a:lnTo>
                  <a:pt x="3811" y="1456"/>
                </a:lnTo>
                <a:cubicBezTo>
                  <a:pt x="3811" y="1468"/>
                  <a:pt x="3809" y="1480"/>
                  <a:pt x="3807" y="1492"/>
                </a:cubicBezTo>
                <a:cubicBezTo>
                  <a:pt x="3805" y="1504"/>
                  <a:pt x="3801" y="1516"/>
                  <a:pt x="3796" y="1527"/>
                </a:cubicBezTo>
                <a:cubicBezTo>
                  <a:pt x="3792" y="1538"/>
                  <a:pt x="3786" y="1549"/>
                  <a:pt x="3779" y="1559"/>
                </a:cubicBezTo>
                <a:cubicBezTo>
                  <a:pt x="3773" y="1569"/>
                  <a:pt x="3765" y="1578"/>
                  <a:pt x="3756" y="1587"/>
                </a:cubicBezTo>
                <a:cubicBezTo>
                  <a:pt x="3748" y="1595"/>
                  <a:pt x="3738" y="1603"/>
                  <a:pt x="3728" y="1610"/>
                </a:cubicBezTo>
                <a:cubicBezTo>
                  <a:pt x="3718" y="1617"/>
                  <a:pt x="3707" y="1622"/>
                  <a:pt x="3696" y="1627"/>
                </a:cubicBezTo>
                <a:cubicBezTo>
                  <a:pt x="3685" y="1632"/>
                  <a:pt x="3673" y="1635"/>
                  <a:pt x="3661" y="1638"/>
                </a:cubicBezTo>
                <a:cubicBezTo>
                  <a:pt x="3650" y="1640"/>
                  <a:pt x="3637" y="1641"/>
                  <a:pt x="3625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2" y="1595"/>
                  <a:pt x="54" y="1587"/>
                </a:cubicBezTo>
                <a:cubicBezTo>
                  <a:pt x="45" y="1578"/>
                  <a:pt x="38" y="1569"/>
                  <a:pt x="31" y="1559"/>
                </a:cubicBezTo>
                <a:cubicBezTo>
                  <a:pt x="24" y="1549"/>
                  <a:pt x="18" y="1538"/>
                  <a:pt x="14" y="1527"/>
                </a:cubicBezTo>
                <a:cubicBezTo>
                  <a:pt x="9" y="1516"/>
                  <a:pt x="5" y="1504"/>
                  <a:pt x="3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9" name=""/>
          <p:cNvSpPr/>
          <p:nvPr/>
        </p:nvSpPr>
        <p:spPr>
          <a:xfrm>
            <a:off x="6734160" y="3952800"/>
            <a:ext cx="1371960" cy="590760"/>
          </a:xfrm>
          <a:custGeom>
            <a:avLst/>
            <a:gdLst/>
            <a:ahLst/>
            <a:rect l="0" t="0" r="r" b="b"/>
            <a:pathLst>
              <a:path w="3811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625" y="0"/>
                </a:lnTo>
                <a:cubicBezTo>
                  <a:pt x="3637" y="0"/>
                  <a:pt x="3650" y="1"/>
                  <a:pt x="3661" y="3"/>
                </a:cubicBezTo>
                <a:cubicBezTo>
                  <a:pt x="3673" y="6"/>
                  <a:pt x="3685" y="9"/>
                  <a:pt x="3696" y="14"/>
                </a:cubicBezTo>
                <a:cubicBezTo>
                  <a:pt x="3707" y="18"/>
                  <a:pt x="3718" y="24"/>
                  <a:pt x="3728" y="31"/>
                </a:cubicBezTo>
                <a:cubicBezTo>
                  <a:pt x="3738" y="38"/>
                  <a:pt x="3748" y="45"/>
                  <a:pt x="3756" y="54"/>
                </a:cubicBezTo>
                <a:cubicBezTo>
                  <a:pt x="3765" y="63"/>
                  <a:pt x="3773" y="72"/>
                  <a:pt x="3779" y="82"/>
                </a:cubicBezTo>
                <a:cubicBezTo>
                  <a:pt x="3786" y="92"/>
                  <a:pt x="3792" y="103"/>
                  <a:pt x="3796" y="114"/>
                </a:cubicBezTo>
                <a:cubicBezTo>
                  <a:pt x="3801" y="125"/>
                  <a:pt x="3805" y="137"/>
                  <a:pt x="3807" y="149"/>
                </a:cubicBezTo>
                <a:cubicBezTo>
                  <a:pt x="3809" y="161"/>
                  <a:pt x="3811" y="173"/>
                  <a:pt x="3811" y="185"/>
                </a:cubicBezTo>
                <a:lnTo>
                  <a:pt x="3811" y="1456"/>
                </a:lnTo>
                <a:cubicBezTo>
                  <a:pt x="3811" y="1468"/>
                  <a:pt x="3809" y="1480"/>
                  <a:pt x="3807" y="1492"/>
                </a:cubicBezTo>
                <a:cubicBezTo>
                  <a:pt x="3805" y="1504"/>
                  <a:pt x="3801" y="1516"/>
                  <a:pt x="3796" y="1527"/>
                </a:cubicBezTo>
                <a:cubicBezTo>
                  <a:pt x="3792" y="1538"/>
                  <a:pt x="3786" y="1549"/>
                  <a:pt x="3779" y="1559"/>
                </a:cubicBezTo>
                <a:cubicBezTo>
                  <a:pt x="3773" y="1569"/>
                  <a:pt x="3765" y="1578"/>
                  <a:pt x="3756" y="1587"/>
                </a:cubicBezTo>
                <a:cubicBezTo>
                  <a:pt x="3748" y="1595"/>
                  <a:pt x="3738" y="1603"/>
                  <a:pt x="3728" y="1610"/>
                </a:cubicBezTo>
                <a:cubicBezTo>
                  <a:pt x="3718" y="1617"/>
                  <a:pt x="3707" y="1622"/>
                  <a:pt x="3696" y="1627"/>
                </a:cubicBezTo>
                <a:cubicBezTo>
                  <a:pt x="3685" y="1632"/>
                  <a:pt x="3673" y="1635"/>
                  <a:pt x="3661" y="1638"/>
                </a:cubicBezTo>
                <a:cubicBezTo>
                  <a:pt x="3650" y="1640"/>
                  <a:pt x="3637" y="1641"/>
                  <a:pt x="3625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2"/>
                  <a:pt x="92" y="1617"/>
                  <a:pt x="82" y="1610"/>
                </a:cubicBezTo>
                <a:cubicBezTo>
                  <a:pt x="72" y="1603"/>
                  <a:pt x="62" y="1595"/>
                  <a:pt x="54" y="1587"/>
                </a:cubicBezTo>
                <a:cubicBezTo>
                  <a:pt x="45" y="1578"/>
                  <a:pt x="38" y="1569"/>
                  <a:pt x="31" y="1559"/>
                </a:cubicBezTo>
                <a:cubicBezTo>
                  <a:pt x="24" y="1549"/>
                  <a:pt x="18" y="1538"/>
                  <a:pt x="14" y="1527"/>
                </a:cubicBezTo>
                <a:cubicBezTo>
                  <a:pt x="9" y="1516"/>
                  <a:pt x="5" y="1504"/>
                  <a:pt x="3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0" name=""/>
          <p:cNvSpPr/>
          <p:nvPr/>
        </p:nvSpPr>
        <p:spPr>
          <a:xfrm>
            <a:off x="7314120" y="4042800"/>
            <a:ext cx="206280" cy="200880"/>
          </a:xfrm>
          <a:custGeom>
            <a:avLst/>
            <a:gdLst/>
            <a:ahLst/>
            <a:rect l="0" t="0" r="r" b="b"/>
            <a:pathLst>
              <a:path w="573" h="558">
                <a:moveTo>
                  <a:pt x="516" y="558"/>
                </a:moveTo>
                <a:lnTo>
                  <a:pt x="322" y="364"/>
                </a:lnTo>
                <a:lnTo>
                  <a:pt x="366" y="320"/>
                </a:lnTo>
                <a:lnTo>
                  <a:pt x="561" y="514"/>
                </a:lnTo>
                <a:lnTo>
                  <a:pt x="516" y="558"/>
                </a:lnTo>
                <a:moveTo>
                  <a:pt x="67" y="558"/>
                </a:moveTo>
                <a:lnTo>
                  <a:pt x="23" y="514"/>
                </a:lnTo>
                <a:lnTo>
                  <a:pt x="247" y="290"/>
                </a:lnTo>
                <a:lnTo>
                  <a:pt x="165" y="207"/>
                </a:lnTo>
                <a:lnTo>
                  <a:pt x="147" y="225"/>
                </a:lnTo>
                <a:lnTo>
                  <a:pt x="113" y="191"/>
                </a:lnTo>
                <a:lnTo>
                  <a:pt x="113" y="257"/>
                </a:lnTo>
                <a:lnTo>
                  <a:pt x="94" y="275"/>
                </a:lnTo>
                <a:lnTo>
                  <a:pt x="0" y="181"/>
                </a:lnTo>
                <a:lnTo>
                  <a:pt x="19" y="162"/>
                </a:lnTo>
                <a:lnTo>
                  <a:pt x="85" y="162"/>
                </a:lnTo>
                <a:lnTo>
                  <a:pt x="48" y="125"/>
                </a:lnTo>
                <a:lnTo>
                  <a:pt x="149" y="23"/>
                </a:lnTo>
                <a:cubicBezTo>
                  <a:pt x="158" y="15"/>
                  <a:pt x="167" y="9"/>
                  <a:pt x="178" y="6"/>
                </a:cubicBezTo>
                <a:cubicBezTo>
                  <a:pt x="188" y="3"/>
                  <a:pt x="199" y="1"/>
                  <a:pt x="212" y="1"/>
                </a:cubicBezTo>
                <a:cubicBezTo>
                  <a:pt x="224" y="1"/>
                  <a:pt x="235" y="3"/>
                  <a:pt x="246" y="8"/>
                </a:cubicBezTo>
                <a:cubicBezTo>
                  <a:pt x="256" y="12"/>
                  <a:pt x="266" y="19"/>
                  <a:pt x="274" y="27"/>
                </a:cubicBezTo>
                <a:lnTo>
                  <a:pt x="192" y="110"/>
                </a:lnTo>
                <a:lnTo>
                  <a:pt x="229" y="147"/>
                </a:lnTo>
                <a:lnTo>
                  <a:pt x="210" y="165"/>
                </a:lnTo>
                <a:lnTo>
                  <a:pt x="290" y="247"/>
                </a:lnTo>
                <a:lnTo>
                  <a:pt x="385" y="152"/>
                </a:lnTo>
                <a:cubicBezTo>
                  <a:pt x="380" y="145"/>
                  <a:pt x="377" y="137"/>
                  <a:pt x="375" y="128"/>
                </a:cubicBezTo>
                <a:cubicBezTo>
                  <a:pt x="373" y="120"/>
                  <a:pt x="371" y="110"/>
                  <a:pt x="371" y="101"/>
                </a:cubicBezTo>
                <a:cubicBezTo>
                  <a:pt x="371" y="73"/>
                  <a:pt x="381" y="50"/>
                  <a:pt x="401" y="30"/>
                </a:cubicBezTo>
                <a:cubicBezTo>
                  <a:pt x="421" y="10"/>
                  <a:pt x="445" y="0"/>
                  <a:pt x="472" y="0"/>
                </a:cubicBezTo>
                <a:cubicBezTo>
                  <a:pt x="480" y="0"/>
                  <a:pt x="486" y="1"/>
                  <a:pt x="491" y="3"/>
                </a:cubicBezTo>
                <a:cubicBezTo>
                  <a:pt x="497" y="4"/>
                  <a:pt x="501" y="6"/>
                  <a:pt x="505" y="9"/>
                </a:cubicBezTo>
                <a:lnTo>
                  <a:pt x="439" y="74"/>
                </a:lnTo>
                <a:lnTo>
                  <a:pt x="497" y="132"/>
                </a:lnTo>
                <a:lnTo>
                  <a:pt x="564" y="67"/>
                </a:lnTo>
                <a:cubicBezTo>
                  <a:pt x="566" y="71"/>
                  <a:pt x="569" y="76"/>
                  <a:pt x="570" y="82"/>
                </a:cubicBezTo>
                <a:cubicBezTo>
                  <a:pt x="572" y="88"/>
                  <a:pt x="573" y="94"/>
                  <a:pt x="573" y="102"/>
                </a:cubicBezTo>
                <a:cubicBezTo>
                  <a:pt x="573" y="129"/>
                  <a:pt x="563" y="153"/>
                  <a:pt x="543" y="174"/>
                </a:cubicBezTo>
                <a:cubicBezTo>
                  <a:pt x="523" y="194"/>
                  <a:pt x="499" y="203"/>
                  <a:pt x="472" y="203"/>
                </a:cubicBezTo>
                <a:cubicBezTo>
                  <a:pt x="463" y="203"/>
                  <a:pt x="455" y="203"/>
                  <a:pt x="448" y="202"/>
                </a:cubicBezTo>
                <a:cubicBezTo>
                  <a:pt x="441" y="200"/>
                  <a:pt x="435" y="198"/>
                  <a:pt x="429" y="196"/>
                </a:cubicBezTo>
                <a:lnTo>
                  <a:pt x="67" y="558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6927120" y="3109320"/>
            <a:ext cx="10396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API‧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リソース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2" name=""/>
          <p:cNvSpPr/>
          <p:nvPr/>
        </p:nvSpPr>
        <p:spPr>
          <a:xfrm>
            <a:off x="7372080" y="4438440"/>
            <a:ext cx="734040" cy="248040"/>
          </a:xfrm>
          <a:custGeom>
            <a:avLst/>
            <a:gdLst/>
            <a:ahLst/>
            <a:rect l="0" t="0" r="r" b="b"/>
            <a:pathLst>
              <a:path w="2039" h="689">
                <a:moveTo>
                  <a:pt x="0" y="344"/>
                </a:moveTo>
                <a:cubicBezTo>
                  <a:pt x="0" y="321"/>
                  <a:pt x="2" y="299"/>
                  <a:pt x="7" y="277"/>
                </a:cubicBezTo>
                <a:cubicBezTo>
                  <a:pt x="11" y="255"/>
                  <a:pt x="18" y="233"/>
                  <a:pt x="26" y="212"/>
                </a:cubicBezTo>
                <a:cubicBezTo>
                  <a:pt x="35" y="192"/>
                  <a:pt x="46" y="172"/>
                  <a:pt x="58" y="153"/>
                </a:cubicBezTo>
                <a:cubicBezTo>
                  <a:pt x="71" y="134"/>
                  <a:pt x="85" y="117"/>
                  <a:pt x="101" y="101"/>
                </a:cubicBezTo>
                <a:cubicBezTo>
                  <a:pt x="117" y="85"/>
                  <a:pt x="134" y="71"/>
                  <a:pt x="153" y="58"/>
                </a:cubicBezTo>
                <a:cubicBezTo>
                  <a:pt x="172" y="46"/>
                  <a:pt x="192" y="35"/>
                  <a:pt x="213" y="26"/>
                </a:cubicBezTo>
                <a:cubicBezTo>
                  <a:pt x="233" y="18"/>
                  <a:pt x="255" y="11"/>
                  <a:pt x="277" y="7"/>
                </a:cubicBezTo>
                <a:cubicBezTo>
                  <a:pt x="299" y="2"/>
                  <a:pt x="322" y="0"/>
                  <a:pt x="344" y="0"/>
                </a:cubicBezTo>
                <a:lnTo>
                  <a:pt x="1695" y="0"/>
                </a:lnTo>
                <a:cubicBezTo>
                  <a:pt x="1717" y="0"/>
                  <a:pt x="1740" y="2"/>
                  <a:pt x="1762" y="7"/>
                </a:cubicBezTo>
                <a:cubicBezTo>
                  <a:pt x="1784" y="11"/>
                  <a:pt x="1805" y="18"/>
                  <a:pt x="1826" y="26"/>
                </a:cubicBezTo>
                <a:cubicBezTo>
                  <a:pt x="1847" y="35"/>
                  <a:pt x="1867" y="46"/>
                  <a:pt x="1886" y="58"/>
                </a:cubicBezTo>
                <a:cubicBezTo>
                  <a:pt x="1904" y="71"/>
                  <a:pt x="1922" y="85"/>
                  <a:pt x="1938" y="101"/>
                </a:cubicBezTo>
                <a:cubicBezTo>
                  <a:pt x="1954" y="117"/>
                  <a:pt x="1968" y="134"/>
                  <a:pt x="1981" y="153"/>
                </a:cubicBezTo>
                <a:cubicBezTo>
                  <a:pt x="1993" y="172"/>
                  <a:pt x="2004" y="192"/>
                  <a:pt x="2012" y="212"/>
                </a:cubicBezTo>
                <a:cubicBezTo>
                  <a:pt x="2021" y="233"/>
                  <a:pt x="2028" y="255"/>
                  <a:pt x="2032" y="277"/>
                </a:cubicBezTo>
                <a:cubicBezTo>
                  <a:pt x="2036" y="299"/>
                  <a:pt x="2039" y="321"/>
                  <a:pt x="2039" y="344"/>
                </a:cubicBezTo>
                <a:cubicBezTo>
                  <a:pt x="2039" y="367"/>
                  <a:pt x="2036" y="390"/>
                  <a:pt x="2032" y="412"/>
                </a:cubicBezTo>
                <a:cubicBezTo>
                  <a:pt x="2028" y="434"/>
                  <a:pt x="2021" y="456"/>
                  <a:pt x="2012" y="477"/>
                </a:cubicBezTo>
                <a:cubicBezTo>
                  <a:pt x="2004" y="498"/>
                  <a:pt x="1993" y="517"/>
                  <a:pt x="1981" y="536"/>
                </a:cubicBezTo>
                <a:cubicBezTo>
                  <a:pt x="1968" y="555"/>
                  <a:pt x="1954" y="572"/>
                  <a:pt x="1938" y="588"/>
                </a:cubicBezTo>
                <a:cubicBezTo>
                  <a:pt x="1922" y="604"/>
                  <a:pt x="1904" y="618"/>
                  <a:pt x="1886" y="631"/>
                </a:cubicBezTo>
                <a:cubicBezTo>
                  <a:pt x="1867" y="644"/>
                  <a:pt x="1847" y="654"/>
                  <a:pt x="1826" y="663"/>
                </a:cubicBezTo>
                <a:cubicBezTo>
                  <a:pt x="1805" y="671"/>
                  <a:pt x="1784" y="678"/>
                  <a:pt x="1762" y="682"/>
                </a:cubicBezTo>
                <a:cubicBezTo>
                  <a:pt x="1740" y="687"/>
                  <a:pt x="1717" y="689"/>
                  <a:pt x="1695" y="689"/>
                </a:cubicBezTo>
                <a:lnTo>
                  <a:pt x="344" y="689"/>
                </a:lnTo>
                <a:cubicBezTo>
                  <a:pt x="322" y="689"/>
                  <a:pt x="299" y="687"/>
                  <a:pt x="277" y="682"/>
                </a:cubicBezTo>
                <a:cubicBezTo>
                  <a:pt x="255" y="678"/>
                  <a:pt x="233" y="671"/>
                  <a:pt x="213" y="663"/>
                </a:cubicBezTo>
                <a:cubicBezTo>
                  <a:pt x="192" y="654"/>
                  <a:pt x="172" y="644"/>
                  <a:pt x="153" y="631"/>
                </a:cubicBezTo>
                <a:cubicBezTo>
                  <a:pt x="134" y="618"/>
                  <a:pt x="117" y="604"/>
                  <a:pt x="101" y="588"/>
                </a:cubicBezTo>
                <a:cubicBezTo>
                  <a:pt x="85" y="572"/>
                  <a:pt x="71" y="555"/>
                  <a:pt x="58" y="536"/>
                </a:cubicBezTo>
                <a:cubicBezTo>
                  <a:pt x="46" y="517"/>
                  <a:pt x="35" y="498"/>
                  <a:pt x="26" y="477"/>
                </a:cubicBezTo>
                <a:cubicBezTo>
                  <a:pt x="18" y="456"/>
                  <a:pt x="11" y="434"/>
                  <a:pt x="7" y="412"/>
                </a:cubicBezTo>
                <a:cubicBezTo>
                  <a:pt x="2" y="390"/>
                  <a:pt x="0" y="367"/>
                  <a:pt x="0" y="344"/>
                </a:cubicBez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73" name=""/>
          <p:cNvSpPr/>
          <p:nvPr/>
        </p:nvSpPr>
        <p:spPr>
          <a:xfrm>
            <a:off x="7424640" y="4491000"/>
            <a:ext cx="143280" cy="142920"/>
          </a:xfrm>
          <a:custGeom>
            <a:avLst/>
            <a:gdLst/>
            <a:ahLst/>
            <a:rect l="0" t="0" r="r" b="b"/>
            <a:pathLst>
              <a:path w="398" h="397">
                <a:moveTo>
                  <a:pt x="170" y="288"/>
                </a:moveTo>
                <a:lnTo>
                  <a:pt x="310" y="148"/>
                </a:lnTo>
                <a:lnTo>
                  <a:pt x="288" y="126"/>
                </a:lnTo>
                <a:lnTo>
                  <a:pt x="170" y="243"/>
                </a:lnTo>
                <a:lnTo>
                  <a:pt x="109" y="184"/>
                </a:lnTo>
                <a:lnTo>
                  <a:pt x="87" y="206"/>
                </a:lnTo>
                <a:lnTo>
                  <a:pt x="170" y="288"/>
                </a:lnTo>
                <a:moveTo>
                  <a:pt x="199" y="397"/>
                </a:moveTo>
                <a:cubicBezTo>
                  <a:pt x="172" y="397"/>
                  <a:pt x="145" y="391"/>
                  <a:pt x="121" y="381"/>
                </a:cubicBezTo>
                <a:cubicBezTo>
                  <a:pt x="97" y="370"/>
                  <a:pt x="76" y="356"/>
                  <a:pt x="58" y="338"/>
                </a:cubicBezTo>
                <a:cubicBezTo>
                  <a:pt x="40" y="320"/>
                  <a:pt x="26" y="299"/>
                  <a:pt x="15" y="275"/>
                </a:cubicBezTo>
                <a:cubicBezTo>
                  <a:pt x="5" y="251"/>
                  <a:pt x="0" y="225"/>
                  <a:pt x="0" y="198"/>
                </a:cubicBezTo>
                <a:cubicBezTo>
                  <a:pt x="0" y="171"/>
                  <a:pt x="5" y="145"/>
                  <a:pt x="15" y="121"/>
                </a:cubicBezTo>
                <a:cubicBezTo>
                  <a:pt x="26" y="97"/>
                  <a:pt x="40" y="76"/>
                  <a:pt x="58" y="58"/>
                </a:cubicBezTo>
                <a:cubicBezTo>
                  <a:pt x="76" y="40"/>
                  <a:pt x="97" y="26"/>
                  <a:pt x="121" y="15"/>
                </a:cubicBezTo>
                <a:cubicBezTo>
                  <a:pt x="145" y="5"/>
                  <a:pt x="172" y="0"/>
                  <a:pt x="199" y="0"/>
                </a:cubicBezTo>
                <a:cubicBezTo>
                  <a:pt x="227" y="0"/>
                  <a:pt x="252" y="5"/>
                  <a:pt x="277" y="15"/>
                </a:cubicBezTo>
                <a:cubicBezTo>
                  <a:pt x="301" y="26"/>
                  <a:pt x="322" y="40"/>
                  <a:pt x="340" y="58"/>
                </a:cubicBezTo>
                <a:cubicBezTo>
                  <a:pt x="357" y="76"/>
                  <a:pt x="372" y="97"/>
                  <a:pt x="382" y="121"/>
                </a:cubicBezTo>
                <a:cubicBezTo>
                  <a:pt x="392" y="145"/>
                  <a:pt x="398" y="171"/>
                  <a:pt x="398" y="198"/>
                </a:cubicBezTo>
                <a:cubicBezTo>
                  <a:pt x="398" y="225"/>
                  <a:pt x="392" y="251"/>
                  <a:pt x="382" y="275"/>
                </a:cubicBezTo>
                <a:cubicBezTo>
                  <a:pt x="372" y="299"/>
                  <a:pt x="357" y="320"/>
                  <a:pt x="340" y="338"/>
                </a:cubicBezTo>
                <a:cubicBezTo>
                  <a:pt x="322" y="356"/>
                  <a:pt x="301" y="370"/>
                  <a:pt x="277" y="381"/>
                </a:cubicBezTo>
                <a:cubicBezTo>
                  <a:pt x="252" y="391"/>
                  <a:pt x="227" y="397"/>
                  <a:pt x="199" y="397"/>
                </a:cubicBezTo>
                <a:moveTo>
                  <a:pt x="199" y="367"/>
                </a:moveTo>
                <a:cubicBezTo>
                  <a:pt x="246" y="367"/>
                  <a:pt x="286" y="350"/>
                  <a:pt x="319" y="317"/>
                </a:cubicBezTo>
                <a:cubicBezTo>
                  <a:pt x="352" y="284"/>
                  <a:pt x="368" y="245"/>
                  <a:pt x="368" y="198"/>
                </a:cubicBezTo>
                <a:cubicBezTo>
                  <a:pt x="368" y="151"/>
                  <a:pt x="352" y="111"/>
                  <a:pt x="319" y="78"/>
                </a:cubicBezTo>
                <a:cubicBezTo>
                  <a:pt x="286" y="46"/>
                  <a:pt x="246" y="29"/>
                  <a:pt x="199" y="29"/>
                </a:cubicBezTo>
                <a:cubicBezTo>
                  <a:pt x="152" y="29"/>
                  <a:pt x="112" y="46"/>
                  <a:pt x="79" y="78"/>
                </a:cubicBezTo>
                <a:cubicBezTo>
                  <a:pt x="46" y="111"/>
                  <a:pt x="30" y="151"/>
                  <a:pt x="30" y="198"/>
                </a:cubicBezTo>
                <a:cubicBezTo>
                  <a:pt x="30" y="245"/>
                  <a:pt x="46" y="284"/>
                  <a:pt x="79" y="317"/>
                </a:cubicBezTo>
                <a:cubicBezTo>
                  <a:pt x="112" y="350"/>
                  <a:pt x="152" y="367"/>
                  <a:pt x="199" y="367"/>
                </a:cubicBezTo>
                <a:moveTo>
                  <a:pt x="199" y="198"/>
                </a:moveTo>
                <a:lnTo>
                  <a:pt x="199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7192440" y="427140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ツール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5" name=""/>
          <p:cNvSpPr/>
          <p:nvPr/>
        </p:nvSpPr>
        <p:spPr>
          <a:xfrm>
            <a:off x="6734160" y="5038560"/>
            <a:ext cx="1371960" cy="590760"/>
          </a:xfrm>
          <a:custGeom>
            <a:avLst/>
            <a:gdLst/>
            <a:ahLst/>
            <a:rect l="0" t="0" r="r" b="b"/>
            <a:pathLst>
              <a:path w="3811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625" y="0"/>
                </a:lnTo>
                <a:cubicBezTo>
                  <a:pt x="3637" y="0"/>
                  <a:pt x="3650" y="1"/>
                  <a:pt x="3661" y="4"/>
                </a:cubicBezTo>
                <a:cubicBezTo>
                  <a:pt x="3673" y="6"/>
                  <a:pt x="3685" y="9"/>
                  <a:pt x="3696" y="14"/>
                </a:cubicBezTo>
                <a:cubicBezTo>
                  <a:pt x="3707" y="19"/>
                  <a:pt x="3718" y="24"/>
                  <a:pt x="3728" y="31"/>
                </a:cubicBezTo>
                <a:cubicBezTo>
                  <a:pt x="3738" y="38"/>
                  <a:pt x="3748" y="46"/>
                  <a:pt x="3756" y="54"/>
                </a:cubicBezTo>
                <a:cubicBezTo>
                  <a:pt x="3765" y="63"/>
                  <a:pt x="3773" y="72"/>
                  <a:pt x="3779" y="82"/>
                </a:cubicBezTo>
                <a:cubicBezTo>
                  <a:pt x="3786" y="92"/>
                  <a:pt x="3792" y="103"/>
                  <a:pt x="3796" y="114"/>
                </a:cubicBezTo>
                <a:cubicBezTo>
                  <a:pt x="3801" y="126"/>
                  <a:pt x="3805" y="137"/>
                  <a:pt x="3807" y="149"/>
                </a:cubicBezTo>
                <a:cubicBezTo>
                  <a:pt x="3809" y="161"/>
                  <a:pt x="3811" y="173"/>
                  <a:pt x="3811" y="185"/>
                </a:cubicBezTo>
                <a:lnTo>
                  <a:pt x="3811" y="1455"/>
                </a:lnTo>
                <a:cubicBezTo>
                  <a:pt x="3811" y="1467"/>
                  <a:pt x="3809" y="1479"/>
                  <a:pt x="3807" y="1491"/>
                </a:cubicBezTo>
                <a:cubicBezTo>
                  <a:pt x="3805" y="1503"/>
                  <a:pt x="3801" y="1515"/>
                  <a:pt x="3796" y="1526"/>
                </a:cubicBezTo>
                <a:cubicBezTo>
                  <a:pt x="3792" y="1537"/>
                  <a:pt x="3786" y="1548"/>
                  <a:pt x="3779" y="1558"/>
                </a:cubicBezTo>
                <a:cubicBezTo>
                  <a:pt x="3773" y="1568"/>
                  <a:pt x="3765" y="1578"/>
                  <a:pt x="3756" y="1587"/>
                </a:cubicBezTo>
                <a:cubicBezTo>
                  <a:pt x="3748" y="1596"/>
                  <a:pt x="3738" y="1603"/>
                  <a:pt x="3728" y="1610"/>
                </a:cubicBezTo>
                <a:cubicBezTo>
                  <a:pt x="3718" y="1617"/>
                  <a:pt x="3707" y="1623"/>
                  <a:pt x="3696" y="1627"/>
                </a:cubicBezTo>
                <a:cubicBezTo>
                  <a:pt x="3685" y="1632"/>
                  <a:pt x="3673" y="1635"/>
                  <a:pt x="3661" y="1638"/>
                </a:cubicBezTo>
                <a:cubicBezTo>
                  <a:pt x="3650" y="1640"/>
                  <a:pt x="3637" y="1641"/>
                  <a:pt x="3625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3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8"/>
                  <a:pt x="31" y="1558"/>
                </a:cubicBezTo>
                <a:cubicBezTo>
                  <a:pt x="24" y="1548"/>
                  <a:pt x="18" y="1537"/>
                  <a:pt x="14" y="1526"/>
                </a:cubicBezTo>
                <a:cubicBezTo>
                  <a:pt x="9" y="1515"/>
                  <a:pt x="5" y="1503"/>
                  <a:pt x="3" y="1491"/>
                </a:cubicBezTo>
                <a:cubicBezTo>
                  <a:pt x="1" y="1479"/>
                  <a:pt x="0" y="1467"/>
                  <a:pt x="0" y="14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6" name=""/>
          <p:cNvSpPr/>
          <p:nvPr/>
        </p:nvSpPr>
        <p:spPr>
          <a:xfrm>
            <a:off x="6734160" y="5038560"/>
            <a:ext cx="1371960" cy="590760"/>
          </a:xfrm>
          <a:custGeom>
            <a:avLst/>
            <a:gdLst/>
            <a:ahLst/>
            <a:rect l="0" t="0" r="r" b="b"/>
            <a:pathLst>
              <a:path w="3811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625" y="0"/>
                </a:lnTo>
                <a:cubicBezTo>
                  <a:pt x="3637" y="0"/>
                  <a:pt x="3650" y="1"/>
                  <a:pt x="3661" y="4"/>
                </a:cubicBezTo>
                <a:cubicBezTo>
                  <a:pt x="3673" y="6"/>
                  <a:pt x="3685" y="9"/>
                  <a:pt x="3696" y="14"/>
                </a:cubicBezTo>
                <a:cubicBezTo>
                  <a:pt x="3707" y="19"/>
                  <a:pt x="3718" y="24"/>
                  <a:pt x="3728" y="31"/>
                </a:cubicBezTo>
                <a:cubicBezTo>
                  <a:pt x="3738" y="38"/>
                  <a:pt x="3748" y="46"/>
                  <a:pt x="3756" y="54"/>
                </a:cubicBezTo>
                <a:cubicBezTo>
                  <a:pt x="3765" y="63"/>
                  <a:pt x="3773" y="72"/>
                  <a:pt x="3779" y="82"/>
                </a:cubicBezTo>
                <a:cubicBezTo>
                  <a:pt x="3786" y="92"/>
                  <a:pt x="3792" y="103"/>
                  <a:pt x="3796" y="114"/>
                </a:cubicBezTo>
                <a:cubicBezTo>
                  <a:pt x="3801" y="126"/>
                  <a:pt x="3805" y="137"/>
                  <a:pt x="3807" y="149"/>
                </a:cubicBezTo>
                <a:cubicBezTo>
                  <a:pt x="3809" y="161"/>
                  <a:pt x="3811" y="173"/>
                  <a:pt x="3811" y="185"/>
                </a:cubicBezTo>
                <a:lnTo>
                  <a:pt x="3811" y="1455"/>
                </a:lnTo>
                <a:cubicBezTo>
                  <a:pt x="3811" y="1467"/>
                  <a:pt x="3809" y="1479"/>
                  <a:pt x="3807" y="1491"/>
                </a:cubicBezTo>
                <a:cubicBezTo>
                  <a:pt x="3805" y="1503"/>
                  <a:pt x="3801" y="1515"/>
                  <a:pt x="3796" y="1526"/>
                </a:cubicBezTo>
                <a:cubicBezTo>
                  <a:pt x="3792" y="1537"/>
                  <a:pt x="3786" y="1548"/>
                  <a:pt x="3779" y="1558"/>
                </a:cubicBezTo>
                <a:cubicBezTo>
                  <a:pt x="3773" y="1568"/>
                  <a:pt x="3765" y="1578"/>
                  <a:pt x="3756" y="1587"/>
                </a:cubicBezTo>
                <a:cubicBezTo>
                  <a:pt x="3748" y="1596"/>
                  <a:pt x="3738" y="1603"/>
                  <a:pt x="3728" y="1610"/>
                </a:cubicBezTo>
                <a:cubicBezTo>
                  <a:pt x="3718" y="1617"/>
                  <a:pt x="3707" y="1623"/>
                  <a:pt x="3696" y="1627"/>
                </a:cubicBezTo>
                <a:cubicBezTo>
                  <a:pt x="3685" y="1632"/>
                  <a:pt x="3673" y="1635"/>
                  <a:pt x="3661" y="1638"/>
                </a:cubicBezTo>
                <a:cubicBezTo>
                  <a:pt x="3650" y="1640"/>
                  <a:pt x="3637" y="1641"/>
                  <a:pt x="3625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5" y="1632"/>
                  <a:pt x="114" y="1627"/>
                </a:cubicBezTo>
                <a:cubicBezTo>
                  <a:pt x="103" y="1623"/>
                  <a:pt x="92" y="1617"/>
                  <a:pt x="82" y="1610"/>
                </a:cubicBezTo>
                <a:cubicBezTo>
                  <a:pt x="72" y="1603"/>
                  <a:pt x="62" y="1596"/>
                  <a:pt x="54" y="1587"/>
                </a:cubicBezTo>
                <a:cubicBezTo>
                  <a:pt x="45" y="1578"/>
                  <a:pt x="38" y="1568"/>
                  <a:pt x="31" y="1558"/>
                </a:cubicBezTo>
                <a:cubicBezTo>
                  <a:pt x="24" y="1548"/>
                  <a:pt x="18" y="1537"/>
                  <a:pt x="14" y="1526"/>
                </a:cubicBezTo>
                <a:cubicBezTo>
                  <a:pt x="9" y="1515"/>
                  <a:pt x="5" y="1503"/>
                  <a:pt x="3" y="1491"/>
                </a:cubicBezTo>
                <a:cubicBezTo>
                  <a:pt x="1" y="1479"/>
                  <a:pt x="0" y="1467"/>
                  <a:pt x="0" y="145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7" name=""/>
          <p:cNvSpPr/>
          <p:nvPr/>
        </p:nvSpPr>
        <p:spPr>
          <a:xfrm>
            <a:off x="7297560" y="5117760"/>
            <a:ext cx="244800" cy="211680"/>
          </a:xfrm>
          <a:custGeom>
            <a:avLst/>
            <a:gdLst/>
            <a:ahLst/>
            <a:rect l="0" t="0" r="r" b="b"/>
            <a:pathLst>
              <a:path w="680" h="588">
                <a:moveTo>
                  <a:pt x="83" y="390"/>
                </a:moveTo>
                <a:cubicBezTo>
                  <a:pt x="59" y="390"/>
                  <a:pt x="40" y="382"/>
                  <a:pt x="24" y="366"/>
                </a:cubicBezTo>
                <a:cubicBezTo>
                  <a:pt x="8" y="350"/>
                  <a:pt x="0" y="331"/>
                  <a:pt x="0" y="308"/>
                </a:cubicBezTo>
                <a:cubicBezTo>
                  <a:pt x="0" y="285"/>
                  <a:pt x="8" y="265"/>
                  <a:pt x="24" y="249"/>
                </a:cubicBezTo>
                <a:cubicBezTo>
                  <a:pt x="40" y="233"/>
                  <a:pt x="60" y="225"/>
                  <a:pt x="83" y="225"/>
                </a:cubicBezTo>
                <a:lnTo>
                  <a:pt x="83" y="129"/>
                </a:lnTo>
                <a:cubicBezTo>
                  <a:pt x="83" y="117"/>
                  <a:pt x="87" y="106"/>
                  <a:pt x="96" y="97"/>
                </a:cubicBezTo>
                <a:cubicBezTo>
                  <a:pt x="106" y="88"/>
                  <a:pt x="117" y="83"/>
                  <a:pt x="129" y="83"/>
                </a:cubicBezTo>
                <a:lnTo>
                  <a:pt x="257" y="83"/>
                </a:lnTo>
                <a:cubicBezTo>
                  <a:pt x="257" y="60"/>
                  <a:pt x="265" y="40"/>
                  <a:pt x="281" y="24"/>
                </a:cubicBezTo>
                <a:cubicBezTo>
                  <a:pt x="297" y="8"/>
                  <a:pt x="316" y="0"/>
                  <a:pt x="340" y="0"/>
                </a:cubicBezTo>
                <a:cubicBezTo>
                  <a:pt x="363" y="0"/>
                  <a:pt x="382" y="8"/>
                  <a:pt x="398" y="25"/>
                </a:cubicBezTo>
                <a:cubicBezTo>
                  <a:pt x="414" y="41"/>
                  <a:pt x="422" y="60"/>
                  <a:pt x="422" y="83"/>
                </a:cubicBezTo>
                <a:lnTo>
                  <a:pt x="551" y="83"/>
                </a:lnTo>
                <a:cubicBezTo>
                  <a:pt x="564" y="83"/>
                  <a:pt x="574" y="88"/>
                  <a:pt x="584" y="97"/>
                </a:cubicBezTo>
                <a:cubicBezTo>
                  <a:pt x="593" y="106"/>
                  <a:pt x="598" y="117"/>
                  <a:pt x="598" y="129"/>
                </a:cubicBezTo>
                <a:lnTo>
                  <a:pt x="598" y="225"/>
                </a:lnTo>
                <a:cubicBezTo>
                  <a:pt x="621" y="225"/>
                  <a:pt x="640" y="233"/>
                  <a:pt x="656" y="249"/>
                </a:cubicBezTo>
                <a:cubicBezTo>
                  <a:pt x="672" y="265"/>
                  <a:pt x="680" y="285"/>
                  <a:pt x="680" y="308"/>
                </a:cubicBezTo>
                <a:cubicBezTo>
                  <a:pt x="680" y="331"/>
                  <a:pt x="672" y="350"/>
                  <a:pt x="656" y="366"/>
                </a:cubicBezTo>
                <a:cubicBezTo>
                  <a:pt x="640" y="382"/>
                  <a:pt x="620" y="390"/>
                  <a:pt x="598" y="390"/>
                </a:cubicBezTo>
                <a:lnTo>
                  <a:pt x="598" y="542"/>
                </a:lnTo>
                <a:cubicBezTo>
                  <a:pt x="598" y="554"/>
                  <a:pt x="593" y="565"/>
                  <a:pt x="584" y="574"/>
                </a:cubicBezTo>
                <a:cubicBezTo>
                  <a:pt x="574" y="583"/>
                  <a:pt x="564" y="588"/>
                  <a:pt x="551" y="588"/>
                </a:cubicBezTo>
                <a:lnTo>
                  <a:pt x="129" y="588"/>
                </a:lnTo>
                <a:cubicBezTo>
                  <a:pt x="117" y="588"/>
                  <a:pt x="106" y="583"/>
                  <a:pt x="96" y="574"/>
                </a:cubicBezTo>
                <a:cubicBezTo>
                  <a:pt x="87" y="565"/>
                  <a:pt x="83" y="554"/>
                  <a:pt x="83" y="542"/>
                </a:cubicBezTo>
                <a:lnTo>
                  <a:pt x="83" y="390"/>
                </a:lnTo>
                <a:moveTo>
                  <a:pt x="256" y="304"/>
                </a:moveTo>
                <a:cubicBezTo>
                  <a:pt x="262" y="298"/>
                  <a:pt x="265" y="291"/>
                  <a:pt x="265" y="282"/>
                </a:cubicBezTo>
                <a:cubicBezTo>
                  <a:pt x="265" y="274"/>
                  <a:pt x="262" y="266"/>
                  <a:pt x="256" y="260"/>
                </a:cubicBezTo>
                <a:cubicBezTo>
                  <a:pt x="250" y="254"/>
                  <a:pt x="242" y="251"/>
                  <a:pt x="234" y="251"/>
                </a:cubicBezTo>
                <a:cubicBezTo>
                  <a:pt x="225" y="251"/>
                  <a:pt x="218" y="254"/>
                  <a:pt x="212" y="261"/>
                </a:cubicBezTo>
                <a:cubicBezTo>
                  <a:pt x="206" y="267"/>
                  <a:pt x="203" y="274"/>
                  <a:pt x="203" y="283"/>
                </a:cubicBezTo>
                <a:cubicBezTo>
                  <a:pt x="203" y="291"/>
                  <a:pt x="206" y="298"/>
                  <a:pt x="212" y="304"/>
                </a:cubicBezTo>
                <a:cubicBezTo>
                  <a:pt x="218" y="310"/>
                  <a:pt x="225" y="313"/>
                  <a:pt x="234" y="313"/>
                </a:cubicBezTo>
                <a:cubicBezTo>
                  <a:pt x="243" y="313"/>
                  <a:pt x="250" y="310"/>
                  <a:pt x="256" y="304"/>
                </a:cubicBezTo>
                <a:moveTo>
                  <a:pt x="468" y="304"/>
                </a:moveTo>
                <a:cubicBezTo>
                  <a:pt x="474" y="298"/>
                  <a:pt x="477" y="291"/>
                  <a:pt x="477" y="282"/>
                </a:cubicBezTo>
                <a:cubicBezTo>
                  <a:pt x="477" y="274"/>
                  <a:pt x="474" y="266"/>
                  <a:pt x="468" y="260"/>
                </a:cubicBezTo>
                <a:cubicBezTo>
                  <a:pt x="462" y="254"/>
                  <a:pt x="455" y="251"/>
                  <a:pt x="446" y="251"/>
                </a:cubicBezTo>
                <a:cubicBezTo>
                  <a:pt x="436" y="251"/>
                  <a:pt x="429" y="254"/>
                  <a:pt x="423" y="261"/>
                </a:cubicBezTo>
                <a:cubicBezTo>
                  <a:pt x="417" y="267"/>
                  <a:pt x="414" y="274"/>
                  <a:pt x="414" y="283"/>
                </a:cubicBezTo>
                <a:cubicBezTo>
                  <a:pt x="414" y="291"/>
                  <a:pt x="417" y="298"/>
                  <a:pt x="423" y="304"/>
                </a:cubicBezTo>
                <a:cubicBezTo>
                  <a:pt x="429" y="310"/>
                  <a:pt x="437" y="313"/>
                  <a:pt x="446" y="313"/>
                </a:cubicBezTo>
                <a:cubicBezTo>
                  <a:pt x="455" y="313"/>
                  <a:pt x="462" y="310"/>
                  <a:pt x="468" y="304"/>
                </a:cubicBezTo>
                <a:moveTo>
                  <a:pt x="210" y="461"/>
                </a:moveTo>
                <a:lnTo>
                  <a:pt x="470" y="461"/>
                </a:lnTo>
                <a:lnTo>
                  <a:pt x="470" y="414"/>
                </a:lnTo>
                <a:lnTo>
                  <a:pt x="210" y="414"/>
                </a:lnTo>
                <a:lnTo>
                  <a:pt x="210" y="461"/>
                </a:lnTo>
                <a:moveTo>
                  <a:pt x="129" y="542"/>
                </a:moveTo>
                <a:lnTo>
                  <a:pt x="551" y="542"/>
                </a:lnTo>
                <a:lnTo>
                  <a:pt x="551" y="129"/>
                </a:lnTo>
                <a:lnTo>
                  <a:pt x="129" y="129"/>
                </a:lnTo>
                <a:lnTo>
                  <a:pt x="129" y="542"/>
                </a:lnTo>
                <a:moveTo>
                  <a:pt x="340" y="336"/>
                </a:moveTo>
                <a:lnTo>
                  <a:pt x="340" y="33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7602120" y="4452480"/>
            <a:ext cx="42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ffffff"/>
                </a:solidFill>
                <a:latin typeface="Noto Sans JP"/>
                <a:ea typeface="Noto Sans JP"/>
              </a:rPr>
              <a:t>ASI02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9" name=""/>
          <p:cNvSpPr/>
          <p:nvPr/>
        </p:nvSpPr>
        <p:spPr>
          <a:xfrm>
            <a:off x="799920" y="5867280"/>
            <a:ext cx="7429680" cy="19440"/>
          </a:xfrm>
          <a:custGeom>
            <a:avLst/>
            <a:gdLst/>
            <a:ahLst/>
            <a:rect l="0" t="0" r="r" b="b"/>
            <a:pathLst>
              <a:path w="20638" h="54">
                <a:moveTo>
                  <a:pt x="0" y="0"/>
                </a:moveTo>
                <a:lnTo>
                  <a:pt x="20638" y="0"/>
                </a:lnTo>
                <a:lnTo>
                  <a:pt x="2063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80" name=""/>
          <p:cNvSpPr/>
          <p:nvPr/>
        </p:nvSpPr>
        <p:spPr>
          <a:xfrm>
            <a:off x="3171600" y="5752800"/>
            <a:ext cx="733680" cy="248040"/>
          </a:xfrm>
          <a:custGeom>
            <a:avLst/>
            <a:gdLst/>
            <a:ahLst/>
            <a:rect l="0" t="0" r="r" b="b"/>
            <a:pathLst>
              <a:path w="2038" h="689">
                <a:moveTo>
                  <a:pt x="0" y="345"/>
                </a:moveTo>
                <a:cubicBezTo>
                  <a:pt x="0" y="323"/>
                  <a:pt x="2" y="300"/>
                  <a:pt x="7" y="278"/>
                </a:cubicBezTo>
                <a:cubicBezTo>
                  <a:pt x="11" y="256"/>
                  <a:pt x="18" y="235"/>
                  <a:pt x="26" y="214"/>
                </a:cubicBezTo>
                <a:cubicBezTo>
                  <a:pt x="35" y="193"/>
                  <a:pt x="46" y="173"/>
                  <a:pt x="58" y="153"/>
                </a:cubicBezTo>
                <a:cubicBezTo>
                  <a:pt x="71" y="134"/>
                  <a:pt x="85" y="117"/>
                  <a:pt x="101" y="101"/>
                </a:cubicBezTo>
                <a:cubicBezTo>
                  <a:pt x="117" y="85"/>
                  <a:pt x="134" y="71"/>
                  <a:pt x="153" y="58"/>
                </a:cubicBezTo>
                <a:cubicBezTo>
                  <a:pt x="172" y="46"/>
                  <a:pt x="192" y="35"/>
                  <a:pt x="212" y="27"/>
                </a:cubicBezTo>
                <a:cubicBezTo>
                  <a:pt x="233" y="18"/>
                  <a:pt x="255" y="11"/>
                  <a:pt x="277" y="7"/>
                </a:cubicBezTo>
                <a:cubicBezTo>
                  <a:pt x="299" y="3"/>
                  <a:pt x="321" y="0"/>
                  <a:pt x="344" y="0"/>
                </a:cubicBezTo>
                <a:lnTo>
                  <a:pt x="1694" y="0"/>
                </a:lnTo>
                <a:cubicBezTo>
                  <a:pt x="1717" y="0"/>
                  <a:pt x="1739" y="3"/>
                  <a:pt x="1762" y="7"/>
                </a:cubicBezTo>
                <a:cubicBezTo>
                  <a:pt x="1784" y="11"/>
                  <a:pt x="1805" y="18"/>
                  <a:pt x="1826" y="27"/>
                </a:cubicBezTo>
                <a:cubicBezTo>
                  <a:pt x="1847" y="35"/>
                  <a:pt x="1867" y="46"/>
                  <a:pt x="1886" y="58"/>
                </a:cubicBezTo>
                <a:cubicBezTo>
                  <a:pt x="1904" y="71"/>
                  <a:pt x="1922" y="85"/>
                  <a:pt x="1938" y="101"/>
                </a:cubicBezTo>
                <a:cubicBezTo>
                  <a:pt x="1954" y="117"/>
                  <a:pt x="1968" y="134"/>
                  <a:pt x="1980" y="153"/>
                </a:cubicBezTo>
                <a:cubicBezTo>
                  <a:pt x="1993" y="173"/>
                  <a:pt x="2004" y="193"/>
                  <a:pt x="2012" y="214"/>
                </a:cubicBezTo>
                <a:cubicBezTo>
                  <a:pt x="2021" y="235"/>
                  <a:pt x="2027" y="256"/>
                  <a:pt x="2032" y="278"/>
                </a:cubicBezTo>
                <a:cubicBezTo>
                  <a:pt x="2036" y="300"/>
                  <a:pt x="2038" y="323"/>
                  <a:pt x="2038" y="345"/>
                </a:cubicBezTo>
                <a:cubicBezTo>
                  <a:pt x="2038" y="368"/>
                  <a:pt x="2036" y="390"/>
                  <a:pt x="2032" y="412"/>
                </a:cubicBezTo>
                <a:cubicBezTo>
                  <a:pt x="2027" y="435"/>
                  <a:pt x="2021" y="456"/>
                  <a:pt x="2012" y="477"/>
                </a:cubicBezTo>
                <a:cubicBezTo>
                  <a:pt x="2004" y="498"/>
                  <a:pt x="1993" y="518"/>
                  <a:pt x="1980" y="536"/>
                </a:cubicBezTo>
                <a:cubicBezTo>
                  <a:pt x="1968" y="555"/>
                  <a:pt x="1954" y="573"/>
                  <a:pt x="1938" y="589"/>
                </a:cubicBezTo>
                <a:cubicBezTo>
                  <a:pt x="1922" y="604"/>
                  <a:pt x="1904" y="619"/>
                  <a:pt x="1886" y="631"/>
                </a:cubicBezTo>
                <a:cubicBezTo>
                  <a:pt x="1867" y="644"/>
                  <a:pt x="1847" y="654"/>
                  <a:pt x="1826" y="663"/>
                </a:cubicBezTo>
                <a:cubicBezTo>
                  <a:pt x="1805" y="672"/>
                  <a:pt x="1784" y="678"/>
                  <a:pt x="1762" y="683"/>
                </a:cubicBezTo>
                <a:cubicBezTo>
                  <a:pt x="1739" y="687"/>
                  <a:pt x="1717" y="689"/>
                  <a:pt x="1694" y="689"/>
                </a:cubicBezTo>
                <a:lnTo>
                  <a:pt x="344" y="689"/>
                </a:lnTo>
                <a:cubicBezTo>
                  <a:pt x="321" y="689"/>
                  <a:pt x="299" y="687"/>
                  <a:pt x="277" y="683"/>
                </a:cubicBezTo>
                <a:cubicBezTo>
                  <a:pt x="255" y="678"/>
                  <a:pt x="233" y="672"/>
                  <a:pt x="212" y="663"/>
                </a:cubicBezTo>
                <a:cubicBezTo>
                  <a:pt x="192" y="654"/>
                  <a:pt x="172" y="644"/>
                  <a:pt x="153" y="631"/>
                </a:cubicBezTo>
                <a:cubicBezTo>
                  <a:pt x="134" y="619"/>
                  <a:pt x="117" y="604"/>
                  <a:pt x="101" y="589"/>
                </a:cubicBezTo>
                <a:cubicBezTo>
                  <a:pt x="85" y="573"/>
                  <a:pt x="71" y="555"/>
                  <a:pt x="58" y="536"/>
                </a:cubicBezTo>
                <a:cubicBezTo>
                  <a:pt x="46" y="518"/>
                  <a:pt x="35" y="498"/>
                  <a:pt x="26" y="477"/>
                </a:cubicBezTo>
                <a:cubicBezTo>
                  <a:pt x="18" y="456"/>
                  <a:pt x="11" y="435"/>
                  <a:pt x="7" y="412"/>
                </a:cubicBezTo>
                <a:cubicBezTo>
                  <a:pt x="2" y="390"/>
                  <a:pt x="0" y="368"/>
                  <a:pt x="0" y="345"/>
                </a:cubicBez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81" name=""/>
          <p:cNvSpPr/>
          <p:nvPr/>
        </p:nvSpPr>
        <p:spPr>
          <a:xfrm>
            <a:off x="3224160" y="5805360"/>
            <a:ext cx="143280" cy="143280"/>
          </a:xfrm>
          <a:custGeom>
            <a:avLst/>
            <a:gdLst/>
            <a:ahLst/>
            <a:rect l="0" t="0" r="r" b="b"/>
            <a:pathLst>
              <a:path w="398" h="398">
                <a:moveTo>
                  <a:pt x="169" y="289"/>
                </a:moveTo>
                <a:lnTo>
                  <a:pt x="309" y="148"/>
                </a:lnTo>
                <a:lnTo>
                  <a:pt x="286" y="126"/>
                </a:lnTo>
                <a:lnTo>
                  <a:pt x="169" y="243"/>
                </a:lnTo>
                <a:lnTo>
                  <a:pt x="109" y="184"/>
                </a:lnTo>
                <a:lnTo>
                  <a:pt x="87" y="206"/>
                </a:lnTo>
                <a:lnTo>
                  <a:pt x="169" y="289"/>
                </a:lnTo>
                <a:moveTo>
                  <a:pt x="198" y="398"/>
                </a:moveTo>
                <a:cubicBezTo>
                  <a:pt x="171" y="398"/>
                  <a:pt x="145" y="393"/>
                  <a:pt x="121" y="382"/>
                </a:cubicBezTo>
                <a:cubicBezTo>
                  <a:pt x="97" y="372"/>
                  <a:pt x="76" y="357"/>
                  <a:pt x="58" y="339"/>
                </a:cubicBezTo>
                <a:cubicBezTo>
                  <a:pt x="40" y="321"/>
                  <a:pt x="26" y="299"/>
                  <a:pt x="15" y="275"/>
                </a:cubicBezTo>
                <a:cubicBezTo>
                  <a:pt x="5" y="251"/>
                  <a:pt x="0" y="225"/>
                  <a:pt x="0" y="198"/>
                </a:cubicBezTo>
                <a:cubicBezTo>
                  <a:pt x="0" y="171"/>
                  <a:pt x="5" y="145"/>
                  <a:pt x="15" y="121"/>
                </a:cubicBezTo>
                <a:cubicBezTo>
                  <a:pt x="26" y="97"/>
                  <a:pt x="40" y="76"/>
                  <a:pt x="58" y="58"/>
                </a:cubicBezTo>
                <a:cubicBezTo>
                  <a:pt x="76" y="40"/>
                  <a:pt x="97" y="26"/>
                  <a:pt x="121" y="15"/>
                </a:cubicBezTo>
                <a:cubicBezTo>
                  <a:pt x="145" y="5"/>
                  <a:pt x="171" y="0"/>
                  <a:pt x="198" y="0"/>
                </a:cubicBezTo>
                <a:cubicBezTo>
                  <a:pt x="226" y="0"/>
                  <a:pt x="251" y="5"/>
                  <a:pt x="275" y="15"/>
                </a:cubicBezTo>
                <a:cubicBezTo>
                  <a:pt x="300" y="26"/>
                  <a:pt x="321" y="40"/>
                  <a:pt x="338" y="58"/>
                </a:cubicBezTo>
                <a:cubicBezTo>
                  <a:pt x="357" y="76"/>
                  <a:pt x="371" y="97"/>
                  <a:pt x="382" y="121"/>
                </a:cubicBezTo>
                <a:cubicBezTo>
                  <a:pt x="392" y="145"/>
                  <a:pt x="398" y="171"/>
                  <a:pt x="398" y="198"/>
                </a:cubicBezTo>
                <a:cubicBezTo>
                  <a:pt x="398" y="225"/>
                  <a:pt x="392" y="251"/>
                  <a:pt x="382" y="275"/>
                </a:cubicBezTo>
                <a:cubicBezTo>
                  <a:pt x="371" y="299"/>
                  <a:pt x="357" y="321"/>
                  <a:pt x="338" y="339"/>
                </a:cubicBezTo>
                <a:cubicBezTo>
                  <a:pt x="321" y="357"/>
                  <a:pt x="300" y="372"/>
                  <a:pt x="275" y="382"/>
                </a:cubicBezTo>
                <a:cubicBezTo>
                  <a:pt x="251" y="393"/>
                  <a:pt x="226" y="398"/>
                  <a:pt x="198" y="398"/>
                </a:cubicBezTo>
                <a:moveTo>
                  <a:pt x="198" y="368"/>
                </a:moveTo>
                <a:cubicBezTo>
                  <a:pt x="245" y="368"/>
                  <a:pt x="285" y="352"/>
                  <a:pt x="318" y="319"/>
                </a:cubicBezTo>
                <a:cubicBezTo>
                  <a:pt x="351" y="285"/>
                  <a:pt x="368" y="245"/>
                  <a:pt x="368" y="198"/>
                </a:cubicBezTo>
                <a:cubicBezTo>
                  <a:pt x="368" y="151"/>
                  <a:pt x="351" y="111"/>
                  <a:pt x="318" y="79"/>
                </a:cubicBezTo>
                <a:cubicBezTo>
                  <a:pt x="285" y="46"/>
                  <a:pt x="245" y="30"/>
                  <a:pt x="198" y="30"/>
                </a:cubicBezTo>
                <a:cubicBezTo>
                  <a:pt x="151" y="30"/>
                  <a:pt x="112" y="46"/>
                  <a:pt x="79" y="79"/>
                </a:cubicBezTo>
                <a:cubicBezTo>
                  <a:pt x="46" y="111"/>
                  <a:pt x="29" y="151"/>
                  <a:pt x="29" y="198"/>
                </a:cubicBezTo>
                <a:cubicBezTo>
                  <a:pt x="29" y="245"/>
                  <a:pt x="46" y="285"/>
                  <a:pt x="79" y="319"/>
                </a:cubicBezTo>
                <a:cubicBezTo>
                  <a:pt x="112" y="352"/>
                  <a:pt x="151" y="368"/>
                  <a:pt x="198" y="368"/>
                </a:cubicBezTo>
                <a:moveTo>
                  <a:pt x="198" y="198"/>
                </a:moveTo>
                <a:lnTo>
                  <a:pt x="198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6813000" y="535716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外部エージェント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3" name=""/>
          <p:cNvSpPr/>
          <p:nvPr/>
        </p:nvSpPr>
        <p:spPr>
          <a:xfrm>
            <a:off x="4124160" y="5752800"/>
            <a:ext cx="733680" cy="248040"/>
          </a:xfrm>
          <a:custGeom>
            <a:avLst/>
            <a:gdLst/>
            <a:ahLst/>
            <a:rect l="0" t="0" r="r" b="b"/>
            <a:pathLst>
              <a:path w="2038" h="689">
                <a:moveTo>
                  <a:pt x="0" y="345"/>
                </a:moveTo>
                <a:cubicBezTo>
                  <a:pt x="0" y="323"/>
                  <a:pt x="2" y="300"/>
                  <a:pt x="7" y="278"/>
                </a:cubicBezTo>
                <a:cubicBezTo>
                  <a:pt x="11" y="256"/>
                  <a:pt x="17" y="235"/>
                  <a:pt x="26" y="214"/>
                </a:cubicBezTo>
                <a:cubicBezTo>
                  <a:pt x="35" y="193"/>
                  <a:pt x="45" y="173"/>
                  <a:pt x="58" y="153"/>
                </a:cubicBezTo>
                <a:cubicBezTo>
                  <a:pt x="70" y="134"/>
                  <a:pt x="85" y="117"/>
                  <a:pt x="101" y="101"/>
                </a:cubicBezTo>
                <a:cubicBezTo>
                  <a:pt x="117" y="85"/>
                  <a:pt x="134" y="71"/>
                  <a:pt x="153" y="58"/>
                </a:cubicBezTo>
                <a:cubicBezTo>
                  <a:pt x="172" y="46"/>
                  <a:pt x="191" y="35"/>
                  <a:pt x="212" y="27"/>
                </a:cubicBezTo>
                <a:cubicBezTo>
                  <a:pt x="233" y="18"/>
                  <a:pt x="255" y="11"/>
                  <a:pt x="277" y="7"/>
                </a:cubicBezTo>
                <a:cubicBezTo>
                  <a:pt x="299" y="3"/>
                  <a:pt x="321" y="0"/>
                  <a:pt x="344" y="0"/>
                </a:cubicBezTo>
                <a:lnTo>
                  <a:pt x="1693" y="0"/>
                </a:lnTo>
                <a:cubicBezTo>
                  <a:pt x="1716" y="0"/>
                  <a:pt x="1738" y="3"/>
                  <a:pt x="1760" y="7"/>
                </a:cubicBezTo>
                <a:cubicBezTo>
                  <a:pt x="1783" y="11"/>
                  <a:pt x="1805" y="18"/>
                  <a:pt x="1826" y="27"/>
                </a:cubicBezTo>
                <a:cubicBezTo>
                  <a:pt x="1847" y="35"/>
                  <a:pt x="1867" y="46"/>
                  <a:pt x="1885" y="58"/>
                </a:cubicBezTo>
                <a:cubicBezTo>
                  <a:pt x="1904" y="71"/>
                  <a:pt x="1922" y="85"/>
                  <a:pt x="1938" y="101"/>
                </a:cubicBezTo>
                <a:cubicBezTo>
                  <a:pt x="1953" y="117"/>
                  <a:pt x="1968" y="134"/>
                  <a:pt x="1980" y="153"/>
                </a:cubicBezTo>
                <a:cubicBezTo>
                  <a:pt x="1993" y="173"/>
                  <a:pt x="2003" y="193"/>
                  <a:pt x="2012" y="214"/>
                </a:cubicBezTo>
                <a:cubicBezTo>
                  <a:pt x="2021" y="235"/>
                  <a:pt x="2027" y="256"/>
                  <a:pt x="2032" y="278"/>
                </a:cubicBezTo>
                <a:cubicBezTo>
                  <a:pt x="2036" y="300"/>
                  <a:pt x="2038" y="323"/>
                  <a:pt x="2038" y="345"/>
                </a:cubicBezTo>
                <a:cubicBezTo>
                  <a:pt x="2038" y="368"/>
                  <a:pt x="2036" y="390"/>
                  <a:pt x="2032" y="412"/>
                </a:cubicBezTo>
                <a:cubicBezTo>
                  <a:pt x="2027" y="435"/>
                  <a:pt x="2021" y="456"/>
                  <a:pt x="2012" y="477"/>
                </a:cubicBezTo>
                <a:cubicBezTo>
                  <a:pt x="2003" y="498"/>
                  <a:pt x="1993" y="518"/>
                  <a:pt x="1980" y="536"/>
                </a:cubicBezTo>
                <a:cubicBezTo>
                  <a:pt x="1968" y="555"/>
                  <a:pt x="1953" y="573"/>
                  <a:pt x="1938" y="589"/>
                </a:cubicBezTo>
                <a:cubicBezTo>
                  <a:pt x="1922" y="604"/>
                  <a:pt x="1904" y="619"/>
                  <a:pt x="1885" y="631"/>
                </a:cubicBezTo>
                <a:cubicBezTo>
                  <a:pt x="1867" y="644"/>
                  <a:pt x="1847" y="654"/>
                  <a:pt x="1826" y="663"/>
                </a:cubicBezTo>
                <a:cubicBezTo>
                  <a:pt x="1805" y="672"/>
                  <a:pt x="1783" y="678"/>
                  <a:pt x="1760" y="683"/>
                </a:cubicBezTo>
                <a:cubicBezTo>
                  <a:pt x="1738" y="687"/>
                  <a:pt x="1716" y="689"/>
                  <a:pt x="1693" y="689"/>
                </a:cubicBezTo>
                <a:lnTo>
                  <a:pt x="344" y="689"/>
                </a:lnTo>
                <a:cubicBezTo>
                  <a:pt x="321" y="689"/>
                  <a:pt x="299" y="687"/>
                  <a:pt x="277" y="683"/>
                </a:cubicBezTo>
                <a:cubicBezTo>
                  <a:pt x="255" y="678"/>
                  <a:pt x="233" y="672"/>
                  <a:pt x="212" y="663"/>
                </a:cubicBezTo>
                <a:cubicBezTo>
                  <a:pt x="191" y="654"/>
                  <a:pt x="172" y="644"/>
                  <a:pt x="153" y="631"/>
                </a:cubicBezTo>
                <a:cubicBezTo>
                  <a:pt x="134" y="619"/>
                  <a:pt x="117" y="604"/>
                  <a:pt x="101" y="589"/>
                </a:cubicBezTo>
                <a:cubicBezTo>
                  <a:pt x="85" y="573"/>
                  <a:pt x="70" y="555"/>
                  <a:pt x="58" y="536"/>
                </a:cubicBezTo>
                <a:cubicBezTo>
                  <a:pt x="45" y="518"/>
                  <a:pt x="35" y="498"/>
                  <a:pt x="26" y="477"/>
                </a:cubicBezTo>
                <a:cubicBezTo>
                  <a:pt x="17" y="456"/>
                  <a:pt x="11" y="435"/>
                  <a:pt x="7" y="412"/>
                </a:cubicBezTo>
                <a:cubicBezTo>
                  <a:pt x="2" y="390"/>
                  <a:pt x="0" y="368"/>
                  <a:pt x="0" y="345"/>
                </a:cubicBez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84" name=""/>
          <p:cNvSpPr/>
          <p:nvPr/>
        </p:nvSpPr>
        <p:spPr>
          <a:xfrm>
            <a:off x="4176360" y="5805360"/>
            <a:ext cx="143280" cy="143280"/>
          </a:xfrm>
          <a:custGeom>
            <a:avLst/>
            <a:gdLst/>
            <a:ahLst/>
            <a:rect l="0" t="0" r="r" b="b"/>
            <a:pathLst>
              <a:path w="398" h="398">
                <a:moveTo>
                  <a:pt x="171" y="289"/>
                </a:moveTo>
                <a:lnTo>
                  <a:pt x="311" y="148"/>
                </a:lnTo>
                <a:lnTo>
                  <a:pt x="288" y="126"/>
                </a:lnTo>
                <a:lnTo>
                  <a:pt x="171" y="243"/>
                </a:lnTo>
                <a:lnTo>
                  <a:pt x="111" y="184"/>
                </a:lnTo>
                <a:lnTo>
                  <a:pt x="89" y="206"/>
                </a:lnTo>
                <a:lnTo>
                  <a:pt x="171" y="289"/>
                </a:lnTo>
                <a:moveTo>
                  <a:pt x="200" y="398"/>
                </a:moveTo>
                <a:cubicBezTo>
                  <a:pt x="173" y="398"/>
                  <a:pt x="147" y="393"/>
                  <a:pt x="123" y="382"/>
                </a:cubicBezTo>
                <a:cubicBezTo>
                  <a:pt x="99" y="372"/>
                  <a:pt x="77" y="357"/>
                  <a:pt x="59" y="339"/>
                </a:cubicBezTo>
                <a:cubicBezTo>
                  <a:pt x="41" y="321"/>
                  <a:pt x="27" y="299"/>
                  <a:pt x="16" y="275"/>
                </a:cubicBezTo>
                <a:cubicBezTo>
                  <a:pt x="6" y="251"/>
                  <a:pt x="0" y="225"/>
                  <a:pt x="0" y="198"/>
                </a:cubicBezTo>
                <a:cubicBezTo>
                  <a:pt x="0" y="171"/>
                  <a:pt x="6" y="145"/>
                  <a:pt x="16" y="121"/>
                </a:cubicBezTo>
                <a:cubicBezTo>
                  <a:pt x="27" y="97"/>
                  <a:pt x="41" y="76"/>
                  <a:pt x="59" y="58"/>
                </a:cubicBezTo>
                <a:cubicBezTo>
                  <a:pt x="77" y="40"/>
                  <a:pt x="99" y="26"/>
                  <a:pt x="123" y="15"/>
                </a:cubicBezTo>
                <a:cubicBezTo>
                  <a:pt x="147" y="5"/>
                  <a:pt x="173" y="0"/>
                  <a:pt x="200" y="0"/>
                </a:cubicBezTo>
                <a:cubicBezTo>
                  <a:pt x="227" y="0"/>
                  <a:pt x="253" y="5"/>
                  <a:pt x="277" y="15"/>
                </a:cubicBezTo>
                <a:cubicBezTo>
                  <a:pt x="301" y="26"/>
                  <a:pt x="322" y="40"/>
                  <a:pt x="340" y="58"/>
                </a:cubicBezTo>
                <a:cubicBezTo>
                  <a:pt x="358" y="76"/>
                  <a:pt x="372" y="97"/>
                  <a:pt x="383" y="121"/>
                </a:cubicBezTo>
                <a:cubicBezTo>
                  <a:pt x="393" y="145"/>
                  <a:pt x="398" y="171"/>
                  <a:pt x="398" y="198"/>
                </a:cubicBezTo>
                <a:cubicBezTo>
                  <a:pt x="398" y="225"/>
                  <a:pt x="393" y="251"/>
                  <a:pt x="383" y="275"/>
                </a:cubicBezTo>
                <a:cubicBezTo>
                  <a:pt x="372" y="299"/>
                  <a:pt x="358" y="321"/>
                  <a:pt x="340" y="339"/>
                </a:cubicBezTo>
                <a:cubicBezTo>
                  <a:pt x="322" y="357"/>
                  <a:pt x="301" y="372"/>
                  <a:pt x="277" y="382"/>
                </a:cubicBezTo>
                <a:cubicBezTo>
                  <a:pt x="253" y="393"/>
                  <a:pt x="227" y="398"/>
                  <a:pt x="200" y="398"/>
                </a:cubicBezTo>
                <a:moveTo>
                  <a:pt x="200" y="368"/>
                </a:moveTo>
                <a:cubicBezTo>
                  <a:pt x="247" y="368"/>
                  <a:pt x="287" y="352"/>
                  <a:pt x="319" y="319"/>
                </a:cubicBezTo>
                <a:cubicBezTo>
                  <a:pt x="352" y="285"/>
                  <a:pt x="369" y="245"/>
                  <a:pt x="369" y="198"/>
                </a:cubicBezTo>
                <a:cubicBezTo>
                  <a:pt x="369" y="151"/>
                  <a:pt x="352" y="111"/>
                  <a:pt x="319" y="79"/>
                </a:cubicBezTo>
                <a:cubicBezTo>
                  <a:pt x="287" y="46"/>
                  <a:pt x="247" y="30"/>
                  <a:pt x="200" y="30"/>
                </a:cubicBezTo>
                <a:cubicBezTo>
                  <a:pt x="153" y="30"/>
                  <a:pt x="114" y="46"/>
                  <a:pt x="80" y="79"/>
                </a:cubicBezTo>
                <a:cubicBezTo>
                  <a:pt x="47" y="111"/>
                  <a:pt x="30" y="151"/>
                  <a:pt x="30" y="198"/>
                </a:cubicBezTo>
                <a:cubicBezTo>
                  <a:pt x="30" y="245"/>
                  <a:pt x="47" y="285"/>
                  <a:pt x="80" y="319"/>
                </a:cubicBezTo>
                <a:cubicBezTo>
                  <a:pt x="114" y="352"/>
                  <a:pt x="153" y="368"/>
                  <a:pt x="200" y="368"/>
                </a:cubicBezTo>
                <a:moveTo>
                  <a:pt x="200" y="198"/>
                </a:moveTo>
                <a:lnTo>
                  <a:pt x="20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3401640" y="5766840"/>
            <a:ext cx="42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ffffff"/>
                </a:solidFill>
                <a:latin typeface="Noto Sans JP"/>
                <a:ea typeface="Noto Sans JP"/>
              </a:rPr>
              <a:t>ASI04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6" name=""/>
          <p:cNvSpPr/>
          <p:nvPr/>
        </p:nvSpPr>
        <p:spPr>
          <a:xfrm>
            <a:off x="5076720" y="5752800"/>
            <a:ext cx="733680" cy="248040"/>
          </a:xfrm>
          <a:custGeom>
            <a:avLst/>
            <a:gdLst/>
            <a:ahLst/>
            <a:rect l="0" t="0" r="r" b="b"/>
            <a:pathLst>
              <a:path w="2038" h="689">
                <a:moveTo>
                  <a:pt x="0" y="345"/>
                </a:moveTo>
                <a:cubicBezTo>
                  <a:pt x="0" y="323"/>
                  <a:pt x="2" y="300"/>
                  <a:pt x="6" y="278"/>
                </a:cubicBezTo>
                <a:cubicBezTo>
                  <a:pt x="11" y="256"/>
                  <a:pt x="17" y="235"/>
                  <a:pt x="26" y="214"/>
                </a:cubicBezTo>
                <a:cubicBezTo>
                  <a:pt x="35" y="193"/>
                  <a:pt x="45" y="173"/>
                  <a:pt x="58" y="153"/>
                </a:cubicBezTo>
                <a:cubicBezTo>
                  <a:pt x="70" y="134"/>
                  <a:pt x="85" y="117"/>
                  <a:pt x="101" y="101"/>
                </a:cubicBezTo>
                <a:cubicBezTo>
                  <a:pt x="117" y="85"/>
                  <a:pt x="134" y="71"/>
                  <a:pt x="153" y="58"/>
                </a:cubicBezTo>
                <a:cubicBezTo>
                  <a:pt x="171" y="46"/>
                  <a:pt x="191" y="35"/>
                  <a:pt x="212" y="27"/>
                </a:cubicBezTo>
                <a:cubicBezTo>
                  <a:pt x="233" y="18"/>
                  <a:pt x="254" y="11"/>
                  <a:pt x="277" y="7"/>
                </a:cubicBezTo>
                <a:cubicBezTo>
                  <a:pt x="299" y="3"/>
                  <a:pt x="321" y="0"/>
                  <a:pt x="344" y="0"/>
                </a:cubicBezTo>
                <a:lnTo>
                  <a:pt x="1694" y="0"/>
                </a:lnTo>
                <a:cubicBezTo>
                  <a:pt x="1717" y="0"/>
                  <a:pt x="1739" y="3"/>
                  <a:pt x="1761" y="7"/>
                </a:cubicBezTo>
                <a:cubicBezTo>
                  <a:pt x="1783" y="11"/>
                  <a:pt x="1805" y="18"/>
                  <a:pt x="1826" y="27"/>
                </a:cubicBezTo>
                <a:cubicBezTo>
                  <a:pt x="1847" y="35"/>
                  <a:pt x="1866" y="46"/>
                  <a:pt x="1885" y="58"/>
                </a:cubicBezTo>
                <a:cubicBezTo>
                  <a:pt x="1904" y="71"/>
                  <a:pt x="1921" y="85"/>
                  <a:pt x="1937" y="101"/>
                </a:cubicBezTo>
                <a:cubicBezTo>
                  <a:pt x="1953" y="117"/>
                  <a:pt x="1968" y="134"/>
                  <a:pt x="1980" y="153"/>
                </a:cubicBezTo>
                <a:cubicBezTo>
                  <a:pt x="1993" y="173"/>
                  <a:pt x="2003" y="193"/>
                  <a:pt x="2012" y="214"/>
                </a:cubicBezTo>
                <a:cubicBezTo>
                  <a:pt x="2021" y="235"/>
                  <a:pt x="2027" y="256"/>
                  <a:pt x="2031" y="278"/>
                </a:cubicBezTo>
                <a:cubicBezTo>
                  <a:pt x="2036" y="300"/>
                  <a:pt x="2038" y="323"/>
                  <a:pt x="2038" y="345"/>
                </a:cubicBezTo>
                <a:cubicBezTo>
                  <a:pt x="2038" y="368"/>
                  <a:pt x="2036" y="390"/>
                  <a:pt x="2031" y="412"/>
                </a:cubicBezTo>
                <a:cubicBezTo>
                  <a:pt x="2027" y="435"/>
                  <a:pt x="2021" y="456"/>
                  <a:pt x="2012" y="477"/>
                </a:cubicBezTo>
                <a:cubicBezTo>
                  <a:pt x="2003" y="498"/>
                  <a:pt x="1993" y="518"/>
                  <a:pt x="1980" y="536"/>
                </a:cubicBezTo>
                <a:cubicBezTo>
                  <a:pt x="1968" y="555"/>
                  <a:pt x="1953" y="573"/>
                  <a:pt x="1937" y="589"/>
                </a:cubicBezTo>
                <a:cubicBezTo>
                  <a:pt x="1921" y="604"/>
                  <a:pt x="1904" y="619"/>
                  <a:pt x="1885" y="631"/>
                </a:cubicBezTo>
                <a:cubicBezTo>
                  <a:pt x="1866" y="644"/>
                  <a:pt x="1847" y="654"/>
                  <a:pt x="1826" y="663"/>
                </a:cubicBezTo>
                <a:cubicBezTo>
                  <a:pt x="1805" y="672"/>
                  <a:pt x="1783" y="678"/>
                  <a:pt x="1761" y="683"/>
                </a:cubicBezTo>
                <a:cubicBezTo>
                  <a:pt x="1739" y="687"/>
                  <a:pt x="1717" y="689"/>
                  <a:pt x="1694" y="689"/>
                </a:cubicBezTo>
                <a:lnTo>
                  <a:pt x="344" y="689"/>
                </a:lnTo>
                <a:cubicBezTo>
                  <a:pt x="321" y="689"/>
                  <a:pt x="299" y="687"/>
                  <a:pt x="277" y="683"/>
                </a:cubicBezTo>
                <a:cubicBezTo>
                  <a:pt x="254" y="678"/>
                  <a:pt x="233" y="672"/>
                  <a:pt x="212" y="663"/>
                </a:cubicBezTo>
                <a:cubicBezTo>
                  <a:pt x="191" y="654"/>
                  <a:pt x="171" y="644"/>
                  <a:pt x="153" y="631"/>
                </a:cubicBezTo>
                <a:cubicBezTo>
                  <a:pt x="134" y="619"/>
                  <a:pt x="117" y="604"/>
                  <a:pt x="101" y="589"/>
                </a:cubicBezTo>
                <a:cubicBezTo>
                  <a:pt x="85" y="573"/>
                  <a:pt x="70" y="555"/>
                  <a:pt x="58" y="536"/>
                </a:cubicBezTo>
                <a:cubicBezTo>
                  <a:pt x="45" y="518"/>
                  <a:pt x="35" y="498"/>
                  <a:pt x="26" y="477"/>
                </a:cubicBezTo>
                <a:cubicBezTo>
                  <a:pt x="17" y="456"/>
                  <a:pt x="11" y="435"/>
                  <a:pt x="6" y="412"/>
                </a:cubicBezTo>
                <a:cubicBezTo>
                  <a:pt x="2" y="390"/>
                  <a:pt x="0" y="368"/>
                  <a:pt x="0" y="345"/>
                </a:cubicBez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87" name=""/>
          <p:cNvSpPr/>
          <p:nvPr/>
        </p:nvSpPr>
        <p:spPr>
          <a:xfrm>
            <a:off x="5128920" y="5805360"/>
            <a:ext cx="143280" cy="143280"/>
          </a:xfrm>
          <a:custGeom>
            <a:avLst/>
            <a:gdLst/>
            <a:ahLst/>
            <a:rect l="0" t="0" r="r" b="b"/>
            <a:pathLst>
              <a:path w="398" h="398">
                <a:moveTo>
                  <a:pt x="169" y="289"/>
                </a:moveTo>
                <a:lnTo>
                  <a:pt x="311" y="148"/>
                </a:lnTo>
                <a:lnTo>
                  <a:pt x="288" y="126"/>
                </a:lnTo>
                <a:lnTo>
                  <a:pt x="169" y="243"/>
                </a:lnTo>
                <a:lnTo>
                  <a:pt x="110" y="184"/>
                </a:lnTo>
                <a:lnTo>
                  <a:pt x="88" y="206"/>
                </a:lnTo>
                <a:lnTo>
                  <a:pt x="169" y="289"/>
                </a:lnTo>
                <a:moveTo>
                  <a:pt x="199" y="398"/>
                </a:moveTo>
                <a:cubicBezTo>
                  <a:pt x="172" y="398"/>
                  <a:pt x="146" y="393"/>
                  <a:pt x="122" y="382"/>
                </a:cubicBezTo>
                <a:cubicBezTo>
                  <a:pt x="98" y="372"/>
                  <a:pt x="77" y="357"/>
                  <a:pt x="59" y="339"/>
                </a:cubicBezTo>
                <a:cubicBezTo>
                  <a:pt x="41" y="321"/>
                  <a:pt x="26" y="299"/>
                  <a:pt x="16" y="275"/>
                </a:cubicBezTo>
                <a:cubicBezTo>
                  <a:pt x="6" y="251"/>
                  <a:pt x="0" y="225"/>
                  <a:pt x="0" y="198"/>
                </a:cubicBezTo>
                <a:cubicBezTo>
                  <a:pt x="0" y="171"/>
                  <a:pt x="6" y="145"/>
                  <a:pt x="16" y="121"/>
                </a:cubicBezTo>
                <a:cubicBezTo>
                  <a:pt x="26" y="97"/>
                  <a:pt x="41" y="76"/>
                  <a:pt x="59" y="58"/>
                </a:cubicBezTo>
                <a:cubicBezTo>
                  <a:pt x="77" y="40"/>
                  <a:pt x="98" y="26"/>
                  <a:pt x="122" y="15"/>
                </a:cubicBezTo>
                <a:cubicBezTo>
                  <a:pt x="146" y="5"/>
                  <a:pt x="172" y="0"/>
                  <a:pt x="199" y="0"/>
                </a:cubicBezTo>
                <a:cubicBezTo>
                  <a:pt x="227" y="0"/>
                  <a:pt x="253" y="5"/>
                  <a:pt x="277" y="15"/>
                </a:cubicBezTo>
                <a:cubicBezTo>
                  <a:pt x="301" y="26"/>
                  <a:pt x="322" y="40"/>
                  <a:pt x="340" y="58"/>
                </a:cubicBezTo>
                <a:cubicBezTo>
                  <a:pt x="358" y="76"/>
                  <a:pt x="372" y="97"/>
                  <a:pt x="383" y="121"/>
                </a:cubicBezTo>
                <a:cubicBezTo>
                  <a:pt x="393" y="145"/>
                  <a:pt x="398" y="171"/>
                  <a:pt x="398" y="198"/>
                </a:cubicBezTo>
                <a:cubicBezTo>
                  <a:pt x="398" y="225"/>
                  <a:pt x="393" y="251"/>
                  <a:pt x="383" y="275"/>
                </a:cubicBezTo>
                <a:cubicBezTo>
                  <a:pt x="372" y="299"/>
                  <a:pt x="358" y="321"/>
                  <a:pt x="340" y="339"/>
                </a:cubicBezTo>
                <a:cubicBezTo>
                  <a:pt x="322" y="357"/>
                  <a:pt x="301" y="372"/>
                  <a:pt x="277" y="382"/>
                </a:cubicBezTo>
                <a:cubicBezTo>
                  <a:pt x="253" y="393"/>
                  <a:pt x="227" y="398"/>
                  <a:pt x="199" y="398"/>
                </a:cubicBezTo>
                <a:moveTo>
                  <a:pt x="199" y="368"/>
                </a:moveTo>
                <a:cubicBezTo>
                  <a:pt x="247" y="368"/>
                  <a:pt x="287" y="352"/>
                  <a:pt x="319" y="319"/>
                </a:cubicBezTo>
                <a:cubicBezTo>
                  <a:pt x="352" y="285"/>
                  <a:pt x="368" y="245"/>
                  <a:pt x="368" y="198"/>
                </a:cubicBezTo>
                <a:cubicBezTo>
                  <a:pt x="368" y="151"/>
                  <a:pt x="352" y="111"/>
                  <a:pt x="319" y="79"/>
                </a:cubicBezTo>
                <a:cubicBezTo>
                  <a:pt x="287" y="46"/>
                  <a:pt x="247" y="30"/>
                  <a:pt x="199" y="30"/>
                </a:cubicBezTo>
                <a:cubicBezTo>
                  <a:pt x="152" y="30"/>
                  <a:pt x="112" y="46"/>
                  <a:pt x="79" y="79"/>
                </a:cubicBezTo>
                <a:cubicBezTo>
                  <a:pt x="47" y="111"/>
                  <a:pt x="30" y="151"/>
                  <a:pt x="30" y="198"/>
                </a:cubicBezTo>
                <a:cubicBezTo>
                  <a:pt x="30" y="245"/>
                  <a:pt x="47" y="285"/>
                  <a:pt x="79" y="319"/>
                </a:cubicBezTo>
                <a:cubicBezTo>
                  <a:pt x="112" y="352"/>
                  <a:pt x="152" y="368"/>
                  <a:pt x="199" y="368"/>
                </a:cubicBezTo>
                <a:moveTo>
                  <a:pt x="199" y="198"/>
                </a:moveTo>
                <a:lnTo>
                  <a:pt x="199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4354200" y="5766840"/>
            <a:ext cx="42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ffffff"/>
                </a:solidFill>
                <a:latin typeface="Noto Sans JP"/>
                <a:ea typeface="Noto Sans JP"/>
              </a:rPr>
              <a:t>ASI05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5306760" y="5766840"/>
            <a:ext cx="42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ffffff"/>
                </a:solidFill>
                <a:latin typeface="Noto Sans JP"/>
                <a:ea typeface="Noto Sans JP"/>
              </a:rPr>
              <a:t>ASI08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4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4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609480" y="392760"/>
            <a:ext cx="34297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リスクと管理策の対応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6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609480" y="1090800"/>
            <a:ext cx="80578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6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つのリスクには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つの管理策のどれかが効き、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つには効かない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8" name=""/>
          <p:cNvSpPr/>
          <p:nvPr/>
        </p:nvSpPr>
        <p:spPr>
          <a:xfrm>
            <a:off x="704520" y="2266920"/>
            <a:ext cx="2819880" cy="505080"/>
          </a:xfrm>
          <a:custGeom>
            <a:avLst/>
            <a:gdLst/>
            <a:ahLst/>
            <a:rect l="0" t="0" r="r" b="b"/>
            <a:pathLst>
              <a:path w="7833" h="1403">
                <a:moveTo>
                  <a:pt x="0" y="0"/>
                </a:moveTo>
                <a:lnTo>
                  <a:pt x="7833" y="0"/>
                </a:lnTo>
                <a:lnTo>
                  <a:pt x="78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9" name=""/>
          <p:cNvSpPr/>
          <p:nvPr/>
        </p:nvSpPr>
        <p:spPr>
          <a:xfrm>
            <a:off x="3524040" y="2266920"/>
            <a:ext cx="1829160" cy="505080"/>
          </a:xfrm>
          <a:custGeom>
            <a:avLst/>
            <a:gdLst/>
            <a:ahLst/>
            <a:rect l="0" t="0" r="r" b="b"/>
            <a:pathLst>
              <a:path w="5081" h="1403">
                <a:moveTo>
                  <a:pt x="0" y="0"/>
                </a:moveTo>
                <a:lnTo>
                  <a:pt x="5081" y="0"/>
                </a:lnTo>
                <a:lnTo>
                  <a:pt x="5081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0" name=""/>
          <p:cNvSpPr/>
          <p:nvPr/>
        </p:nvSpPr>
        <p:spPr>
          <a:xfrm>
            <a:off x="5352840" y="2266920"/>
            <a:ext cx="838440" cy="505080"/>
          </a:xfrm>
          <a:custGeom>
            <a:avLst/>
            <a:gdLst/>
            <a:ahLst/>
            <a:rect l="0" t="0" r="r" b="b"/>
            <a:pathLst>
              <a:path w="2329" h="1403">
                <a:moveTo>
                  <a:pt x="0" y="0"/>
                </a:moveTo>
                <a:lnTo>
                  <a:pt x="2329" y="0"/>
                </a:lnTo>
                <a:lnTo>
                  <a:pt x="23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1" name=""/>
          <p:cNvSpPr/>
          <p:nvPr/>
        </p:nvSpPr>
        <p:spPr>
          <a:xfrm>
            <a:off x="6190920" y="2266920"/>
            <a:ext cx="610200" cy="505080"/>
          </a:xfrm>
          <a:custGeom>
            <a:avLst/>
            <a:gdLst/>
            <a:ahLst/>
            <a:rect l="0" t="0" r="r" b="b"/>
            <a:pathLst>
              <a:path w="1695" h="1403">
                <a:moveTo>
                  <a:pt x="0" y="0"/>
                </a:moveTo>
                <a:lnTo>
                  <a:pt x="1695" y="0"/>
                </a:lnTo>
                <a:lnTo>
                  <a:pt x="169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2" name=""/>
          <p:cNvSpPr/>
          <p:nvPr/>
        </p:nvSpPr>
        <p:spPr>
          <a:xfrm>
            <a:off x="6800760" y="2266920"/>
            <a:ext cx="838440" cy="505080"/>
          </a:xfrm>
          <a:custGeom>
            <a:avLst/>
            <a:gdLst/>
            <a:ahLst/>
            <a:rect l="0" t="0" r="r" b="b"/>
            <a:pathLst>
              <a:path w="2329" h="1403">
                <a:moveTo>
                  <a:pt x="0" y="0"/>
                </a:moveTo>
                <a:lnTo>
                  <a:pt x="2329" y="0"/>
                </a:lnTo>
                <a:lnTo>
                  <a:pt x="23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3" name=""/>
          <p:cNvSpPr/>
          <p:nvPr/>
        </p:nvSpPr>
        <p:spPr>
          <a:xfrm>
            <a:off x="7638840" y="2266920"/>
            <a:ext cx="724320" cy="505080"/>
          </a:xfrm>
          <a:custGeom>
            <a:avLst/>
            <a:gdLst/>
            <a:ahLst/>
            <a:rect l="0" t="0" r="r" b="b"/>
            <a:pathLst>
              <a:path w="2012" h="1403">
                <a:moveTo>
                  <a:pt x="0" y="0"/>
                </a:moveTo>
                <a:lnTo>
                  <a:pt x="2012" y="0"/>
                </a:lnTo>
                <a:lnTo>
                  <a:pt x="2012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4" name=""/>
          <p:cNvSpPr/>
          <p:nvPr/>
        </p:nvSpPr>
        <p:spPr>
          <a:xfrm>
            <a:off x="8362800" y="2266920"/>
            <a:ext cx="1905480" cy="505080"/>
          </a:xfrm>
          <a:custGeom>
            <a:avLst/>
            <a:gdLst/>
            <a:ahLst/>
            <a:rect l="0" t="0" r="r" b="b"/>
            <a:pathLst>
              <a:path w="5293" h="1403">
                <a:moveTo>
                  <a:pt x="0" y="0"/>
                </a:moveTo>
                <a:lnTo>
                  <a:pt x="5293" y="0"/>
                </a:lnTo>
                <a:lnTo>
                  <a:pt x="529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5" name=""/>
          <p:cNvSpPr/>
          <p:nvPr/>
        </p:nvSpPr>
        <p:spPr>
          <a:xfrm>
            <a:off x="10267920" y="2266920"/>
            <a:ext cx="1219320" cy="505080"/>
          </a:xfrm>
          <a:custGeom>
            <a:avLst/>
            <a:gdLst/>
            <a:ahLst/>
            <a:rect l="0" t="0" r="r" b="b"/>
            <a:pathLst>
              <a:path w="3387" h="1403">
                <a:moveTo>
                  <a:pt x="0" y="0"/>
                </a:moveTo>
                <a:lnTo>
                  <a:pt x="3387" y="0"/>
                </a:lnTo>
                <a:lnTo>
                  <a:pt x="338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6" name=""/>
          <p:cNvSpPr/>
          <p:nvPr/>
        </p:nvSpPr>
        <p:spPr>
          <a:xfrm>
            <a:off x="704520" y="2771640"/>
            <a:ext cx="2819880" cy="333720"/>
          </a:xfrm>
          <a:custGeom>
            <a:avLst/>
            <a:gdLst/>
            <a:ahLst/>
            <a:rect l="0" t="0" r="r" b="b"/>
            <a:pathLst>
              <a:path w="7833" h="927">
                <a:moveTo>
                  <a:pt x="0" y="0"/>
                </a:moveTo>
                <a:lnTo>
                  <a:pt x="7833" y="0"/>
                </a:lnTo>
                <a:lnTo>
                  <a:pt x="783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7" name=""/>
          <p:cNvSpPr/>
          <p:nvPr/>
        </p:nvSpPr>
        <p:spPr>
          <a:xfrm>
            <a:off x="3524040" y="2771640"/>
            <a:ext cx="1829160" cy="333720"/>
          </a:xfrm>
          <a:custGeom>
            <a:avLst/>
            <a:gdLst/>
            <a:ahLst/>
            <a:rect l="0" t="0" r="r" b="b"/>
            <a:pathLst>
              <a:path w="5081" h="927">
                <a:moveTo>
                  <a:pt x="0" y="0"/>
                </a:moveTo>
                <a:lnTo>
                  <a:pt x="5081" y="0"/>
                </a:lnTo>
                <a:lnTo>
                  <a:pt x="508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8" name=""/>
          <p:cNvSpPr/>
          <p:nvPr/>
        </p:nvSpPr>
        <p:spPr>
          <a:xfrm>
            <a:off x="5352840" y="277164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9" name=""/>
          <p:cNvSpPr/>
          <p:nvPr/>
        </p:nvSpPr>
        <p:spPr>
          <a:xfrm>
            <a:off x="6190920" y="2771640"/>
            <a:ext cx="610200" cy="333720"/>
          </a:xfrm>
          <a:custGeom>
            <a:avLst/>
            <a:gdLst/>
            <a:ahLst/>
            <a:rect l="0" t="0" r="r" b="b"/>
            <a:pathLst>
              <a:path w="1695" h="927">
                <a:moveTo>
                  <a:pt x="0" y="0"/>
                </a:moveTo>
                <a:lnTo>
                  <a:pt x="1695" y="0"/>
                </a:lnTo>
                <a:lnTo>
                  <a:pt x="169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0" name=""/>
          <p:cNvSpPr/>
          <p:nvPr/>
        </p:nvSpPr>
        <p:spPr>
          <a:xfrm>
            <a:off x="6800760" y="277164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1" name=""/>
          <p:cNvSpPr/>
          <p:nvPr/>
        </p:nvSpPr>
        <p:spPr>
          <a:xfrm>
            <a:off x="7638840" y="2771640"/>
            <a:ext cx="724320" cy="333720"/>
          </a:xfrm>
          <a:custGeom>
            <a:avLst/>
            <a:gdLst/>
            <a:ah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2" name=""/>
          <p:cNvSpPr/>
          <p:nvPr/>
        </p:nvSpPr>
        <p:spPr>
          <a:xfrm>
            <a:off x="8362800" y="2771640"/>
            <a:ext cx="1905480" cy="333720"/>
          </a:xfrm>
          <a:custGeom>
            <a:avLst/>
            <a:gdLst/>
            <a:ahLst/>
            <a:rect l="0" t="0" r="r" b="b"/>
            <a:pathLst>
              <a:path w="5293" h="927">
                <a:moveTo>
                  <a:pt x="0" y="0"/>
                </a:moveTo>
                <a:lnTo>
                  <a:pt x="5293" y="0"/>
                </a:lnTo>
                <a:lnTo>
                  <a:pt x="52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3" name=""/>
          <p:cNvSpPr/>
          <p:nvPr/>
        </p:nvSpPr>
        <p:spPr>
          <a:xfrm>
            <a:off x="10267920" y="2771640"/>
            <a:ext cx="1219320" cy="333720"/>
          </a:xfrm>
          <a:custGeom>
            <a:avLst/>
            <a:gdLst/>
            <a:ahLst/>
            <a:rect l="0" t="0" r="r" b="b"/>
            <a:pathLst>
              <a:path w="3387" h="927">
                <a:moveTo>
                  <a:pt x="0" y="0"/>
                </a:moveTo>
                <a:lnTo>
                  <a:pt x="3387" y="0"/>
                </a:lnTo>
                <a:lnTo>
                  <a:pt x="338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4" name=""/>
          <p:cNvSpPr/>
          <p:nvPr/>
        </p:nvSpPr>
        <p:spPr>
          <a:xfrm>
            <a:off x="704520" y="3105000"/>
            <a:ext cx="2819880" cy="333720"/>
          </a:xfrm>
          <a:custGeom>
            <a:avLst/>
            <a:gdLst/>
            <a:ahLst/>
            <a:rect l="0" t="0" r="r" b="b"/>
            <a:pathLst>
              <a:path w="7833" h="927">
                <a:moveTo>
                  <a:pt x="0" y="0"/>
                </a:moveTo>
                <a:lnTo>
                  <a:pt x="7833" y="0"/>
                </a:lnTo>
                <a:lnTo>
                  <a:pt x="783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5" name=""/>
          <p:cNvSpPr/>
          <p:nvPr/>
        </p:nvSpPr>
        <p:spPr>
          <a:xfrm>
            <a:off x="3524040" y="3105000"/>
            <a:ext cx="1829160" cy="333720"/>
          </a:xfrm>
          <a:custGeom>
            <a:avLst/>
            <a:gdLst/>
            <a:ahLst/>
            <a:rect l="0" t="0" r="r" b="b"/>
            <a:pathLst>
              <a:path w="5081" h="927">
                <a:moveTo>
                  <a:pt x="0" y="0"/>
                </a:moveTo>
                <a:lnTo>
                  <a:pt x="5081" y="0"/>
                </a:lnTo>
                <a:lnTo>
                  <a:pt x="508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6" name=""/>
          <p:cNvSpPr/>
          <p:nvPr/>
        </p:nvSpPr>
        <p:spPr>
          <a:xfrm>
            <a:off x="5352840" y="310500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7" name=""/>
          <p:cNvSpPr/>
          <p:nvPr/>
        </p:nvSpPr>
        <p:spPr>
          <a:xfrm>
            <a:off x="6190920" y="3105000"/>
            <a:ext cx="610200" cy="333720"/>
          </a:xfrm>
          <a:custGeom>
            <a:avLst/>
            <a:gdLst/>
            <a:ahLst/>
            <a:rect l="0" t="0" r="r" b="b"/>
            <a:pathLst>
              <a:path w="1695" h="927">
                <a:moveTo>
                  <a:pt x="0" y="0"/>
                </a:moveTo>
                <a:lnTo>
                  <a:pt x="1695" y="0"/>
                </a:lnTo>
                <a:lnTo>
                  <a:pt x="169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8" name=""/>
          <p:cNvSpPr/>
          <p:nvPr/>
        </p:nvSpPr>
        <p:spPr>
          <a:xfrm>
            <a:off x="6800760" y="310500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9" name=""/>
          <p:cNvSpPr/>
          <p:nvPr/>
        </p:nvSpPr>
        <p:spPr>
          <a:xfrm>
            <a:off x="7638840" y="3105000"/>
            <a:ext cx="724320" cy="333720"/>
          </a:xfrm>
          <a:custGeom>
            <a:avLst/>
            <a:gdLst/>
            <a:ah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0" name=""/>
          <p:cNvSpPr/>
          <p:nvPr/>
        </p:nvSpPr>
        <p:spPr>
          <a:xfrm>
            <a:off x="8362800" y="3105000"/>
            <a:ext cx="1905480" cy="333720"/>
          </a:xfrm>
          <a:custGeom>
            <a:avLst/>
            <a:gdLst/>
            <a:ahLst/>
            <a:rect l="0" t="0" r="r" b="b"/>
            <a:pathLst>
              <a:path w="5293" h="927">
                <a:moveTo>
                  <a:pt x="0" y="0"/>
                </a:moveTo>
                <a:lnTo>
                  <a:pt x="5293" y="0"/>
                </a:lnTo>
                <a:lnTo>
                  <a:pt x="52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1" name=""/>
          <p:cNvSpPr/>
          <p:nvPr/>
        </p:nvSpPr>
        <p:spPr>
          <a:xfrm>
            <a:off x="10267920" y="3105000"/>
            <a:ext cx="1219320" cy="333720"/>
          </a:xfrm>
          <a:custGeom>
            <a:avLst/>
            <a:gdLst/>
            <a:ahLst/>
            <a:rect l="0" t="0" r="r" b="b"/>
            <a:pathLst>
              <a:path w="3387" h="927">
                <a:moveTo>
                  <a:pt x="0" y="0"/>
                </a:moveTo>
                <a:lnTo>
                  <a:pt x="3387" y="0"/>
                </a:lnTo>
                <a:lnTo>
                  <a:pt x="338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2" name=""/>
          <p:cNvSpPr/>
          <p:nvPr/>
        </p:nvSpPr>
        <p:spPr>
          <a:xfrm>
            <a:off x="704520" y="3438360"/>
            <a:ext cx="2819880" cy="333720"/>
          </a:xfrm>
          <a:custGeom>
            <a:avLst/>
            <a:gdLst/>
            <a:ahLst/>
            <a:rect l="0" t="0" r="r" b="b"/>
            <a:pathLst>
              <a:path w="7833" h="927">
                <a:moveTo>
                  <a:pt x="0" y="0"/>
                </a:moveTo>
                <a:lnTo>
                  <a:pt x="7833" y="0"/>
                </a:lnTo>
                <a:lnTo>
                  <a:pt x="783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3" name=""/>
          <p:cNvSpPr/>
          <p:nvPr/>
        </p:nvSpPr>
        <p:spPr>
          <a:xfrm>
            <a:off x="3524040" y="3438360"/>
            <a:ext cx="1829160" cy="333720"/>
          </a:xfrm>
          <a:custGeom>
            <a:avLst/>
            <a:gdLst/>
            <a:ahLst/>
            <a:rect l="0" t="0" r="r" b="b"/>
            <a:pathLst>
              <a:path w="5081" h="927">
                <a:moveTo>
                  <a:pt x="0" y="0"/>
                </a:moveTo>
                <a:lnTo>
                  <a:pt x="5081" y="0"/>
                </a:lnTo>
                <a:lnTo>
                  <a:pt x="508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4" name=""/>
          <p:cNvSpPr/>
          <p:nvPr/>
        </p:nvSpPr>
        <p:spPr>
          <a:xfrm>
            <a:off x="5352840" y="343836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5" name=""/>
          <p:cNvSpPr/>
          <p:nvPr/>
        </p:nvSpPr>
        <p:spPr>
          <a:xfrm>
            <a:off x="6190920" y="3438360"/>
            <a:ext cx="610200" cy="333720"/>
          </a:xfrm>
          <a:custGeom>
            <a:avLst/>
            <a:gdLst/>
            <a:ahLst/>
            <a:rect l="0" t="0" r="r" b="b"/>
            <a:pathLst>
              <a:path w="1695" h="927">
                <a:moveTo>
                  <a:pt x="0" y="0"/>
                </a:moveTo>
                <a:lnTo>
                  <a:pt x="1695" y="0"/>
                </a:lnTo>
                <a:lnTo>
                  <a:pt x="169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6" name=""/>
          <p:cNvSpPr/>
          <p:nvPr/>
        </p:nvSpPr>
        <p:spPr>
          <a:xfrm>
            <a:off x="6800760" y="343836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7" name=""/>
          <p:cNvSpPr/>
          <p:nvPr/>
        </p:nvSpPr>
        <p:spPr>
          <a:xfrm>
            <a:off x="7638840" y="3438360"/>
            <a:ext cx="724320" cy="333720"/>
          </a:xfrm>
          <a:custGeom>
            <a:avLst/>
            <a:gdLst/>
            <a:ah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8" name=""/>
          <p:cNvSpPr/>
          <p:nvPr/>
        </p:nvSpPr>
        <p:spPr>
          <a:xfrm>
            <a:off x="8362800" y="3438360"/>
            <a:ext cx="1905480" cy="333720"/>
          </a:xfrm>
          <a:custGeom>
            <a:avLst/>
            <a:gdLst/>
            <a:ahLst/>
            <a:rect l="0" t="0" r="r" b="b"/>
            <a:pathLst>
              <a:path w="5293" h="927">
                <a:moveTo>
                  <a:pt x="0" y="0"/>
                </a:moveTo>
                <a:lnTo>
                  <a:pt x="5293" y="0"/>
                </a:lnTo>
                <a:lnTo>
                  <a:pt x="52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9" name=""/>
          <p:cNvSpPr/>
          <p:nvPr/>
        </p:nvSpPr>
        <p:spPr>
          <a:xfrm>
            <a:off x="10267920" y="3438360"/>
            <a:ext cx="1219320" cy="333720"/>
          </a:xfrm>
          <a:custGeom>
            <a:avLst/>
            <a:gdLst/>
            <a:ahLst/>
            <a:rect l="0" t="0" r="r" b="b"/>
            <a:pathLst>
              <a:path w="3387" h="927">
                <a:moveTo>
                  <a:pt x="0" y="0"/>
                </a:moveTo>
                <a:lnTo>
                  <a:pt x="3387" y="0"/>
                </a:lnTo>
                <a:lnTo>
                  <a:pt x="338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0" name=""/>
          <p:cNvSpPr/>
          <p:nvPr/>
        </p:nvSpPr>
        <p:spPr>
          <a:xfrm>
            <a:off x="704520" y="3771720"/>
            <a:ext cx="2819880" cy="333720"/>
          </a:xfrm>
          <a:custGeom>
            <a:avLst/>
            <a:gdLst/>
            <a:ahLst/>
            <a:rect l="0" t="0" r="r" b="b"/>
            <a:pathLst>
              <a:path w="7833" h="927">
                <a:moveTo>
                  <a:pt x="0" y="0"/>
                </a:moveTo>
                <a:lnTo>
                  <a:pt x="7833" y="0"/>
                </a:lnTo>
                <a:lnTo>
                  <a:pt x="783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1" name=""/>
          <p:cNvSpPr/>
          <p:nvPr/>
        </p:nvSpPr>
        <p:spPr>
          <a:xfrm>
            <a:off x="3524040" y="3771720"/>
            <a:ext cx="1829160" cy="333720"/>
          </a:xfrm>
          <a:custGeom>
            <a:avLst/>
            <a:gdLst/>
            <a:ahLst/>
            <a:rect l="0" t="0" r="r" b="b"/>
            <a:pathLst>
              <a:path w="5081" h="927">
                <a:moveTo>
                  <a:pt x="0" y="0"/>
                </a:moveTo>
                <a:lnTo>
                  <a:pt x="5081" y="0"/>
                </a:lnTo>
                <a:lnTo>
                  <a:pt x="508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2" name=""/>
          <p:cNvSpPr/>
          <p:nvPr/>
        </p:nvSpPr>
        <p:spPr>
          <a:xfrm>
            <a:off x="5352840" y="377172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3" name=""/>
          <p:cNvSpPr/>
          <p:nvPr/>
        </p:nvSpPr>
        <p:spPr>
          <a:xfrm>
            <a:off x="6190920" y="3771720"/>
            <a:ext cx="610200" cy="333720"/>
          </a:xfrm>
          <a:custGeom>
            <a:avLst/>
            <a:gdLst/>
            <a:ahLst/>
            <a:rect l="0" t="0" r="r" b="b"/>
            <a:pathLst>
              <a:path w="1695" h="927">
                <a:moveTo>
                  <a:pt x="0" y="0"/>
                </a:moveTo>
                <a:lnTo>
                  <a:pt x="1695" y="0"/>
                </a:lnTo>
                <a:lnTo>
                  <a:pt x="169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4" name=""/>
          <p:cNvSpPr/>
          <p:nvPr/>
        </p:nvSpPr>
        <p:spPr>
          <a:xfrm>
            <a:off x="6800760" y="377172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5" name=""/>
          <p:cNvSpPr/>
          <p:nvPr/>
        </p:nvSpPr>
        <p:spPr>
          <a:xfrm>
            <a:off x="7638840" y="3771720"/>
            <a:ext cx="724320" cy="333720"/>
          </a:xfrm>
          <a:custGeom>
            <a:avLst/>
            <a:gdLst/>
            <a:ah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6" name=""/>
          <p:cNvSpPr/>
          <p:nvPr/>
        </p:nvSpPr>
        <p:spPr>
          <a:xfrm>
            <a:off x="8362800" y="3771720"/>
            <a:ext cx="1905480" cy="333720"/>
          </a:xfrm>
          <a:custGeom>
            <a:avLst/>
            <a:gdLst/>
            <a:ahLst/>
            <a:rect l="0" t="0" r="r" b="b"/>
            <a:pathLst>
              <a:path w="5293" h="927">
                <a:moveTo>
                  <a:pt x="0" y="0"/>
                </a:moveTo>
                <a:lnTo>
                  <a:pt x="5293" y="0"/>
                </a:lnTo>
                <a:lnTo>
                  <a:pt x="52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7" name=""/>
          <p:cNvSpPr/>
          <p:nvPr/>
        </p:nvSpPr>
        <p:spPr>
          <a:xfrm>
            <a:off x="10267920" y="3771720"/>
            <a:ext cx="1219320" cy="333720"/>
          </a:xfrm>
          <a:custGeom>
            <a:avLst/>
            <a:gdLst/>
            <a:ahLst/>
            <a:rect l="0" t="0" r="r" b="b"/>
            <a:pathLst>
              <a:path w="3387" h="927">
                <a:moveTo>
                  <a:pt x="0" y="0"/>
                </a:moveTo>
                <a:lnTo>
                  <a:pt x="3387" y="0"/>
                </a:lnTo>
                <a:lnTo>
                  <a:pt x="338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8" name=""/>
          <p:cNvSpPr/>
          <p:nvPr/>
        </p:nvSpPr>
        <p:spPr>
          <a:xfrm>
            <a:off x="704520" y="4105080"/>
            <a:ext cx="2819880" cy="333720"/>
          </a:xfrm>
          <a:custGeom>
            <a:avLst/>
            <a:gdLst/>
            <a:ahLst/>
            <a:rect l="0" t="0" r="r" b="b"/>
            <a:pathLst>
              <a:path w="7833" h="927">
                <a:moveTo>
                  <a:pt x="0" y="0"/>
                </a:moveTo>
                <a:lnTo>
                  <a:pt x="7833" y="0"/>
                </a:lnTo>
                <a:lnTo>
                  <a:pt x="783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9" name=""/>
          <p:cNvSpPr/>
          <p:nvPr/>
        </p:nvSpPr>
        <p:spPr>
          <a:xfrm>
            <a:off x="3524040" y="4105080"/>
            <a:ext cx="1829160" cy="333720"/>
          </a:xfrm>
          <a:custGeom>
            <a:avLst/>
            <a:gdLst/>
            <a:ahLst/>
            <a:rect l="0" t="0" r="r" b="b"/>
            <a:pathLst>
              <a:path w="5081" h="927">
                <a:moveTo>
                  <a:pt x="0" y="0"/>
                </a:moveTo>
                <a:lnTo>
                  <a:pt x="5081" y="0"/>
                </a:lnTo>
                <a:lnTo>
                  <a:pt x="508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0" name=""/>
          <p:cNvSpPr/>
          <p:nvPr/>
        </p:nvSpPr>
        <p:spPr>
          <a:xfrm>
            <a:off x="5352840" y="410508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1" name=""/>
          <p:cNvSpPr/>
          <p:nvPr/>
        </p:nvSpPr>
        <p:spPr>
          <a:xfrm>
            <a:off x="6190920" y="4105080"/>
            <a:ext cx="610200" cy="333720"/>
          </a:xfrm>
          <a:custGeom>
            <a:avLst/>
            <a:gdLst/>
            <a:ahLst/>
            <a:rect l="0" t="0" r="r" b="b"/>
            <a:pathLst>
              <a:path w="1695" h="927">
                <a:moveTo>
                  <a:pt x="0" y="0"/>
                </a:moveTo>
                <a:lnTo>
                  <a:pt x="1695" y="0"/>
                </a:lnTo>
                <a:lnTo>
                  <a:pt x="169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2" name=""/>
          <p:cNvSpPr/>
          <p:nvPr/>
        </p:nvSpPr>
        <p:spPr>
          <a:xfrm>
            <a:off x="6800760" y="410508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3" name=""/>
          <p:cNvSpPr/>
          <p:nvPr/>
        </p:nvSpPr>
        <p:spPr>
          <a:xfrm>
            <a:off x="7638840" y="4105080"/>
            <a:ext cx="724320" cy="333720"/>
          </a:xfrm>
          <a:custGeom>
            <a:avLst/>
            <a:gdLst/>
            <a:ah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4" name=""/>
          <p:cNvSpPr/>
          <p:nvPr/>
        </p:nvSpPr>
        <p:spPr>
          <a:xfrm>
            <a:off x="8362800" y="4105080"/>
            <a:ext cx="1905480" cy="333720"/>
          </a:xfrm>
          <a:custGeom>
            <a:avLst/>
            <a:gdLst/>
            <a:ahLst/>
            <a:rect l="0" t="0" r="r" b="b"/>
            <a:pathLst>
              <a:path w="5293" h="927">
                <a:moveTo>
                  <a:pt x="0" y="0"/>
                </a:moveTo>
                <a:lnTo>
                  <a:pt x="5293" y="0"/>
                </a:lnTo>
                <a:lnTo>
                  <a:pt x="52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5" name=""/>
          <p:cNvSpPr/>
          <p:nvPr/>
        </p:nvSpPr>
        <p:spPr>
          <a:xfrm>
            <a:off x="10267920" y="4105080"/>
            <a:ext cx="1219320" cy="333720"/>
          </a:xfrm>
          <a:custGeom>
            <a:avLst/>
            <a:gdLst/>
            <a:ahLst/>
            <a:rect l="0" t="0" r="r" b="b"/>
            <a:pathLst>
              <a:path w="3387" h="927">
                <a:moveTo>
                  <a:pt x="0" y="0"/>
                </a:moveTo>
                <a:lnTo>
                  <a:pt x="3387" y="0"/>
                </a:lnTo>
                <a:lnTo>
                  <a:pt x="338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6" name=""/>
          <p:cNvSpPr/>
          <p:nvPr/>
        </p:nvSpPr>
        <p:spPr>
          <a:xfrm>
            <a:off x="704520" y="4438440"/>
            <a:ext cx="2819880" cy="333720"/>
          </a:xfrm>
          <a:custGeom>
            <a:avLst/>
            <a:gdLst/>
            <a:ahLst/>
            <a:rect l="0" t="0" r="r" b="b"/>
            <a:pathLst>
              <a:path w="7833" h="927">
                <a:moveTo>
                  <a:pt x="0" y="0"/>
                </a:moveTo>
                <a:lnTo>
                  <a:pt x="7833" y="0"/>
                </a:lnTo>
                <a:lnTo>
                  <a:pt x="783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7" name=""/>
          <p:cNvSpPr/>
          <p:nvPr/>
        </p:nvSpPr>
        <p:spPr>
          <a:xfrm>
            <a:off x="3524040" y="4438440"/>
            <a:ext cx="1829160" cy="333720"/>
          </a:xfrm>
          <a:custGeom>
            <a:avLst/>
            <a:gdLst/>
            <a:ahLst/>
            <a:rect l="0" t="0" r="r" b="b"/>
            <a:pathLst>
              <a:path w="5081" h="927">
                <a:moveTo>
                  <a:pt x="0" y="0"/>
                </a:moveTo>
                <a:lnTo>
                  <a:pt x="5081" y="0"/>
                </a:lnTo>
                <a:lnTo>
                  <a:pt x="508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8" name=""/>
          <p:cNvSpPr/>
          <p:nvPr/>
        </p:nvSpPr>
        <p:spPr>
          <a:xfrm>
            <a:off x="5352840" y="443844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9" name=""/>
          <p:cNvSpPr/>
          <p:nvPr/>
        </p:nvSpPr>
        <p:spPr>
          <a:xfrm>
            <a:off x="6190920" y="4438440"/>
            <a:ext cx="610200" cy="333720"/>
          </a:xfrm>
          <a:custGeom>
            <a:avLst/>
            <a:gdLst/>
            <a:ahLst/>
            <a:rect l="0" t="0" r="r" b="b"/>
            <a:pathLst>
              <a:path w="1695" h="927">
                <a:moveTo>
                  <a:pt x="0" y="0"/>
                </a:moveTo>
                <a:lnTo>
                  <a:pt x="1695" y="0"/>
                </a:lnTo>
                <a:lnTo>
                  <a:pt x="169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0" name=""/>
          <p:cNvSpPr/>
          <p:nvPr/>
        </p:nvSpPr>
        <p:spPr>
          <a:xfrm>
            <a:off x="6800760" y="443844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1" name=""/>
          <p:cNvSpPr/>
          <p:nvPr/>
        </p:nvSpPr>
        <p:spPr>
          <a:xfrm>
            <a:off x="7638840" y="4438440"/>
            <a:ext cx="724320" cy="333720"/>
          </a:xfrm>
          <a:custGeom>
            <a:avLst/>
            <a:gdLst/>
            <a:ah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2" name=""/>
          <p:cNvSpPr/>
          <p:nvPr/>
        </p:nvSpPr>
        <p:spPr>
          <a:xfrm>
            <a:off x="8362800" y="4438440"/>
            <a:ext cx="1905480" cy="333720"/>
          </a:xfrm>
          <a:custGeom>
            <a:avLst/>
            <a:gdLst/>
            <a:ahLst/>
            <a:rect l="0" t="0" r="r" b="b"/>
            <a:pathLst>
              <a:path w="5293" h="927">
                <a:moveTo>
                  <a:pt x="0" y="0"/>
                </a:moveTo>
                <a:lnTo>
                  <a:pt x="5293" y="0"/>
                </a:lnTo>
                <a:lnTo>
                  <a:pt x="52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3" name=""/>
          <p:cNvSpPr/>
          <p:nvPr/>
        </p:nvSpPr>
        <p:spPr>
          <a:xfrm>
            <a:off x="10267920" y="4438440"/>
            <a:ext cx="1219320" cy="333720"/>
          </a:xfrm>
          <a:custGeom>
            <a:avLst/>
            <a:gdLst/>
            <a:ahLst/>
            <a:rect l="0" t="0" r="r" b="b"/>
            <a:pathLst>
              <a:path w="3387" h="927">
                <a:moveTo>
                  <a:pt x="0" y="0"/>
                </a:moveTo>
                <a:lnTo>
                  <a:pt x="3387" y="0"/>
                </a:lnTo>
                <a:lnTo>
                  <a:pt x="338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4" name=""/>
          <p:cNvSpPr/>
          <p:nvPr/>
        </p:nvSpPr>
        <p:spPr>
          <a:xfrm>
            <a:off x="704520" y="4771800"/>
            <a:ext cx="2819880" cy="333720"/>
          </a:xfrm>
          <a:custGeom>
            <a:avLst/>
            <a:gdLst/>
            <a:ahLst/>
            <a:rect l="0" t="0" r="r" b="b"/>
            <a:pathLst>
              <a:path w="7833" h="927">
                <a:moveTo>
                  <a:pt x="0" y="0"/>
                </a:moveTo>
                <a:lnTo>
                  <a:pt x="7833" y="0"/>
                </a:lnTo>
                <a:lnTo>
                  <a:pt x="783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5" name=""/>
          <p:cNvSpPr/>
          <p:nvPr/>
        </p:nvSpPr>
        <p:spPr>
          <a:xfrm>
            <a:off x="3524040" y="4771800"/>
            <a:ext cx="1829160" cy="333720"/>
          </a:xfrm>
          <a:custGeom>
            <a:avLst/>
            <a:gdLst/>
            <a:ahLst/>
            <a:rect l="0" t="0" r="r" b="b"/>
            <a:pathLst>
              <a:path w="5081" h="927">
                <a:moveTo>
                  <a:pt x="0" y="0"/>
                </a:moveTo>
                <a:lnTo>
                  <a:pt x="5081" y="0"/>
                </a:lnTo>
                <a:lnTo>
                  <a:pt x="508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6" name=""/>
          <p:cNvSpPr/>
          <p:nvPr/>
        </p:nvSpPr>
        <p:spPr>
          <a:xfrm>
            <a:off x="5352840" y="477180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7" name=""/>
          <p:cNvSpPr/>
          <p:nvPr/>
        </p:nvSpPr>
        <p:spPr>
          <a:xfrm>
            <a:off x="6190920" y="4771800"/>
            <a:ext cx="610200" cy="333720"/>
          </a:xfrm>
          <a:custGeom>
            <a:avLst/>
            <a:gdLst/>
            <a:ahLst/>
            <a:rect l="0" t="0" r="r" b="b"/>
            <a:pathLst>
              <a:path w="1695" h="927">
                <a:moveTo>
                  <a:pt x="0" y="0"/>
                </a:moveTo>
                <a:lnTo>
                  <a:pt x="1695" y="0"/>
                </a:lnTo>
                <a:lnTo>
                  <a:pt x="169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8" name=""/>
          <p:cNvSpPr/>
          <p:nvPr/>
        </p:nvSpPr>
        <p:spPr>
          <a:xfrm>
            <a:off x="6800760" y="477180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9" name=""/>
          <p:cNvSpPr/>
          <p:nvPr/>
        </p:nvSpPr>
        <p:spPr>
          <a:xfrm>
            <a:off x="7638840" y="4771800"/>
            <a:ext cx="724320" cy="333720"/>
          </a:xfrm>
          <a:custGeom>
            <a:avLst/>
            <a:gdLst/>
            <a:ah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0" name=""/>
          <p:cNvSpPr/>
          <p:nvPr/>
        </p:nvSpPr>
        <p:spPr>
          <a:xfrm>
            <a:off x="8362800" y="4771800"/>
            <a:ext cx="1905480" cy="333720"/>
          </a:xfrm>
          <a:custGeom>
            <a:avLst/>
            <a:gdLst/>
            <a:ahLst/>
            <a:rect l="0" t="0" r="r" b="b"/>
            <a:pathLst>
              <a:path w="5293" h="927">
                <a:moveTo>
                  <a:pt x="0" y="0"/>
                </a:moveTo>
                <a:lnTo>
                  <a:pt x="5293" y="0"/>
                </a:lnTo>
                <a:lnTo>
                  <a:pt x="52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1" name=""/>
          <p:cNvSpPr/>
          <p:nvPr/>
        </p:nvSpPr>
        <p:spPr>
          <a:xfrm>
            <a:off x="10267920" y="4771800"/>
            <a:ext cx="1219320" cy="333720"/>
          </a:xfrm>
          <a:custGeom>
            <a:avLst/>
            <a:gdLst/>
            <a:ahLst/>
            <a:rect l="0" t="0" r="r" b="b"/>
            <a:pathLst>
              <a:path w="3387" h="927">
                <a:moveTo>
                  <a:pt x="0" y="0"/>
                </a:moveTo>
                <a:lnTo>
                  <a:pt x="3387" y="0"/>
                </a:lnTo>
                <a:lnTo>
                  <a:pt x="338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2" name=""/>
          <p:cNvSpPr/>
          <p:nvPr/>
        </p:nvSpPr>
        <p:spPr>
          <a:xfrm>
            <a:off x="704520" y="5105160"/>
            <a:ext cx="2819880" cy="333720"/>
          </a:xfrm>
          <a:custGeom>
            <a:avLst/>
            <a:gdLst/>
            <a:ahLst/>
            <a:rect l="0" t="0" r="r" b="b"/>
            <a:pathLst>
              <a:path w="7833" h="927">
                <a:moveTo>
                  <a:pt x="0" y="0"/>
                </a:moveTo>
                <a:lnTo>
                  <a:pt x="7833" y="0"/>
                </a:lnTo>
                <a:lnTo>
                  <a:pt x="783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3" name=""/>
          <p:cNvSpPr/>
          <p:nvPr/>
        </p:nvSpPr>
        <p:spPr>
          <a:xfrm>
            <a:off x="3524040" y="5105160"/>
            <a:ext cx="1829160" cy="333720"/>
          </a:xfrm>
          <a:custGeom>
            <a:avLst/>
            <a:gdLst/>
            <a:ahLst/>
            <a:rect l="0" t="0" r="r" b="b"/>
            <a:pathLst>
              <a:path w="5081" h="927">
                <a:moveTo>
                  <a:pt x="0" y="0"/>
                </a:moveTo>
                <a:lnTo>
                  <a:pt x="5081" y="0"/>
                </a:lnTo>
                <a:lnTo>
                  <a:pt x="508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4" name=""/>
          <p:cNvSpPr/>
          <p:nvPr/>
        </p:nvSpPr>
        <p:spPr>
          <a:xfrm>
            <a:off x="5352840" y="510516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5" name=""/>
          <p:cNvSpPr/>
          <p:nvPr/>
        </p:nvSpPr>
        <p:spPr>
          <a:xfrm>
            <a:off x="6190920" y="5105160"/>
            <a:ext cx="610200" cy="333720"/>
          </a:xfrm>
          <a:custGeom>
            <a:avLst/>
            <a:gdLst/>
            <a:ahLst/>
            <a:rect l="0" t="0" r="r" b="b"/>
            <a:pathLst>
              <a:path w="1695" h="927">
                <a:moveTo>
                  <a:pt x="0" y="0"/>
                </a:moveTo>
                <a:lnTo>
                  <a:pt x="1695" y="0"/>
                </a:lnTo>
                <a:lnTo>
                  <a:pt x="169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6" name=""/>
          <p:cNvSpPr/>
          <p:nvPr/>
        </p:nvSpPr>
        <p:spPr>
          <a:xfrm>
            <a:off x="6800760" y="510516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7" name=""/>
          <p:cNvSpPr/>
          <p:nvPr/>
        </p:nvSpPr>
        <p:spPr>
          <a:xfrm>
            <a:off x="7638840" y="5105160"/>
            <a:ext cx="724320" cy="333720"/>
          </a:xfrm>
          <a:custGeom>
            <a:avLst/>
            <a:gdLst/>
            <a:ah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8" name=""/>
          <p:cNvSpPr/>
          <p:nvPr/>
        </p:nvSpPr>
        <p:spPr>
          <a:xfrm>
            <a:off x="8362800" y="5105160"/>
            <a:ext cx="1905480" cy="333720"/>
          </a:xfrm>
          <a:custGeom>
            <a:avLst/>
            <a:gdLst/>
            <a:ahLst/>
            <a:rect l="0" t="0" r="r" b="b"/>
            <a:pathLst>
              <a:path w="5293" h="927">
                <a:moveTo>
                  <a:pt x="0" y="0"/>
                </a:moveTo>
                <a:lnTo>
                  <a:pt x="5293" y="0"/>
                </a:lnTo>
                <a:lnTo>
                  <a:pt x="52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9" name=""/>
          <p:cNvSpPr/>
          <p:nvPr/>
        </p:nvSpPr>
        <p:spPr>
          <a:xfrm>
            <a:off x="10267920" y="5105160"/>
            <a:ext cx="1219320" cy="333720"/>
          </a:xfrm>
          <a:custGeom>
            <a:avLst/>
            <a:gdLst/>
            <a:ahLst/>
            <a:rect l="0" t="0" r="r" b="b"/>
            <a:pathLst>
              <a:path w="3387" h="927">
                <a:moveTo>
                  <a:pt x="0" y="0"/>
                </a:moveTo>
                <a:lnTo>
                  <a:pt x="3387" y="0"/>
                </a:lnTo>
                <a:lnTo>
                  <a:pt x="338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0" name=""/>
          <p:cNvSpPr/>
          <p:nvPr/>
        </p:nvSpPr>
        <p:spPr>
          <a:xfrm>
            <a:off x="704520" y="5438520"/>
            <a:ext cx="2819880" cy="333720"/>
          </a:xfrm>
          <a:custGeom>
            <a:avLst/>
            <a:gdLst/>
            <a:ahLst/>
            <a:rect l="0" t="0" r="r" b="b"/>
            <a:pathLst>
              <a:path w="7833" h="927">
                <a:moveTo>
                  <a:pt x="0" y="0"/>
                </a:moveTo>
                <a:lnTo>
                  <a:pt x="7833" y="0"/>
                </a:lnTo>
                <a:lnTo>
                  <a:pt x="783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1" name=""/>
          <p:cNvSpPr/>
          <p:nvPr/>
        </p:nvSpPr>
        <p:spPr>
          <a:xfrm>
            <a:off x="3524040" y="5438520"/>
            <a:ext cx="1829160" cy="333720"/>
          </a:xfrm>
          <a:custGeom>
            <a:avLst/>
            <a:gdLst/>
            <a:ahLst/>
            <a:rect l="0" t="0" r="r" b="b"/>
            <a:pathLst>
              <a:path w="5081" h="927">
                <a:moveTo>
                  <a:pt x="0" y="0"/>
                </a:moveTo>
                <a:lnTo>
                  <a:pt x="5081" y="0"/>
                </a:lnTo>
                <a:lnTo>
                  <a:pt x="508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2" name=""/>
          <p:cNvSpPr/>
          <p:nvPr/>
        </p:nvSpPr>
        <p:spPr>
          <a:xfrm>
            <a:off x="5352840" y="543852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3" name=""/>
          <p:cNvSpPr/>
          <p:nvPr/>
        </p:nvSpPr>
        <p:spPr>
          <a:xfrm>
            <a:off x="6190920" y="5438520"/>
            <a:ext cx="610200" cy="333720"/>
          </a:xfrm>
          <a:custGeom>
            <a:avLst/>
            <a:gdLst/>
            <a:ahLst/>
            <a:rect l="0" t="0" r="r" b="b"/>
            <a:pathLst>
              <a:path w="1695" h="927">
                <a:moveTo>
                  <a:pt x="0" y="0"/>
                </a:moveTo>
                <a:lnTo>
                  <a:pt x="1695" y="0"/>
                </a:lnTo>
                <a:lnTo>
                  <a:pt x="169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4" name=""/>
          <p:cNvSpPr/>
          <p:nvPr/>
        </p:nvSpPr>
        <p:spPr>
          <a:xfrm>
            <a:off x="6800760" y="543852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5" name=""/>
          <p:cNvSpPr/>
          <p:nvPr/>
        </p:nvSpPr>
        <p:spPr>
          <a:xfrm>
            <a:off x="7638840" y="5438520"/>
            <a:ext cx="724320" cy="333720"/>
          </a:xfrm>
          <a:custGeom>
            <a:avLst/>
            <a:gdLst/>
            <a:ah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6" name=""/>
          <p:cNvSpPr/>
          <p:nvPr/>
        </p:nvSpPr>
        <p:spPr>
          <a:xfrm>
            <a:off x="8362800" y="5438520"/>
            <a:ext cx="1905480" cy="333720"/>
          </a:xfrm>
          <a:custGeom>
            <a:avLst/>
            <a:gdLst/>
            <a:ahLst/>
            <a:rect l="0" t="0" r="r" b="b"/>
            <a:pathLst>
              <a:path w="5293" h="927">
                <a:moveTo>
                  <a:pt x="0" y="0"/>
                </a:moveTo>
                <a:lnTo>
                  <a:pt x="5293" y="0"/>
                </a:lnTo>
                <a:lnTo>
                  <a:pt x="52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7" name=""/>
          <p:cNvSpPr/>
          <p:nvPr/>
        </p:nvSpPr>
        <p:spPr>
          <a:xfrm>
            <a:off x="10267920" y="5438520"/>
            <a:ext cx="1219320" cy="333720"/>
          </a:xfrm>
          <a:custGeom>
            <a:avLst/>
            <a:gdLst/>
            <a:ahLst/>
            <a:rect l="0" t="0" r="r" b="b"/>
            <a:pathLst>
              <a:path w="3387" h="927">
                <a:moveTo>
                  <a:pt x="0" y="0"/>
                </a:moveTo>
                <a:lnTo>
                  <a:pt x="3387" y="0"/>
                </a:lnTo>
                <a:lnTo>
                  <a:pt x="338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8" name=""/>
          <p:cNvSpPr/>
          <p:nvPr/>
        </p:nvSpPr>
        <p:spPr>
          <a:xfrm>
            <a:off x="704520" y="5771880"/>
            <a:ext cx="2819880" cy="333720"/>
          </a:xfrm>
          <a:custGeom>
            <a:avLst/>
            <a:gdLst/>
            <a:ahLst/>
            <a:rect l="0" t="0" r="r" b="b"/>
            <a:pathLst>
              <a:path w="7833" h="927">
                <a:moveTo>
                  <a:pt x="0" y="0"/>
                </a:moveTo>
                <a:lnTo>
                  <a:pt x="7833" y="0"/>
                </a:lnTo>
                <a:lnTo>
                  <a:pt x="783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9" name=""/>
          <p:cNvSpPr/>
          <p:nvPr/>
        </p:nvSpPr>
        <p:spPr>
          <a:xfrm>
            <a:off x="3524040" y="5771880"/>
            <a:ext cx="1829160" cy="333720"/>
          </a:xfrm>
          <a:custGeom>
            <a:avLst/>
            <a:gdLst/>
            <a:ahLst/>
            <a:rect l="0" t="0" r="r" b="b"/>
            <a:pathLst>
              <a:path w="5081" h="927">
                <a:moveTo>
                  <a:pt x="0" y="0"/>
                </a:moveTo>
                <a:lnTo>
                  <a:pt x="5081" y="0"/>
                </a:lnTo>
                <a:lnTo>
                  <a:pt x="508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0" name=""/>
          <p:cNvSpPr/>
          <p:nvPr/>
        </p:nvSpPr>
        <p:spPr>
          <a:xfrm>
            <a:off x="5352840" y="577188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1" name=""/>
          <p:cNvSpPr/>
          <p:nvPr/>
        </p:nvSpPr>
        <p:spPr>
          <a:xfrm>
            <a:off x="6190920" y="5771880"/>
            <a:ext cx="610200" cy="333720"/>
          </a:xfrm>
          <a:custGeom>
            <a:avLst/>
            <a:gdLst/>
            <a:ahLst/>
            <a:rect l="0" t="0" r="r" b="b"/>
            <a:pathLst>
              <a:path w="1695" h="927">
                <a:moveTo>
                  <a:pt x="0" y="0"/>
                </a:moveTo>
                <a:lnTo>
                  <a:pt x="1695" y="0"/>
                </a:lnTo>
                <a:lnTo>
                  <a:pt x="169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2" name=""/>
          <p:cNvSpPr/>
          <p:nvPr/>
        </p:nvSpPr>
        <p:spPr>
          <a:xfrm>
            <a:off x="6800760" y="5771880"/>
            <a:ext cx="838440" cy="333720"/>
          </a:xfrm>
          <a:custGeom>
            <a:avLst/>
            <a:gdLst/>
            <a:ahLst/>
            <a:rect l="0" t="0" r="r" b="b"/>
            <a:pathLst>
              <a:path w="2329" h="927">
                <a:moveTo>
                  <a:pt x="0" y="0"/>
                </a:moveTo>
                <a:lnTo>
                  <a:pt x="2329" y="0"/>
                </a:lnTo>
                <a:lnTo>
                  <a:pt x="232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3" name=""/>
          <p:cNvSpPr/>
          <p:nvPr/>
        </p:nvSpPr>
        <p:spPr>
          <a:xfrm>
            <a:off x="7638840" y="5771880"/>
            <a:ext cx="724320" cy="333720"/>
          </a:xfrm>
          <a:custGeom>
            <a:avLst/>
            <a:gdLst/>
            <a:ah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4" name=""/>
          <p:cNvSpPr/>
          <p:nvPr/>
        </p:nvSpPr>
        <p:spPr>
          <a:xfrm>
            <a:off x="8362800" y="5771880"/>
            <a:ext cx="1905480" cy="333720"/>
          </a:xfrm>
          <a:custGeom>
            <a:avLst/>
            <a:gdLst/>
            <a:ahLst/>
            <a:rect l="0" t="0" r="r" b="b"/>
            <a:pathLst>
              <a:path w="5293" h="927">
                <a:moveTo>
                  <a:pt x="0" y="0"/>
                </a:moveTo>
                <a:lnTo>
                  <a:pt x="5293" y="0"/>
                </a:lnTo>
                <a:lnTo>
                  <a:pt x="52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5" name=""/>
          <p:cNvSpPr/>
          <p:nvPr/>
        </p:nvSpPr>
        <p:spPr>
          <a:xfrm>
            <a:off x="10267920" y="5771880"/>
            <a:ext cx="1219320" cy="333720"/>
          </a:xfrm>
          <a:custGeom>
            <a:avLst/>
            <a:gdLst/>
            <a:ahLst/>
            <a:rect l="0" t="0" r="r" b="b"/>
            <a:pathLst>
              <a:path w="3387" h="927">
                <a:moveTo>
                  <a:pt x="0" y="0"/>
                </a:moveTo>
                <a:lnTo>
                  <a:pt x="3387" y="0"/>
                </a:lnTo>
                <a:lnTo>
                  <a:pt x="338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6" name=""/>
          <p:cNvSpPr/>
          <p:nvPr/>
        </p:nvSpPr>
        <p:spPr>
          <a:xfrm>
            <a:off x="704520" y="2761920"/>
            <a:ext cx="2819880" cy="19440"/>
          </a:xfrm>
          <a:custGeom>
            <a:avLst/>
            <a:gdLst/>
            <a:ahLst/>
            <a:rect l="0" t="0" r="r" b="b"/>
            <a:pathLst>
              <a:path w="7833" h="54">
                <a:moveTo>
                  <a:pt x="0" y="0"/>
                </a:moveTo>
                <a:lnTo>
                  <a:pt x="7833" y="0"/>
                </a:lnTo>
                <a:lnTo>
                  <a:pt x="783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87" name=""/>
          <p:cNvSpPr/>
          <p:nvPr/>
        </p:nvSpPr>
        <p:spPr>
          <a:xfrm>
            <a:off x="3524040" y="2761920"/>
            <a:ext cx="1829160" cy="19440"/>
          </a:xfrm>
          <a:custGeom>
            <a:avLst/>
            <a:gdLst/>
            <a:ahLst/>
            <a:rect l="0" t="0" r="r" b="b"/>
            <a:pathLst>
              <a:path w="5081" h="54">
                <a:moveTo>
                  <a:pt x="0" y="0"/>
                </a:moveTo>
                <a:lnTo>
                  <a:pt x="5081" y="0"/>
                </a:lnTo>
                <a:lnTo>
                  <a:pt x="508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88" name=""/>
          <p:cNvSpPr/>
          <p:nvPr/>
        </p:nvSpPr>
        <p:spPr>
          <a:xfrm>
            <a:off x="5352840" y="2761920"/>
            <a:ext cx="838440" cy="19440"/>
          </a:xfrm>
          <a:custGeom>
            <a:avLst/>
            <a:gdLst/>
            <a:ahLst/>
            <a:rect l="0" t="0" r="r" b="b"/>
            <a:pathLst>
              <a:path w="2329" h="54">
                <a:moveTo>
                  <a:pt x="0" y="0"/>
                </a:moveTo>
                <a:lnTo>
                  <a:pt x="2329" y="0"/>
                </a:lnTo>
                <a:lnTo>
                  <a:pt x="232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89" name=""/>
          <p:cNvSpPr/>
          <p:nvPr/>
        </p:nvSpPr>
        <p:spPr>
          <a:xfrm>
            <a:off x="6190920" y="2761920"/>
            <a:ext cx="610200" cy="19440"/>
          </a:xfrm>
          <a:custGeom>
            <a:avLst/>
            <a:gdLst/>
            <a:ahLst/>
            <a:rect l="0" t="0" r="r" b="b"/>
            <a:pathLst>
              <a:path w="1695" h="54">
                <a:moveTo>
                  <a:pt x="0" y="0"/>
                </a:moveTo>
                <a:lnTo>
                  <a:pt x="1695" y="0"/>
                </a:lnTo>
                <a:lnTo>
                  <a:pt x="169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90" name=""/>
          <p:cNvSpPr/>
          <p:nvPr/>
        </p:nvSpPr>
        <p:spPr>
          <a:xfrm>
            <a:off x="6800760" y="2761920"/>
            <a:ext cx="838440" cy="19440"/>
          </a:xfrm>
          <a:custGeom>
            <a:avLst/>
            <a:gdLst/>
            <a:ahLst/>
            <a:rect l="0" t="0" r="r" b="b"/>
            <a:pathLst>
              <a:path w="2329" h="54">
                <a:moveTo>
                  <a:pt x="0" y="0"/>
                </a:moveTo>
                <a:lnTo>
                  <a:pt x="2329" y="0"/>
                </a:lnTo>
                <a:lnTo>
                  <a:pt x="232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91" name=""/>
          <p:cNvSpPr/>
          <p:nvPr/>
        </p:nvSpPr>
        <p:spPr>
          <a:xfrm>
            <a:off x="7638840" y="2761920"/>
            <a:ext cx="724320" cy="19440"/>
          </a:xfrm>
          <a:custGeom>
            <a:avLst/>
            <a:gdLst/>
            <a:ahLst/>
            <a:rect l="0" t="0" r="r" b="b"/>
            <a:pathLst>
              <a:path w="2012" h="54">
                <a:moveTo>
                  <a:pt x="0" y="0"/>
                </a:moveTo>
                <a:lnTo>
                  <a:pt x="2012" y="0"/>
                </a:lnTo>
                <a:lnTo>
                  <a:pt x="201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92" name=""/>
          <p:cNvSpPr/>
          <p:nvPr/>
        </p:nvSpPr>
        <p:spPr>
          <a:xfrm>
            <a:off x="8362800" y="2761920"/>
            <a:ext cx="1905480" cy="19440"/>
          </a:xfrm>
          <a:custGeom>
            <a:avLst/>
            <a:gdLst/>
            <a:ahLst/>
            <a:rect l="0" t="0" r="r" b="b"/>
            <a:pathLst>
              <a:path w="5293" h="54">
                <a:moveTo>
                  <a:pt x="0" y="0"/>
                </a:moveTo>
                <a:lnTo>
                  <a:pt x="5293" y="0"/>
                </a:lnTo>
                <a:lnTo>
                  <a:pt x="529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93" name=""/>
          <p:cNvSpPr/>
          <p:nvPr/>
        </p:nvSpPr>
        <p:spPr>
          <a:xfrm>
            <a:off x="10267920" y="2761920"/>
            <a:ext cx="1219320" cy="19440"/>
          </a:xfrm>
          <a:custGeom>
            <a:avLst/>
            <a:gdLst/>
            <a:ahLst/>
            <a:rect l="0" t="0" r="r" b="b"/>
            <a:pathLst>
              <a:path w="3387" h="54">
                <a:moveTo>
                  <a:pt x="0" y="0"/>
                </a:moveTo>
                <a:lnTo>
                  <a:pt x="3387" y="0"/>
                </a:lnTo>
                <a:lnTo>
                  <a:pt x="338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94" name=""/>
          <p:cNvSpPr/>
          <p:nvPr/>
        </p:nvSpPr>
        <p:spPr>
          <a:xfrm>
            <a:off x="704520" y="310500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5" name=""/>
          <p:cNvSpPr/>
          <p:nvPr/>
        </p:nvSpPr>
        <p:spPr>
          <a:xfrm>
            <a:off x="3524040" y="310500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6" name=""/>
          <p:cNvSpPr/>
          <p:nvPr/>
        </p:nvSpPr>
        <p:spPr>
          <a:xfrm>
            <a:off x="5352840" y="310500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7" name=""/>
          <p:cNvSpPr/>
          <p:nvPr/>
        </p:nvSpPr>
        <p:spPr>
          <a:xfrm>
            <a:off x="6190920" y="3105000"/>
            <a:ext cx="610200" cy="9720"/>
          </a:xfrm>
          <a:custGeom>
            <a:avLst/>
            <a:gdLst/>
            <a:ahLst/>
            <a:rect l="0" t="0" r="r" b="b"/>
            <a:pathLst>
              <a:path w="1695" h="27">
                <a:moveTo>
                  <a:pt x="0" y="0"/>
                </a:moveTo>
                <a:lnTo>
                  <a:pt x="1695" y="0"/>
                </a:lnTo>
                <a:lnTo>
                  <a:pt x="1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8" name=""/>
          <p:cNvSpPr/>
          <p:nvPr/>
        </p:nvSpPr>
        <p:spPr>
          <a:xfrm>
            <a:off x="6800760" y="310500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9" name=""/>
          <p:cNvSpPr/>
          <p:nvPr/>
        </p:nvSpPr>
        <p:spPr>
          <a:xfrm>
            <a:off x="7638840" y="310500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0" name=""/>
          <p:cNvSpPr/>
          <p:nvPr/>
        </p:nvSpPr>
        <p:spPr>
          <a:xfrm>
            <a:off x="8362800" y="3105000"/>
            <a:ext cx="1905480" cy="9720"/>
          </a:xfrm>
          <a:custGeom>
            <a:avLst/>
            <a:gdLst/>
            <a:ah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1" name=""/>
          <p:cNvSpPr/>
          <p:nvPr/>
        </p:nvSpPr>
        <p:spPr>
          <a:xfrm>
            <a:off x="10267920" y="3105000"/>
            <a:ext cx="1219320" cy="9720"/>
          </a:xfrm>
          <a:custGeom>
            <a:avLst/>
            <a:gdLst/>
            <a:ah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2" name=""/>
          <p:cNvSpPr/>
          <p:nvPr/>
        </p:nvSpPr>
        <p:spPr>
          <a:xfrm>
            <a:off x="704520" y="343836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3" name=""/>
          <p:cNvSpPr/>
          <p:nvPr/>
        </p:nvSpPr>
        <p:spPr>
          <a:xfrm>
            <a:off x="3524040" y="343836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4" name=""/>
          <p:cNvSpPr/>
          <p:nvPr/>
        </p:nvSpPr>
        <p:spPr>
          <a:xfrm>
            <a:off x="5352840" y="343836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5" name=""/>
          <p:cNvSpPr/>
          <p:nvPr/>
        </p:nvSpPr>
        <p:spPr>
          <a:xfrm>
            <a:off x="6190920" y="3438360"/>
            <a:ext cx="610200" cy="9720"/>
          </a:xfrm>
          <a:custGeom>
            <a:avLst/>
            <a:gdLst/>
            <a:ahLst/>
            <a:rect l="0" t="0" r="r" b="b"/>
            <a:pathLst>
              <a:path w="1695" h="27">
                <a:moveTo>
                  <a:pt x="0" y="0"/>
                </a:moveTo>
                <a:lnTo>
                  <a:pt x="1695" y="0"/>
                </a:lnTo>
                <a:lnTo>
                  <a:pt x="1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6" name=""/>
          <p:cNvSpPr/>
          <p:nvPr/>
        </p:nvSpPr>
        <p:spPr>
          <a:xfrm>
            <a:off x="6800760" y="343836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7" name=""/>
          <p:cNvSpPr/>
          <p:nvPr/>
        </p:nvSpPr>
        <p:spPr>
          <a:xfrm>
            <a:off x="7638840" y="343836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8" name=""/>
          <p:cNvSpPr/>
          <p:nvPr/>
        </p:nvSpPr>
        <p:spPr>
          <a:xfrm>
            <a:off x="8362800" y="3438360"/>
            <a:ext cx="1905480" cy="9720"/>
          </a:xfrm>
          <a:custGeom>
            <a:avLst/>
            <a:gdLst/>
            <a:ah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9" name=""/>
          <p:cNvSpPr/>
          <p:nvPr/>
        </p:nvSpPr>
        <p:spPr>
          <a:xfrm>
            <a:off x="10267920" y="3438360"/>
            <a:ext cx="1219320" cy="9720"/>
          </a:xfrm>
          <a:custGeom>
            <a:avLst/>
            <a:gdLst/>
            <a:ah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0" name=""/>
          <p:cNvSpPr/>
          <p:nvPr/>
        </p:nvSpPr>
        <p:spPr>
          <a:xfrm>
            <a:off x="704520" y="377172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1" name=""/>
          <p:cNvSpPr/>
          <p:nvPr/>
        </p:nvSpPr>
        <p:spPr>
          <a:xfrm>
            <a:off x="3524040" y="377172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2" name=""/>
          <p:cNvSpPr/>
          <p:nvPr/>
        </p:nvSpPr>
        <p:spPr>
          <a:xfrm>
            <a:off x="5352840" y="377172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3" name=""/>
          <p:cNvSpPr/>
          <p:nvPr/>
        </p:nvSpPr>
        <p:spPr>
          <a:xfrm>
            <a:off x="6190920" y="3771720"/>
            <a:ext cx="610200" cy="9720"/>
          </a:xfrm>
          <a:custGeom>
            <a:avLst/>
            <a:gdLst/>
            <a:ahLst/>
            <a:rect l="0" t="0" r="r" b="b"/>
            <a:pathLst>
              <a:path w="1695" h="27">
                <a:moveTo>
                  <a:pt x="0" y="0"/>
                </a:moveTo>
                <a:lnTo>
                  <a:pt x="1695" y="0"/>
                </a:lnTo>
                <a:lnTo>
                  <a:pt x="1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4" name=""/>
          <p:cNvSpPr/>
          <p:nvPr/>
        </p:nvSpPr>
        <p:spPr>
          <a:xfrm>
            <a:off x="6800760" y="377172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5" name=""/>
          <p:cNvSpPr/>
          <p:nvPr/>
        </p:nvSpPr>
        <p:spPr>
          <a:xfrm>
            <a:off x="7638840" y="377172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6" name=""/>
          <p:cNvSpPr/>
          <p:nvPr/>
        </p:nvSpPr>
        <p:spPr>
          <a:xfrm>
            <a:off x="8362800" y="3771720"/>
            <a:ext cx="1905480" cy="9720"/>
          </a:xfrm>
          <a:custGeom>
            <a:avLst/>
            <a:gdLst/>
            <a:ah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7" name=""/>
          <p:cNvSpPr/>
          <p:nvPr/>
        </p:nvSpPr>
        <p:spPr>
          <a:xfrm>
            <a:off x="10267920" y="3771720"/>
            <a:ext cx="1219320" cy="9720"/>
          </a:xfrm>
          <a:custGeom>
            <a:avLst/>
            <a:gdLst/>
            <a:ah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8" name=""/>
          <p:cNvSpPr/>
          <p:nvPr/>
        </p:nvSpPr>
        <p:spPr>
          <a:xfrm>
            <a:off x="704520" y="410508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9" name=""/>
          <p:cNvSpPr/>
          <p:nvPr/>
        </p:nvSpPr>
        <p:spPr>
          <a:xfrm>
            <a:off x="3524040" y="410508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0" name=""/>
          <p:cNvSpPr/>
          <p:nvPr/>
        </p:nvSpPr>
        <p:spPr>
          <a:xfrm>
            <a:off x="5352840" y="410508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1" name=""/>
          <p:cNvSpPr/>
          <p:nvPr/>
        </p:nvSpPr>
        <p:spPr>
          <a:xfrm>
            <a:off x="6190920" y="4105080"/>
            <a:ext cx="610200" cy="9720"/>
          </a:xfrm>
          <a:custGeom>
            <a:avLst/>
            <a:gdLst/>
            <a:ahLst/>
            <a:rect l="0" t="0" r="r" b="b"/>
            <a:pathLst>
              <a:path w="1695" h="27">
                <a:moveTo>
                  <a:pt x="0" y="0"/>
                </a:moveTo>
                <a:lnTo>
                  <a:pt x="1695" y="0"/>
                </a:lnTo>
                <a:lnTo>
                  <a:pt x="1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2" name=""/>
          <p:cNvSpPr/>
          <p:nvPr/>
        </p:nvSpPr>
        <p:spPr>
          <a:xfrm>
            <a:off x="6800760" y="410508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3" name=""/>
          <p:cNvSpPr/>
          <p:nvPr/>
        </p:nvSpPr>
        <p:spPr>
          <a:xfrm>
            <a:off x="7638840" y="4105080"/>
            <a:ext cx="724320" cy="9720"/>
          </a:xfrm>
          <a:custGeom>
            <a:avLst/>
            <a:gdLst/>
            <a:ah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4" name=""/>
          <p:cNvSpPr/>
          <p:nvPr/>
        </p:nvSpPr>
        <p:spPr>
          <a:xfrm>
            <a:off x="8362800" y="4105080"/>
            <a:ext cx="1905480" cy="9720"/>
          </a:xfrm>
          <a:custGeom>
            <a:avLst/>
            <a:gdLst/>
            <a:ah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5" name=""/>
          <p:cNvSpPr/>
          <p:nvPr/>
        </p:nvSpPr>
        <p:spPr>
          <a:xfrm>
            <a:off x="10267920" y="4105080"/>
            <a:ext cx="1219320" cy="9720"/>
          </a:xfrm>
          <a:custGeom>
            <a:avLst/>
            <a:gdLst/>
            <a:ahLst/>
            <a:rect l="0" t="0" r="r" b="b"/>
            <a:pathLst>
              <a:path w="3387" h="27">
                <a:moveTo>
                  <a:pt x="0" y="0"/>
                </a:moveTo>
                <a:lnTo>
                  <a:pt x="3387" y="0"/>
                </a:lnTo>
                <a:lnTo>
                  <a:pt x="33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6" name=""/>
          <p:cNvSpPr/>
          <p:nvPr/>
        </p:nvSpPr>
        <p:spPr>
          <a:xfrm>
            <a:off x="704520" y="4438440"/>
            <a:ext cx="2819880" cy="10080"/>
          </a:xfrm>
          <a:custGeom>
            <a:avLst/>
            <a:gdLst/>
            <a:ah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7" name=""/>
          <p:cNvSpPr/>
          <p:nvPr/>
        </p:nvSpPr>
        <p:spPr>
          <a:xfrm>
            <a:off x="3524040" y="4438440"/>
            <a:ext cx="1829160" cy="10080"/>
          </a:xfrm>
          <a:custGeom>
            <a:avLst/>
            <a:gdLst/>
            <a:ahLst/>
            <a:rect l="0" t="0" r="r" b="b"/>
            <a:pathLst>
              <a:path w="5081" h="28">
                <a:moveTo>
                  <a:pt x="0" y="0"/>
                </a:moveTo>
                <a:lnTo>
                  <a:pt x="5081" y="0"/>
                </a:lnTo>
                <a:lnTo>
                  <a:pt x="5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8" name=""/>
          <p:cNvSpPr/>
          <p:nvPr/>
        </p:nvSpPr>
        <p:spPr>
          <a:xfrm>
            <a:off x="5352840" y="443844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9" name=""/>
          <p:cNvSpPr/>
          <p:nvPr/>
        </p:nvSpPr>
        <p:spPr>
          <a:xfrm>
            <a:off x="6190920" y="4438440"/>
            <a:ext cx="610200" cy="10080"/>
          </a:xfrm>
          <a:custGeom>
            <a:avLst/>
            <a:gdLst/>
            <a:ahLst/>
            <a:rect l="0" t="0" r="r" b="b"/>
            <a:pathLst>
              <a:path w="1695" h="28">
                <a:moveTo>
                  <a:pt x="0" y="0"/>
                </a:moveTo>
                <a:lnTo>
                  <a:pt x="1695" y="0"/>
                </a:lnTo>
                <a:lnTo>
                  <a:pt x="1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0" name=""/>
          <p:cNvSpPr/>
          <p:nvPr/>
        </p:nvSpPr>
        <p:spPr>
          <a:xfrm>
            <a:off x="6800760" y="443844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1" name=""/>
          <p:cNvSpPr/>
          <p:nvPr/>
        </p:nvSpPr>
        <p:spPr>
          <a:xfrm>
            <a:off x="7638840" y="443844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2" name=""/>
          <p:cNvSpPr/>
          <p:nvPr/>
        </p:nvSpPr>
        <p:spPr>
          <a:xfrm>
            <a:off x="8362800" y="4438440"/>
            <a:ext cx="1905480" cy="10080"/>
          </a:xfrm>
          <a:custGeom>
            <a:avLst/>
            <a:gdLst/>
            <a:ahLst/>
            <a:rect l="0" t="0" r="r" b="b"/>
            <a:pathLst>
              <a:path w="5293" h="28">
                <a:moveTo>
                  <a:pt x="0" y="0"/>
                </a:moveTo>
                <a:lnTo>
                  <a:pt x="5293" y="0"/>
                </a:lnTo>
                <a:lnTo>
                  <a:pt x="5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3" name=""/>
          <p:cNvSpPr/>
          <p:nvPr/>
        </p:nvSpPr>
        <p:spPr>
          <a:xfrm>
            <a:off x="10267920" y="4438440"/>
            <a:ext cx="1219320" cy="10080"/>
          </a:xfrm>
          <a:custGeom>
            <a:avLst/>
            <a:gdLst/>
            <a:ahLst/>
            <a:rect l="0" t="0" r="r" b="b"/>
            <a:pathLst>
              <a:path w="3387" h="28">
                <a:moveTo>
                  <a:pt x="0" y="0"/>
                </a:moveTo>
                <a:lnTo>
                  <a:pt x="3387" y="0"/>
                </a:lnTo>
                <a:lnTo>
                  <a:pt x="3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4" name=""/>
          <p:cNvSpPr/>
          <p:nvPr/>
        </p:nvSpPr>
        <p:spPr>
          <a:xfrm>
            <a:off x="704520" y="4771800"/>
            <a:ext cx="2819880" cy="10080"/>
          </a:xfrm>
          <a:custGeom>
            <a:avLst/>
            <a:gdLst/>
            <a:ah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5" name=""/>
          <p:cNvSpPr/>
          <p:nvPr/>
        </p:nvSpPr>
        <p:spPr>
          <a:xfrm>
            <a:off x="3524040" y="4771800"/>
            <a:ext cx="1829160" cy="10080"/>
          </a:xfrm>
          <a:custGeom>
            <a:avLst/>
            <a:gdLst/>
            <a:ahLst/>
            <a:rect l="0" t="0" r="r" b="b"/>
            <a:pathLst>
              <a:path w="5081" h="28">
                <a:moveTo>
                  <a:pt x="0" y="0"/>
                </a:moveTo>
                <a:lnTo>
                  <a:pt x="5081" y="0"/>
                </a:lnTo>
                <a:lnTo>
                  <a:pt x="5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6" name=""/>
          <p:cNvSpPr/>
          <p:nvPr/>
        </p:nvSpPr>
        <p:spPr>
          <a:xfrm>
            <a:off x="5352840" y="477180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7" name=""/>
          <p:cNvSpPr/>
          <p:nvPr/>
        </p:nvSpPr>
        <p:spPr>
          <a:xfrm>
            <a:off x="6190920" y="4771800"/>
            <a:ext cx="610200" cy="10080"/>
          </a:xfrm>
          <a:custGeom>
            <a:avLst/>
            <a:gdLst/>
            <a:ahLst/>
            <a:rect l="0" t="0" r="r" b="b"/>
            <a:pathLst>
              <a:path w="1695" h="28">
                <a:moveTo>
                  <a:pt x="0" y="0"/>
                </a:moveTo>
                <a:lnTo>
                  <a:pt x="1695" y="0"/>
                </a:lnTo>
                <a:lnTo>
                  <a:pt x="1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8" name=""/>
          <p:cNvSpPr/>
          <p:nvPr/>
        </p:nvSpPr>
        <p:spPr>
          <a:xfrm>
            <a:off x="6800760" y="477180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9" name=""/>
          <p:cNvSpPr/>
          <p:nvPr/>
        </p:nvSpPr>
        <p:spPr>
          <a:xfrm>
            <a:off x="7638840" y="477180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0" name=""/>
          <p:cNvSpPr/>
          <p:nvPr/>
        </p:nvSpPr>
        <p:spPr>
          <a:xfrm>
            <a:off x="8362800" y="4771800"/>
            <a:ext cx="1905480" cy="10080"/>
          </a:xfrm>
          <a:custGeom>
            <a:avLst/>
            <a:gdLst/>
            <a:ahLst/>
            <a:rect l="0" t="0" r="r" b="b"/>
            <a:pathLst>
              <a:path w="5293" h="28">
                <a:moveTo>
                  <a:pt x="0" y="0"/>
                </a:moveTo>
                <a:lnTo>
                  <a:pt x="5293" y="0"/>
                </a:lnTo>
                <a:lnTo>
                  <a:pt x="5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1" name=""/>
          <p:cNvSpPr/>
          <p:nvPr/>
        </p:nvSpPr>
        <p:spPr>
          <a:xfrm>
            <a:off x="10267920" y="4771800"/>
            <a:ext cx="1219320" cy="10080"/>
          </a:xfrm>
          <a:custGeom>
            <a:avLst/>
            <a:gdLst/>
            <a:ahLst/>
            <a:rect l="0" t="0" r="r" b="b"/>
            <a:pathLst>
              <a:path w="3387" h="28">
                <a:moveTo>
                  <a:pt x="0" y="0"/>
                </a:moveTo>
                <a:lnTo>
                  <a:pt x="3387" y="0"/>
                </a:lnTo>
                <a:lnTo>
                  <a:pt x="3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2" name=""/>
          <p:cNvSpPr/>
          <p:nvPr/>
        </p:nvSpPr>
        <p:spPr>
          <a:xfrm>
            <a:off x="704520" y="5105160"/>
            <a:ext cx="2819880" cy="10080"/>
          </a:xfrm>
          <a:custGeom>
            <a:avLst/>
            <a:gdLst/>
            <a:ah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3" name=""/>
          <p:cNvSpPr/>
          <p:nvPr/>
        </p:nvSpPr>
        <p:spPr>
          <a:xfrm>
            <a:off x="3524040" y="5105160"/>
            <a:ext cx="1829160" cy="10080"/>
          </a:xfrm>
          <a:custGeom>
            <a:avLst/>
            <a:gdLst/>
            <a:ahLst/>
            <a:rect l="0" t="0" r="r" b="b"/>
            <a:pathLst>
              <a:path w="5081" h="28">
                <a:moveTo>
                  <a:pt x="0" y="0"/>
                </a:moveTo>
                <a:lnTo>
                  <a:pt x="5081" y="0"/>
                </a:lnTo>
                <a:lnTo>
                  <a:pt x="5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4" name=""/>
          <p:cNvSpPr/>
          <p:nvPr/>
        </p:nvSpPr>
        <p:spPr>
          <a:xfrm>
            <a:off x="5352840" y="510516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5" name=""/>
          <p:cNvSpPr/>
          <p:nvPr/>
        </p:nvSpPr>
        <p:spPr>
          <a:xfrm>
            <a:off x="6190920" y="5105160"/>
            <a:ext cx="610200" cy="10080"/>
          </a:xfrm>
          <a:custGeom>
            <a:avLst/>
            <a:gdLst/>
            <a:ahLst/>
            <a:rect l="0" t="0" r="r" b="b"/>
            <a:pathLst>
              <a:path w="1695" h="28">
                <a:moveTo>
                  <a:pt x="0" y="0"/>
                </a:moveTo>
                <a:lnTo>
                  <a:pt x="1695" y="0"/>
                </a:lnTo>
                <a:lnTo>
                  <a:pt x="1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6" name=""/>
          <p:cNvSpPr/>
          <p:nvPr/>
        </p:nvSpPr>
        <p:spPr>
          <a:xfrm>
            <a:off x="6800760" y="510516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7" name=""/>
          <p:cNvSpPr/>
          <p:nvPr/>
        </p:nvSpPr>
        <p:spPr>
          <a:xfrm>
            <a:off x="7638840" y="510516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8" name=""/>
          <p:cNvSpPr/>
          <p:nvPr/>
        </p:nvSpPr>
        <p:spPr>
          <a:xfrm>
            <a:off x="8362800" y="5105160"/>
            <a:ext cx="1905480" cy="10080"/>
          </a:xfrm>
          <a:custGeom>
            <a:avLst/>
            <a:gdLst/>
            <a:ahLst/>
            <a:rect l="0" t="0" r="r" b="b"/>
            <a:pathLst>
              <a:path w="5293" h="28">
                <a:moveTo>
                  <a:pt x="0" y="0"/>
                </a:moveTo>
                <a:lnTo>
                  <a:pt x="5293" y="0"/>
                </a:lnTo>
                <a:lnTo>
                  <a:pt x="5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9" name=""/>
          <p:cNvSpPr/>
          <p:nvPr/>
        </p:nvSpPr>
        <p:spPr>
          <a:xfrm>
            <a:off x="10267920" y="5105160"/>
            <a:ext cx="1219320" cy="10080"/>
          </a:xfrm>
          <a:custGeom>
            <a:avLst/>
            <a:gdLst/>
            <a:ahLst/>
            <a:rect l="0" t="0" r="r" b="b"/>
            <a:pathLst>
              <a:path w="3387" h="28">
                <a:moveTo>
                  <a:pt x="0" y="0"/>
                </a:moveTo>
                <a:lnTo>
                  <a:pt x="3387" y="0"/>
                </a:lnTo>
                <a:lnTo>
                  <a:pt x="3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0" name=""/>
          <p:cNvSpPr/>
          <p:nvPr/>
        </p:nvSpPr>
        <p:spPr>
          <a:xfrm>
            <a:off x="704520" y="5438520"/>
            <a:ext cx="2819880" cy="10080"/>
          </a:xfrm>
          <a:custGeom>
            <a:avLst/>
            <a:gdLst/>
            <a:ah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1" name=""/>
          <p:cNvSpPr/>
          <p:nvPr/>
        </p:nvSpPr>
        <p:spPr>
          <a:xfrm>
            <a:off x="3524040" y="5438520"/>
            <a:ext cx="1829160" cy="10080"/>
          </a:xfrm>
          <a:custGeom>
            <a:avLst/>
            <a:gdLst/>
            <a:ahLst/>
            <a:rect l="0" t="0" r="r" b="b"/>
            <a:pathLst>
              <a:path w="5081" h="28">
                <a:moveTo>
                  <a:pt x="0" y="0"/>
                </a:moveTo>
                <a:lnTo>
                  <a:pt x="5081" y="0"/>
                </a:lnTo>
                <a:lnTo>
                  <a:pt x="5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2" name=""/>
          <p:cNvSpPr/>
          <p:nvPr/>
        </p:nvSpPr>
        <p:spPr>
          <a:xfrm>
            <a:off x="5352840" y="543852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3" name=""/>
          <p:cNvSpPr/>
          <p:nvPr/>
        </p:nvSpPr>
        <p:spPr>
          <a:xfrm>
            <a:off x="6190920" y="5438520"/>
            <a:ext cx="610200" cy="10080"/>
          </a:xfrm>
          <a:custGeom>
            <a:avLst/>
            <a:gdLst/>
            <a:ahLst/>
            <a:rect l="0" t="0" r="r" b="b"/>
            <a:pathLst>
              <a:path w="1695" h="28">
                <a:moveTo>
                  <a:pt x="0" y="0"/>
                </a:moveTo>
                <a:lnTo>
                  <a:pt x="1695" y="0"/>
                </a:lnTo>
                <a:lnTo>
                  <a:pt x="1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4" name=""/>
          <p:cNvSpPr/>
          <p:nvPr/>
        </p:nvSpPr>
        <p:spPr>
          <a:xfrm>
            <a:off x="6800760" y="543852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5" name=""/>
          <p:cNvSpPr/>
          <p:nvPr/>
        </p:nvSpPr>
        <p:spPr>
          <a:xfrm>
            <a:off x="7638840" y="543852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6" name=""/>
          <p:cNvSpPr/>
          <p:nvPr/>
        </p:nvSpPr>
        <p:spPr>
          <a:xfrm>
            <a:off x="8362800" y="5438520"/>
            <a:ext cx="1905480" cy="10080"/>
          </a:xfrm>
          <a:custGeom>
            <a:avLst/>
            <a:gdLst/>
            <a:ahLst/>
            <a:rect l="0" t="0" r="r" b="b"/>
            <a:pathLst>
              <a:path w="5293" h="28">
                <a:moveTo>
                  <a:pt x="0" y="0"/>
                </a:moveTo>
                <a:lnTo>
                  <a:pt x="5293" y="0"/>
                </a:lnTo>
                <a:lnTo>
                  <a:pt x="5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7" name=""/>
          <p:cNvSpPr/>
          <p:nvPr/>
        </p:nvSpPr>
        <p:spPr>
          <a:xfrm>
            <a:off x="10267920" y="5438520"/>
            <a:ext cx="1219320" cy="10080"/>
          </a:xfrm>
          <a:custGeom>
            <a:avLst/>
            <a:gdLst/>
            <a:ahLst/>
            <a:rect l="0" t="0" r="r" b="b"/>
            <a:pathLst>
              <a:path w="3387" h="28">
                <a:moveTo>
                  <a:pt x="0" y="0"/>
                </a:moveTo>
                <a:lnTo>
                  <a:pt x="3387" y="0"/>
                </a:lnTo>
                <a:lnTo>
                  <a:pt x="3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8" name=""/>
          <p:cNvSpPr/>
          <p:nvPr/>
        </p:nvSpPr>
        <p:spPr>
          <a:xfrm>
            <a:off x="704520" y="5771880"/>
            <a:ext cx="2819880" cy="10080"/>
          </a:xfrm>
          <a:custGeom>
            <a:avLst/>
            <a:gdLst/>
            <a:ah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9" name=""/>
          <p:cNvSpPr/>
          <p:nvPr/>
        </p:nvSpPr>
        <p:spPr>
          <a:xfrm>
            <a:off x="3524040" y="5771880"/>
            <a:ext cx="1829160" cy="10080"/>
          </a:xfrm>
          <a:custGeom>
            <a:avLst/>
            <a:gdLst/>
            <a:ahLst/>
            <a:rect l="0" t="0" r="r" b="b"/>
            <a:pathLst>
              <a:path w="5081" h="28">
                <a:moveTo>
                  <a:pt x="0" y="0"/>
                </a:moveTo>
                <a:lnTo>
                  <a:pt x="5081" y="0"/>
                </a:lnTo>
                <a:lnTo>
                  <a:pt x="5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0" name=""/>
          <p:cNvSpPr/>
          <p:nvPr/>
        </p:nvSpPr>
        <p:spPr>
          <a:xfrm>
            <a:off x="5352840" y="577188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1" name=""/>
          <p:cNvSpPr/>
          <p:nvPr/>
        </p:nvSpPr>
        <p:spPr>
          <a:xfrm>
            <a:off x="6190920" y="5771880"/>
            <a:ext cx="610200" cy="10080"/>
          </a:xfrm>
          <a:custGeom>
            <a:avLst/>
            <a:gdLst/>
            <a:ahLst/>
            <a:rect l="0" t="0" r="r" b="b"/>
            <a:pathLst>
              <a:path w="1695" h="28">
                <a:moveTo>
                  <a:pt x="0" y="0"/>
                </a:moveTo>
                <a:lnTo>
                  <a:pt x="1695" y="0"/>
                </a:lnTo>
                <a:lnTo>
                  <a:pt x="1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2" name=""/>
          <p:cNvSpPr/>
          <p:nvPr/>
        </p:nvSpPr>
        <p:spPr>
          <a:xfrm>
            <a:off x="6800760" y="577188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3" name=""/>
          <p:cNvSpPr/>
          <p:nvPr/>
        </p:nvSpPr>
        <p:spPr>
          <a:xfrm>
            <a:off x="7638840" y="577188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4" name=""/>
          <p:cNvSpPr/>
          <p:nvPr/>
        </p:nvSpPr>
        <p:spPr>
          <a:xfrm>
            <a:off x="8362800" y="5771880"/>
            <a:ext cx="1905480" cy="10080"/>
          </a:xfrm>
          <a:custGeom>
            <a:avLst/>
            <a:gdLst/>
            <a:ahLst/>
            <a:rect l="0" t="0" r="r" b="b"/>
            <a:pathLst>
              <a:path w="5293" h="28">
                <a:moveTo>
                  <a:pt x="0" y="0"/>
                </a:moveTo>
                <a:lnTo>
                  <a:pt x="5293" y="0"/>
                </a:lnTo>
                <a:lnTo>
                  <a:pt x="5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5" name=""/>
          <p:cNvSpPr/>
          <p:nvPr/>
        </p:nvSpPr>
        <p:spPr>
          <a:xfrm>
            <a:off x="10267920" y="5771880"/>
            <a:ext cx="1219320" cy="10080"/>
          </a:xfrm>
          <a:custGeom>
            <a:avLst/>
            <a:gdLst/>
            <a:ahLst/>
            <a:rect l="0" t="0" r="r" b="b"/>
            <a:pathLst>
              <a:path w="3387" h="28">
                <a:moveTo>
                  <a:pt x="0" y="0"/>
                </a:moveTo>
                <a:lnTo>
                  <a:pt x="3387" y="0"/>
                </a:lnTo>
                <a:lnTo>
                  <a:pt x="3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6" name=""/>
          <p:cNvSpPr/>
          <p:nvPr/>
        </p:nvSpPr>
        <p:spPr>
          <a:xfrm>
            <a:off x="704520" y="6105240"/>
            <a:ext cx="2819880" cy="10080"/>
          </a:xfrm>
          <a:custGeom>
            <a:avLst/>
            <a:gdLst/>
            <a:ah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7" name=""/>
          <p:cNvSpPr/>
          <p:nvPr/>
        </p:nvSpPr>
        <p:spPr>
          <a:xfrm>
            <a:off x="3524040" y="6105240"/>
            <a:ext cx="1829160" cy="10080"/>
          </a:xfrm>
          <a:custGeom>
            <a:avLst/>
            <a:gdLst/>
            <a:ahLst/>
            <a:rect l="0" t="0" r="r" b="b"/>
            <a:pathLst>
              <a:path w="5081" h="28">
                <a:moveTo>
                  <a:pt x="0" y="0"/>
                </a:moveTo>
                <a:lnTo>
                  <a:pt x="5081" y="0"/>
                </a:lnTo>
                <a:lnTo>
                  <a:pt x="50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8" name=""/>
          <p:cNvSpPr/>
          <p:nvPr/>
        </p:nvSpPr>
        <p:spPr>
          <a:xfrm>
            <a:off x="5352840" y="610524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9" name=""/>
          <p:cNvSpPr/>
          <p:nvPr/>
        </p:nvSpPr>
        <p:spPr>
          <a:xfrm>
            <a:off x="6190920" y="6105240"/>
            <a:ext cx="610200" cy="10080"/>
          </a:xfrm>
          <a:custGeom>
            <a:avLst/>
            <a:gdLst/>
            <a:ahLst/>
            <a:rect l="0" t="0" r="r" b="b"/>
            <a:pathLst>
              <a:path w="1695" h="28">
                <a:moveTo>
                  <a:pt x="0" y="0"/>
                </a:moveTo>
                <a:lnTo>
                  <a:pt x="1695" y="0"/>
                </a:lnTo>
                <a:lnTo>
                  <a:pt x="1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0" name=""/>
          <p:cNvSpPr/>
          <p:nvPr/>
        </p:nvSpPr>
        <p:spPr>
          <a:xfrm>
            <a:off x="6800760" y="610524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1" name=""/>
          <p:cNvSpPr/>
          <p:nvPr/>
        </p:nvSpPr>
        <p:spPr>
          <a:xfrm>
            <a:off x="7638840" y="6105240"/>
            <a:ext cx="724320" cy="10080"/>
          </a:xfrm>
          <a:custGeom>
            <a:avLst/>
            <a:gdLst/>
            <a:ah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2" name=""/>
          <p:cNvSpPr/>
          <p:nvPr/>
        </p:nvSpPr>
        <p:spPr>
          <a:xfrm>
            <a:off x="8362800" y="6105240"/>
            <a:ext cx="1905480" cy="10080"/>
          </a:xfrm>
          <a:custGeom>
            <a:avLst/>
            <a:gdLst/>
            <a:ahLst/>
            <a:rect l="0" t="0" r="r" b="b"/>
            <a:pathLst>
              <a:path w="5293" h="28">
                <a:moveTo>
                  <a:pt x="0" y="0"/>
                </a:moveTo>
                <a:lnTo>
                  <a:pt x="5293" y="0"/>
                </a:lnTo>
                <a:lnTo>
                  <a:pt x="5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3" name=""/>
          <p:cNvSpPr/>
          <p:nvPr/>
        </p:nvSpPr>
        <p:spPr>
          <a:xfrm>
            <a:off x="10267920" y="6105240"/>
            <a:ext cx="1219320" cy="10080"/>
          </a:xfrm>
          <a:custGeom>
            <a:avLst/>
            <a:gdLst/>
            <a:ahLst/>
            <a:rect l="0" t="0" r="r" b="b"/>
            <a:pathLst>
              <a:path w="3387" h="28">
                <a:moveTo>
                  <a:pt x="0" y="0"/>
                </a:moveTo>
                <a:lnTo>
                  <a:pt x="3387" y="0"/>
                </a:lnTo>
                <a:lnTo>
                  <a:pt x="3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704880" y="1716120"/>
            <a:ext cx="6896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管理策が効く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6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つも、残留リスクが大きい構成では低減しきれない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743040" y="249984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3562200" y="249984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どんなリスクか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5543280" y="229968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通信の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5391000" y="249984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許可リスト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6262920" y="2299680"/>
            <a:ext cx="518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非</a:t>
            </a:r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root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6343560" y="2499840"/>
            <a:ext cx="305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実行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6838920" y="229968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ファイルの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7067520" y="2499840"/>
            <a:ext cx="305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隔離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7696080" y="2299680"/>
            <a:ext cx="610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起動時の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7848360" y="2499840"/>
            <a:ext cx="305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検証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8400960" y="249984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残留リスクが大きい構成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0306080" y="249984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有効性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743040" y="2833200"/>
            <a:ext cx="1542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ASI01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目標の乗っ取り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3562200" y="283320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指示で目的が書き換わる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9" name=""/>
          <p:cNvSpPr/>
          <p:nvPr/>
        </p:nvSpPr>
        <p:spPr>
          <a:xfrm>
            <a:off x="10321920" y="2873160"/>
            <a:ext cx="158760" cy="159120"/>
          </a:xfrm>
          <a:custGeom>
            <a:avLst/>
            <a:gdLst/>
            <a:ahLst/>
            <a:rect l="0" t="0" r="r" b="b"/>
            <a:pathLst>
              <a:path w="441" h="442">
                <a:moveTo>
                  <a:pt x="110" y="236"/>
                </a:moveTo>
                <a:lnTo>
                  <a:pt x="331" y="236"/>
                </a:lnTo>
                <a:lnTo>
                  <a:pt x="331" y="203"/>
                </a:lnTo>
                <a:lnTo>
                  <a:pt x="110" y="203"/>
                </a:lnTo>
                <a:lnTo>
                  <a:pt x="110" y="236"/>
                </a:lnTo>
                <a:moveTo>
                  <a:pt x="221" y="442"/>
                </a:moveTo>
                <a:cubicBezTo>
                  <a:pt x="191" y="442"/>
                  <a:pt x="162" y="436"/>
                  <a:pt x="135" y="425"/>
                </a:cubicBezTo>
                <a:cubicBezTo>
                  <a:pt x="108" y="413"/>
                  <a:pt x="84" y="397"/>
                  <a:pt x="64" y="377"/>
                </a:cubicBezTo>
                <a:cubicBezTo>
                  <a:pt x="44" y="357"/>
                  <a:pt x="28" y="334"/>
                  <a:pt x="17" y="307"/>
                </a:cubicBezTo>
                <a:cubicBezTo>
                  <a:pt x="5" y="280"/>
                  <a:pt x="0" y="252"/>
                  <a:pt x="0" y="222"/>
                </a:cubicBezTo>
                <a:cubicBezTo>
                  <a:pt x="0" y="191"/>
                  <a:pt x="5" y="162"/>
                  <a:pt x="17" y="135"/>
                </a:cubicBezTo>
                <a:cubicBezTo>
                  <a:pt x="28" y="108"/>
                  <a:pt x="44" y="84"/>
                  <a:pt x="64" y="65"/>
                </a:cubicBezTo>
                <a:cubicBezTo>
                  <a:pt x="84" y="45"/>
                  <a:pt x="108" y="29"/>
                  <a:pt x="135" y="17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7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7" y="84"/>
                  <a:pt x="413" y="108"/>
                  <a:pt x="424" y="135"/>
                </a:cubicBezTo>
                <a:cubicBezTo>
                  <a:pt x="436" y="162"/>
                  <a:pt x="441" y="191"/>
                  <a:pt x="441" y="222"/>
                </a:cubicBezTo>
                <a:cubicBezTo>
                  <a:pt x="441" y="252"/>
                  <a:pt x="436" y="280"/>
                  <a:pt x="424" y="307"/>
                </a:cubicBezTo>
                <a:cubicBezTo>
                  <a:pt x="413" y="334"/>
                  <a:pt x="397" y="357"/>
                  <a:pt x="377" y="377"/>
                </a:cubicBezTo>
                <a:cubicBezTo>
                  <a:pt x="357" y="397"/>
                  <a:pt x="334" y="413"/>
                  <a:pt x="307" y="425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0" y="318"/>
                  <a:pt x="408" y="273"/>
                  <a:pt x="408" y="222"/>
                </a:cubicBezTo>
                <a:cubicBezTo>
                  <a:pt x="408" y="169"/>
                  <a:pt x="390" y="124"/>
                  <a:pt x="354" y="88"/>
                </a:cubicBezTo>
                <a:cubicBezTo>
                  <a:pt x="317" y="51"/>
                  <a:pt x="273" y="33"/>
                  <a:pt x="221" y="33"/>
                </a:cubicBezTo>
                <a:cubicBezTo>
                  <a:pt x="169" y="33"/>
                  <a:pt x="124" y="51"/>
                  <a:pt x="87" y="88"/>
                </a:cubicBezTo>
                <a:cubicBezTo>
                  <a:pt x="51" y="124"/>
                  <a:pt x="33" y="169"/>
                  <a:pt x="33" y="222"/>
                </a:cubicBezTo>
                <a:cubicBezTo>
                  <a:pt x="33" y="273"/>
                  <a:pt x="51" y="318"/>
                  <a:pt x="87" y="354"/>
                </a:cubicBezTo>
                <a:cubicBezTo>
                  <a:pt x="124" y="391"/>
                  <a:pt x="169" y="409"/>
                  <a:pt x="221" y="409"/>
                </a:cubicBezTo>
                <a:moveTo>
                  <a:pt x="221" y="222"/>
                </a:moveTo>
                <a:lnTo>
                  <a:pt x="221" y="222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8400960" y="283320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他人の文書を読む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10534680" y="283320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743040" y="3166560"/>
            <a:ext cx="1390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ASI02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ツールの悪用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3" name=""/>
          <p:cNvSpPr/>
          <p:nvPr/>
        </p:nvSpPr>
        <p:spPr>
          <a:xfrm>
            <a:off x="5700960" y="3224880"/>
            <a:ext cx="142200" cy="102960"/>
          </a:xfrm>
          <a:custGeom>
            <a:avLst/>
            <a:gdLst/>
            <a:ahLst/>
            <a:rect l="0" t="0" r="r" b="b"/>
            <a:pathLst>
              <a:path w="395" h="286">
                <a:moveTo>
                  <a:pt x="136" y="286"/>
                </a:moveTo>
                <a:lnTo>
                  <a:pt x="0" y="149"/>
                </a:lnTo>
                <a:lnTo>
                  <a:pt x="26" y="123"/>
                </a:lnTo>
                <a:lnTo>
                  <a:pt x="136" y="233"/>
                </a:lnTo>
                <a:lnTo>
                  <a:pt x="369" y="0"/>
                </a:lnTo>
                <a:lnTo>
                  <a:pt x="395" y="26"/>
                </a:lnTo>
                <a:lnTo>
                  <a:pt x="136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94" name=""/>
          <p:cNvSpPr/>
          <p:nvPr/>
        </p:nvSpPr>
        <p:spPr>
          <a:xfrm>
            <a:off x="7148520" y="322488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7" y="286"/>
                </a:moveTo>
                <a:lnTo>
                  <a:pt x="0" y="149"/>
                </a:lnTo>
                <a:lnTo>
                  <a:pt x="26" y="123"/>
                </a:lnTo>
                <a:lnTo>
                  <a:pt x="137" y="233"/>
                </a:lnTo>
                <a:lnTo>
                  <a:pt x="370" y="0"/>
                </a:lnTo>
                <a:lnTo>
                  <a:pt x="396" y="26"/>
                </a:lnTo>
                <a:lnTo>
                  <a:pt x="137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95" name=""/>
          <p:cNvSpPr/>
          <p:nvPr/>
        </p:nvSpPr>
        <p:spPr>
          <a:xfrm>
            <a:off x="7929720" y="322488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6" y="286"/>
                </a:moveTo>
                <a:lnTo>
                  <a:pt x="0" y="149"/>
                </a:lnTo>
                <a:lnTo>
                  <a:pt x="26" y="123"/>
                </a:lnTo>
                <a:lnTo>
                  <a:pt x="136" y="233"/>
                </a:lnTo>
                <a:lnTo>
                  <a:pt x="369" y="0"/>
                </a:lnTo>
                <a:lnTo>
                  <a:pt x="396" y="26"/>
                </a:lnTo>
                <a:lnTo>
                  <a:pt x="136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3562200" y="316656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ツールが危険に使われる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7" name=""/>
          <p:cNvSpPr/>
          <p:nvPr/>
        </p:nvSpPr>
        <p:spPr>
          <a:xfrm>
            <a:off x="10321920" y="3206520"/>
            <a:ext cx="158760" cy="159120"/>
          </a:xfrm>
          <a:custGeom>
            <a:avLst/>
            <a:gdLst/>
            <a:ahLst/>
            <a:rect l="0" t="0" r="r" b="b"/>
            <a:pathLst>
              <a:path w="441" h="442">
                <a:moveTo>
                  <a:pt x="188" y="322"/>
                </a:moveTo>
                <a:lnTo>
                  <a:pt x="344" y="166"/>
                </a:lnTo>
                <a:lnTo>
                  <a:pt x="319" y="141"/>
                </a:lnTo>
                <a:lnTo>
                  <a:pt x="188" y="272"/>
                </a:lnTo>
                <a:lnTo>
                  <a:pt x="121" y="206"/>
                </a:lnTo>
                <a:lnTo>
                  <a:pt x="97" y="230"/>
                </a:lnTo>
                <a:lnTo>
                  <a:pt x="188" y="322"/>
                </a:lnTo>
                <a:moveTo>
                  <a:pt x="221" y="442"/>
                </a:moveTo>
                <a:cubicBezTo>
                  <a:pt x="191" y="442"/>
                  <a:pt x="162" y="436"/>
                  <a:pt x="135" y="425"/>
                </a:cubicBezTo>
                <a:cubicBezTo>
                  <a:pt x="108" y="413"/>
                  <a:pt x="84" y="397"/>
                  <a:pt x="64" y="377"/>
                </a:cubicBezTo>
                <a:cubicBezTo>
                  <a:pt x="44" y="357"/>
                  <a:pt x="28" y="334"/>
                  <a:pt x="17" y="307"/>
                </a:cubicBezTo>
                <a:cubicBezTo>
                  <a:pt x="5" y="280"/>
                  <a:pt x="0" y="252"/>
                  <a:pt x="0" y="222"/>
                </a:cubicBezTo>
                <a:cubicBezTo>
                  <a:pt x="0" y="191"/>
                  <a:pt x="5" y="162"/>
                  <a:pt x="17" y="136"/>
                </a:cubicBezTo>
                <a:cubicBezTo>
                  <a:pt x="28" y="108"/>
                  <a:pt x="44" y="84"/>
                  <a:pt x="64" y="65"/>
                </a:cubicBezTo>
                <a:cubicBezTo>
                  <a:pt x="84" y="45"/>
                  <a:pt x="108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7" y="84"/>
                  <a:pt x="413" y="108"/>
                  <a:pt x="424" y="136"/>
                </a:cubicBezTo>
                <a:cubicBezTo>
                  <a:pt x="436" y="162"/>
                  <a:pt x="441" y="191"/>
                  <a:pt x="441" y="222"/>
                </a:cubicBezTo>
                <a:cubicBezTo>
                  <a:pt x="441" y="252"/>
                  <a:pt x="436" y="280"/>
                  <a:pt x="424" y="307"/>
                </a:cubicBezTo>
                <a:cubicBezTo>
                  <a:pt x="413" y="334"/>
                  <a:pt x="397" y="357"/>
                  <a:pt x="377" y="377"/>
                </a:cubicBezTo>
                <a:cubicBezTo>
                  <a:pt x="357" y="397"/>
                  <a:pt x="334" y="413"/>
                  <a:pt x="307" y="425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0" y="318"/>
                  <a:pt x="408" y="273"/>
                  <a:pt x="408" y="222"/>
                </a:cubicBezTo>
                <a:cubicBezTo>
                  <a:pt x="408" y="169"/>
                  <a:pt x="390" y="125"/>
                  <a:pt x="354" y="88"/>
                </a:cubicBezTo>
                <a:cubicBezTo>
                  <a:pt x="317" y="51"/>
                  <a:pt x="273" y="33"/>
                  <a:pt x="221" y="33"/>
                </a:cubicBezTo>
                <a:cubicBezTo>
                  <a:pt x="169" y="33"/>
                  <a:pt x="124" y="51"/>
                  <a:pt x="87" y="88"/>
                </a:cubicBezTo>
                <a:cubicBezTo>
                  <a:pt x="51" y="125"/>
                  <a:pt x="33" y="169"/>
                  <a:pt x="33" y="222"/>
                </a:cubicBezTo>
                <a:cubicBezTo>
                  <a:pt x="33" y="273"/>
                  <a:pt x="51" y="318"/>
                  <a:pt x="87" y="354"/>
                </a:cubicBezTo>
                <a:cubicBezTo>
                  <a:pt x="124" y="391"/>
                  <a:pt x="169" y="409"/>
                  <a:pt x="221" y="409"/>
                </a:cubicBezTo>
                <a:moveTo>
                  <a:pt x="221" y="222"/>
                </a:moveTo>
                <a:lnTo>
                  <a:pt x="221" y="22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8400960" y="3166560"/>
            <a:ext cx="1829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秘密や大事なデータを置く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10534680" y="316656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743040" y="3499920"/>
            <a:ext cx="1695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ASI03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身元と権限の悪用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1" name=""/>
          <p:cNvSpPr/>
          <p:nvPr/>
        </p:nvSpPr>
        <p:spPr>
          <a:xfrm>
            <a:off x="6424560" y="355824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7" y="286"/>
                </a:moveTo>
                <a:lnTo>
                  <a:pt x="0" y="149"/>
                </a:lnTo>
                <a:lnTo>
                  <a:pt x="26" y="123"/>
                </a:lnTo>
                <a:lnTo>
                  <a:pt x="137" y="234"/>
                </a:lnTo>
                <a:lnTo>
                  <a:pt x="370" y="0"/>
                </a:lnTo>
                <a:lnTo>
                  <a:pt x="396" y="26"/>
                </a:lnTo>
                <a:lnTo>
                  <a:pt x="137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02" name=""/>
          <p:cNvSpPr/>
          <p:nvPr/>
        </p:nvSpPr>
        <p:spPr>
          <a:xfrm>
            <a:off x="7148520" y="355824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7" y="286"/>
                </a:moveTo>
                <a:lnTo>
                  <a:pt x="0" y="149"/>
                </a:lnTo>
                <a:lnTo>
                  <a:pt x="26" y="123"/>
                </a:lnTo>
                <a:lnTo>
                  <a:pt x="137" y="234"/>
                </a:lnTo>
                <a:lnTo>
                  <a:pt x="370" y="0"/>
                </a:lnTo>
                <a:lnTo>
                  <a:pt x="396" y="26"/>
                </a:lnTo>
                <a:lnTo>
                  <a:pt x="137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3562200" y="349992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権限が範囲外で使われる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4" name=""/>
          <p:cNvSpPr/>
          <p:nvPr/>
        </p:nvSpPr>
        <p:spPr>
          <a:xfrm>
            <a:off x="10321920" y="3539880"/>
            <a:ext cx="158760" cy="159120"/>
          </a:xfrm>
          <a:custGeom>
            <a:avLst/>
            <a:gdLst/>
            <a:ahLst/>
            <a:rect l="0" t="0" r="r" b="b"/>
            <a:pathLst>
              <a:path w="441" h="442">
                <a:moveTo>
                  <a:pt x="188" y="322"/>
                </a:moveTo>
                <a:lnTo>
                  <a:pt x="344" y="166"/>
                </a:lnTo>
                <a:lnTo>
                  <a:pt x="319" y="141"/>
                </a:lnTo>
                <a:lnTo>
                  <a:pt x="188" y="272"/>
                </a:lnTo>
                <a:lnTo>
                  <a:pt x="121" y="206"/>
                </a:lnTo>
                <a:lnTo>
                  <a:pt x="97" y="230"/>
                </a:lnTo>
                <a:lnTo>
                  <a:pt x="188" y="322"/>
                </a:lnTo>
                <a:moveTo>
                  <a:pt x="221" y="442"/>
                </a:moveTo>
                <a:cubicBezTo>
                  <a:pt x="191" y="442"/>
                  <a:pt x="162" y="436"/>
                  <a:pt x="135" y="425"/>
                </a:cubicBezTo>
                <a:cubicBezTo>
                  <a:pt x="108" y="413"/>
                  <a:pt x="84" y="397"/>
                  <a:pt x="64" y="377"/>
                </a:cubicBezTo>
                <a:cubicBezTo>
                  <a:pt x="44" y="357"/>
                  <a:pt x="28" y="334"/>
                  <a:pt x="17" y="307"/>
                </a:cubicBezTo>
                <a:cubicBezTo>
                  <a:pt x="5" y="280"/>
                  <a:pt x="0" y="252"/>
                  <a:pt x="0" y="222"/>
                </a:cubicBezTo>
                <a:cubicBezTo>
                  <a:pt x="0" y="191"/>
                  <a:pt x="5" y="163"/>
                  <a:pt x="17" y="136"/>
                </a:cubicBezTo>
                <a:cubicBezTo>
                  <a:pt x="28" y="109"/>
                  <a:pt x="44" y="86"/>
                  <a:pt x="64" y="65"/>
                </a:cubicBezTo>
                <a:cubicBezTo>
                  <a:pt x="84" y="45"/>
                  <a:pt x="108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7" y="86"/>
                  <a:pt x="413" y="109"/>
                  <a:pt x="424" y="136"/>
                </a:cubicBezTo>
                <a:cubicBezTo>
                  <a:pt x="436" y="163"/>
                  <a:pt x="441" y="191"/>
                  <a:pt x="441" y="222"/>
                </a:cubicBezTo>
                <a:cubicBezTo>
                  <a:pt x="441" y="252"/>
                  <a:pt x="436" y="280"/>
                  <a:pt x="424" y="307"/>
                </a:cubicBezTo>
                <a:cubicBezTo>
                  <a:pt x="413" y="334"/>
                  <a:pt x="397" y="357"/>
                  <a:pt x="377" y="377"/>
                </a:cubicBezTo>
                <a:cubicBezTo>
                  <a:pt x="357" y="397"/>
                  <a:pt x="334" y="413"/>
                  <a:pt x="307" y="425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0" y="318"/>
                  <a:pt x="408" y="273"/>
                  <a:pt x="408" y="222"/>
                </a:cubicBezTo>
                <a:cubicBezTo>
                  <a:pt x="408" y="169"/>
                  <a:pt x="390" y="125"/>
                  <a:pt x="354" y="89"/>
                </a:cubicBezTo>
                <a:cubicBezTo>
                  <a:pt x="317" y="51"/>
                  <a:pt x="273" y="33"/>
                  <a:pt x="221" y="33"/>
                </a:cubicBezTo>
                <a:cubicBezTo>
                  <a:pt x="169" y="33"/>
                  <a:pt x="124" y="51"/>
                  <a:pt x="87" y="89"/>
                </a:cubicBezTo>
                <a:cubicBezTo>
                  <a:pt x="51" y="125"/>
                  <a:pt x="33" y="169"/>
                  <a:pt x="33" y="222"/>
                </a:cubicBezTo>
                <a:cubicBezTo>
                  <a:pt x="33" y="273"/>
                  <a:pt x="51" y="318"/>
                  <a:pt x="87" y="354"/>
                </a:cubicBezTo>
                <a:cubicBezTo>
                  <a:pt x="124" y="391"/>
                  <a:pt x="169" y="409"/>
                  <a:pt x="221" y="409"/>
                </a:cubicBezTo>
                <a:moveTo>
                  <a:pt x="221" y="222"/>
                </a:moveTo>
                <a:lnTo>
                  <a:pt x="221" y="22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8400960" y="349992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認証を引き継ぐ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10534680" y="349992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743040" y="3833280"/>
            <a:ext cx="1695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ASI04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供給網のぜい弱性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8" name=""/>
          <p:cNvSpPr/>
          <p:nvPr/>
        </p:nvSpPr>
        <p:spPr>
          <a:xfrm>
            <a:off x="5700960" y="3891600"/>
            <a:ext cx="142200" cy="102960"/>
          </a:xfrm>
          <a:custGeom>
            <a:avLst/>
            <a:gdLst/>
            <a:ahLst/>
            <a:rect l="0" t="0" r="r" b="b"/>
            <a:pathLst>
              <a:path w="395" h="286">
                <a:moveTo>
                  <a:pt x="136" y="286"/>
                </a:moveTo>
                <a:lnTo>
                  <a:pt x="0" y="150"/>
                </a:lnTo>
                <a:lnTo>
                  <a:pt x="26" y="123"/>
                </a:lnTo>
                <a:lnTo>
                  <a:pt x="136" y="234"/>
                </a:lnTo>
                <a:lnTo>
                  <a:pt x="369" y="0"/>
                </a:lnTo>
                <a:lnTo>
                  <a:pt x="395" y="26"/>
                </a:lnTo>
                <a:lnTo>
                  <a:pt x="136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09" name=""/>
          <p:cNvSpPr/>
          <p:nvPr/>
        </p:nvSpPr>
        <p:spPr>
          <a:xfrm>
            <a:off x="7929720" y="389160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6" y="286"/>
                </a:moveTo>
                <a:lnTo>
                  <a:pt x="0" y="150"/>
                </a:lnTo>
                <a:lnTo>
                  <a:pt x="26" y="123"/>
                </a:lnTo>
                <a:lnTo>
                  <a:pt x="136" y="234"/>
                </a:lnTo>
                <a:lnTo>
                  <a:pt x="369" y="0"/>
                </a:lnTo>
                <a:lnTo>
                  <a:pt x="396" y="26"/>
                </a:lnTo>
                <a:lnTo>
                  <a:pt x="136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3562200" y="3833280"/>
            <a:ext cx="1829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取り込む部品が改ざん済み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1" name=""/>
          <p:cNvSpPr/>
          <p:nvPr/>
        </p:nvSpPr>
        <p:spPr>
          <a:xfrm>
            <a:off x="10321920" y="3873240"/>
            <a:ext cx="158760" cy="159120"/>
          </a:xfrm>
          <a:custGeom>
            <a:avLst/>
            <a:gdLst/>
            <a:ahLst/>
            <a:rect l="0" t="0" r="r" b="b"/>
            <a:pathLst>
              <a:path w="441" h="442">
                <a:moveTo>
                  <a:pt x="188" y="322"/>
                </a:moveTo>
                <a:lnTo>
                  <a:pt x="344" y="166"/>
                </a:lnTo>
                <a:lnTo>
                  <a:pt x="319" y="141"/>
                </a:lnTo>
                <a:lnTo>
                  <a:pt x="188" y="272"/>
                </a:lnTo>
                <a:lnTo>
                  <a:pt x="121" y="206"/>
                </a:lnTo>
                <a:lnTo>
                  <a:pt x="97" y="231"/>
                </a:lnTo>
                <a:lnTo>
                  <a:pt x="188" y="322"/>
                </a:lnTo>
                <a:moveTo>
                  <a:pt x="221" y="442"/>
                </a:moveTo>
                <a:cubicBezTo>
                  <a:pt x="191" y="442"/>
                  <a:pt x="162" y="436"/>
                  <a:pt x="135" y="425"/>
                </a:cubicBezTo>
                <a:cubicBezTo>
                  <a:pt x="108" y="413"/>
                  <a:pt x="84" y="397"/>
                  <a:pt x="64" y="377"/>
                </a:cubicBezTo>
                <a:cubicBezTo>
                  <a:pt x="44" y="357"/>
                  <a:pt x="28" y="334"/>
                  <a:pt x="17" y="307"/>
                </a:cubicBezTo>
                <a:cubicBezTo>
                  <a:pt x="5" y="280"/>
                  <a:pt x="0" y="252"/>
                  <a:pt x="0" y="222"/>
                </a:cubicBezTo>
                <a:cubicBezTo>
                  <a:pt x="0" y="191"/>
                  <a:pt x="5" y="163"/>
                  <a:pt x="17" y="136"/>
                </a:cubicBezTo>
                <a:cubicBezTo>
                  <a:pt x="28" y="109"/>
                  <a:pt x="44" y="86"/>
                  <a:pt x="64" y="66"/>
                </a:cubicBezTo>
                <a:cubicBezTo>
                  <a:pt x="84" y="46"/>
                  <a:pt x="108" y="30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30"/>
                  <a:pt x="357" y="46"/>
                  <a:pt x="377" y="66"/>
                </a:cubicBezTo>
                <a:cubicBezTo>
                  <a:pt x="397" y="86"/>
                  <a:pt x="413" y="109"/>
                  <a:pt x="424" y="136"/>
                </a:cubicBezTo>
                <a:cubicBezTo>
                  <a:pt x="436" y="163"/>
                  <a:pt x="441" y="191"/>
                  <a:pt x="441" y="222"/>
                </a:cubicBezTo>
                <a:cubicBezTo>
                  <a:pt x="441" y="252"/>
                  <a:pt x="436" y="280"/>
                  <a:pt x="424" y="307"/>
                </a:cubicBezTo>
                <a:cubicBezTo>
                  <a:pt x="413" y="334"/>
                  <a:pt x="397" y="357"/>
                  <a:pt x="377" y="377"/>
                </a:cubicBezTo>
                <a:cubicBezTo>
                  <a:pt x="357" y="397"/>
                  <a:pt x="334" y="413"/>
                  <a:pt x="307" y="425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0" y="318"/>
                  <a:pt x="408" y="274"/>
                  <a:pt x="408" y="222"/>
                </a:cubicBezTo>
                <a:cubicBezTo>
                  <a:pt x="408" y="170"/>
                  <a:pt x="390" y="125"/>
                  <a:pt x="354" y="89"/>
                </a:cubicBezTo>
                <a:cubicBezTo>
                  <a:pt x="317" y="52"/>
                  <a:pt x="273" y="34"/>
                  <a:pt x="221" y="34"/>
                </a:cubicBezTo>
                <a:cubicBezTo>
                  <a:pt x="169" y="34"/>
                  <a:pt x="124" y="52"/>
                  <a:pt x="87" y="89"/>
                </a:cubicBezTo>
                <a:cubicBezTo>
                  <a:pt x="51" y="125"/>
                  <a:pt x="33" y="170"/>
                  <a:pt x="33" y="222"/>
                </a:cubicBezTo>
                <a:cubicBezTo>
                  <a:pt x="33" y="274"/>
                  <a:pt x="51" y="318"/>
                  <a:pt x="87" y="354"/>
                </a:cubicBezTo>
                <a:cubicBezTo>
                  <a:pt x="124" y="391"/>
                  <a:pt x="169" y="409"/>
                  <a:pt x="221" y="409"/>
                </a:cubicBezTo>
                <a:moveTo>
                  <a:pt x="221" y="222"/>
                </a:moveTo>
                <a:lnTo>
                  <a:pt x="221" y="22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8400960" y="383328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外部の部品を取り込む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10534680" y="383328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743040" y="4166640"/>
            <a:ext cx="1847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ASI05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想定外のコード実行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5" name=""/>
          <p:cNvSpPr/>
          <p:nvPr/>
        </p:nvSpPr>
        <p:spPr>
          <a:xfrm>
            <a:off x="5700960" y="4224960"/>
            <a:ext cx="142200" cy="102960"/>
          </a:xfrm>
          <a:custGeom>
            <a:avLst/>
            <a:gdLst/>
            <a:ahLst/>
            <a:rect l="0" t="0" r="r" b="b"/>
            <a:pathLst>
              <a:path w="395" h="286">
                <a:moveTo>
                  <a:pt x="136" y="286"/>
                </a:moveTo>
                <a:lnTo>
                  <a:pt x="0" y="150"/>
                </a:lnTo>
                <a:lnTo>
                  <a:pt x="26" y="124"/>
                </a:lnTo>
                <a:lnTo>
                  <a:pt x="136" y="234"/>
                </a:lnTo>
                <a:lnTo>
                  <a:pt x="369" y="0"/>
                </a:lnTo>
                <a:lnTo>
                  <a:pt x="395" y="26"/>
                </a:lnTo>
                <a:lnTo>
                  <a:pt x="136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16" name=""/>
          <p:cNvSpPr/>
          <p:nvPr/>
        </p:nvSpPr>
        <p:spPr>
          <a:xfrm>
            <a:off x="6424560" y="422496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7" y="286"/>
                </a:moveTo>
                <a:lnTo>
                  <a:pt x="0" y="150"/>
                </a:lnTo>
                <a:lnTo>
                  <a:pt x="26" y="124"/>
                </a:lnTo>
                <a:lnTo>
                  <a:pt x="137" y="234"/>
                </a:lnTo>
                <a:lnTo>
                  <a:pt x="370" y="0"/>
                </a:lnTo>
                <a:lnTo>
                  <a:pt x="396" y="26"/>
                </a:lnTo>
                <a:lnTo>
                  <a:pt x="137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17" name=""/>
          <p:cNvSpPr/>
          <p:nvPr/>
        </p:nvSpPr>
        <p:spPr>
          <a:xfrm>
            <a:off x="7148520" y="422496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7" y="286"/>
                </a:moveTo>
                <a:lnTo>
                  <a:pt x="0" y="150"/>
                </a:lnTo>
                <a:lnTo>
                  <a:pt x="26" y="124"/>
                </a:lnTo>
                <a:lnTo>
                  <a:pt x="137" y="234"/>
                </a:lnTo>
                <a:lnTo>
                  <a:pt x="370" y="0"/>
                </a:lnTo>
                <a:lnTo>
                  <a:pt x="396" y="26"/>
                </a:lnTo>
                <a:lnTo>
                  <a:pt x="137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18" name=""/>
          <p:cNvSpPr/>
          <p:nvPr/>
        </p:nvSpPr>
        <p:spPr>
          <a:xfrm>
            <a:off x="7929720" y="422496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6" y="286"/>
                </a:moveTo>
                <a:lnTo>
                  <a:pt x="0" y="150"/>
                </a:lnTo>
                <a:lnTo>
                  <a:pt x="26" y="124"/>
                </a:lnTo>
                <a:lnTo>
                  <a:pt x="136" y="234"/>
                </a:lnTo>
                <a:lnTo>
                  <a:pt x="369" y="0"/>
                </a:lnTo>
                <a:lnTo>
                  <a:pt x="396" y="26"/>
                </a:lnTo>
                <a:lnTo>
                  <a:pt x="136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3562200" y="416664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意図しない命令が動く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0" name=""/>
          <p:cNvSpPr/>
          <p:nvPr/>
        </p:nvSpPr>
        <p:spPr>
          <a:xfrm>
            <a:off x="10321920" y="4206600"/>
            <a:ext cx="158760" cy="159120"/>
          </a:xfrm>
          <a:custGeom>
            <a:avLst/>
            <a:gdLst/>
            <a:ahLst/>
            <a:rect l="0" t="0" r="r" b="b"/>
            <a:pathLst>
              <a:path w="441" h="442">
                <a:moveTo>
                  <a:pt x="188" y="321"/>
                </a:moveTo>
                <a:lnTo>
                  <a:pt x="344" y="165"/>
                </a:lnTo>
                <a:lnTo>
                  <a:pt x="319" y="140"/>
                </a:lnTo>
                <a:lnTo>
                  <a:pt x="188" y="271"/>
                </a:lnTo>
                <a:lnTo>
                  <a:pt x="121" y="205"/>
                </a:lnTo>
                <a:lnTo>
                  <a:pt x="97" y="230"/>
                </a:lnTo>
                <a:lnTo>
                  <a:pt x="188" y="321"/>
                </a:lnTo>
                <a:moveTo>
                  <a:pt x="221" y="442"/>
                </a:moveTo>
                <a:cubicBezTo>
                  <a:pt x="191" y="442"/>
                  <a:pt x="162" y="436"/>
                  <a:pt x="135" y="425"/>
                </a:cubicBezTo>
                <a:cubicBezTo>
                  <a:pt x="108" y="412"/>
                  <a:pt x="84" y="396"/>
                  <a:pt x="64" y="376"/>
                </a:cubicBezTo>
                <a:cubicBezTo>
                  <a:pt x="44" y="356"/>
                  <a:pt x="28" y="333"/>
                  <a:pt x="17" y="306"/>
                </a:cubicBezTo>
                <a:cubicBezTo>
                  <a:pt x="5" y="279"/>
                  <a:pt x="0" y="251"/>
                  <a:pt x="0" y="221"/>
                </a:cubicBezTo>
                <a:cubicBezTo>
                  <a:pt x="0" y="190"/>
                  <a:pt x="5" y="162"/>
                  <a:pt x="17" y="135"/>
                </a:cubicBezTo>
                <a:cubicBezTo>
                  <a:pt x="28" y="108"/>
                  <a:pt x="44" y="85"/>
                  <a:pt x="64" y="65"/>
                </a:cubicBezTo>
                <a:cubicBezTo>
                  <a:pt x="84" y="45"/>
                  <a:pt x="108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7" y="85"/>
                  <a:pt x="413" y="108"/>
                  <a:pt x="424" y="135"/>
                </a:cubicBezTo>
                <a:cubicBezTo>
                  <a:pt x="436" y="162"/>
                  <a:pt x="441" y="190"/>
                  <a:pt x="441" y="221"/>
                </a:cubicBezTo>
                <a:cubicBezTo>
                  <a:pt x="441" y="251"/>
                  <a:pt x="436" y="279"/>
                  <a:pt x="424" y="306"/>
                </a:cubicBezTo>
                <a:cubicBezTo>
                  <a:pt x="413" y="333"/>
                  <a:pt x="397" y="356"/>
                  <a:pt x="377" y="376"/>
                </a:cubicBezTo>
                <a:cubicBezTo>
                  <a:pt x="357" y="396"/>
                  <a:pt x="334" y="412"/>
                  <a:pt x="307" y="425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8"/>
                </a:moveTo>
                <a:cubicBezTo>
                  <a:pt x="273" y="408"/>
                  <a:pt x="317" y="390"/>
                  <a:pt x="354" y="353"/>
                </a:cubicBezTo>
                <a:cubicBezTo>
                  <a:pt x="390" y="317"/>
                  <a:pt x="408" y="273"/>
                  <a:pt x="408" y="221"/>
                </a:cubicBezTo>
                <a:cubicBezTo>
                  <a:pt x="408" y="169"/>
                  <a:pt x="390" y="124"/>
                  <a:pt x="354" y="88"/>
                </a:cubicBezTo>
                <a:cubicBezTo>
                  <a:pt x="317" y="52"/>
                  <a:pt x="273" y="33"/>
                  <a:pt x="221" y="33"/>
                </a:cubicBezTo>
                <a:cubicBezTo>
                  <a:pt x="169" y="33"/>
                  <a:pt x="124" y="52"/>
                  <a:pt x="87" y="88"/>
                </a:cubicBezTo>
                <a:cubicBezTo>
                  <a:pt x="51" y="124"/>
                  <a:pt x="33" y="169"/>
                  <a:pt x="33" y="221"/>
                </a:cubicBezTo>
                <a:cubicBezTo>
                  <a:pt x="33" y="273"/>
                  <a:pt x="51" y="317"/>
                  <a:pt x="87" y="353"/>
                </a:cubicBezTo>
                <a:cubicBezTo>
                  <a:pt x="124" y="390"/>
                  <a:pt x="169" y="408"/>
                  <a:pt x="221" y="408"/>
                </a:cubicBezTo>
                <a:moveTo>
                  <a:pt x="221" y="221"/>
                </a:moveTo>
                <a:lnTo>
                  <a:pt x="221" y="221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8400960" y="416664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成果物をホストで動かす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10534680" y="416664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743040" y="4500000"/>
            <a:ext cx="1695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ASI06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記憶と文脈の汚染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3562200" y="450000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記憶に悪い情報が残る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5" name=""/>
          <p:cNvSpPr/>
          <p:nvPr/>
        </p:nvSpPr>
        <p:spPr>
          <a:xfrm>
            <a:off x="10321920" y="4539960"/>
            <a:ext cx="158760" cy="159120"/>
          </a:xfrm>
          <a:custGeom>
            <a:avLst/>
            <a:gdLst/>
            <a:ahLst/>
            <a:rect l="0" t="0" r="r" b="b"/>
            <a:pathLst>
              <a:path w="441" h="442">
                <a:moveTo>
                  <a:pt x="110" y="236"/>
                </a:moveTo>
                <a:lnTo>
                  <a:pt x="331" y="236"/>
                </a:lnTo>
                <a:lnTo>
                  <a:pt x="331" y="203"/>
                </a:lnTo>
                <a:lnTo>
                  <a:pt x="110" y="203"/>
                </a:lnTo>
                <a:lnTo>
                  <a:pt x="110" y="236"/>
                </a:lnTo>
                <a:moveTo>
                  <a:pt x="221" y="442"/>
                </a:moveTo>
                <a:cubicBezTo>
                  <a:pt x="191" y="442"/>
                  <a:pt x="162" y="436"/>
                  <a:pt x="135" y="425"/>
                </a:cubicBezTo>
                <a:cubicBezTo>
                  <a:pt x="108" y="413"/>
                  <a:pt x="84" y="398"/>
                  <a:pt x="64" y="378"/>
                </a:cubicBezTo>
                <a:cubicBezTo>
                  <a:pt x="44" y="356"/>
                  <a:pt x="28" y="333"/>
                  <a:pt x="17" y="306"/>
                </a:cubicBezTo>
                <a:cubicBezTo>
                  <a:pt x="5" y="279"/>
                  <a:pt x="0" y="251"/>
                  <a:pt x="0" y="221"/>
                </a:cubicBezTo>
                <a:cubicBezTo>
                  <a:pt x="0" y="190"/>
                  <a:pt x="5" y="162"/>
                  <a:pt x="17" y="135"/>
                </a:cubicBezTo>
                <a:cubicBezTo>
                  <a:pt x="28" y="108"/>
                  <a:pt x="44" y="85"/>
                  <a:pt x="64" y="65"/>
                </a:cubicBezTo>
                <a:cubicBezTo>
                  <a:pt x="84" y="45"/>
                  <a:pt x="108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7" y="85"/>
                  <a:pt x="413" y="108"/>
                  <a:pt x="424" y="135"/>
                </a:cubicBezTo>
                <a:cubicBezTo>
                  <a:pt x="436" y="162"/>
                  <a:pt x="441" y="190"/>
                  <a:pt x="441" y="221"/>
                </a:cubicBezTo>
                <a:cubicBezTo>
                  <a:pt x="441" y="251"/>
                  <a:pt x="436" y="279"/>
                  <a:pt x="424" y="306"/>
                </a:cubicBezTo>
                <a:cubicBezTo>
                  <a:pt x="413" y="333"/>
                  <a:pt x="397" y="356"/>
                  <a:pt x="377" y="378"/>
                </a:cubicBezTo>
                <a:cubicBezTo>
                  <a:pt x="357" y="398"/>
                  <a:pt x="334" y="413"/>
                  <a:pt x="307" y="425"/>
                </a:cubicBezTo>
                <a:cubicBezTo>
                  <a:pt x="280" y="436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3"/>
                </a:cubicBezTo>
                <a:cubicBezTo>
                  <a:pt x="390" y="317"/>
                  <a:pt x="408" y="273"/>
                  <a:pt x="408" y="221"/>
                </a:cubicBezTo>
                <a:cubicBezTo>
                  <a:pt x="408" y="169"/>
                  <a:pt x="390" y="124"/>
                  <a:pt x="354" y="88"/>
                </a:cubicBezTo>
                <a:cubicBezTo>
                  <a:pt x="317" y="52"/>
                  <a:pt x="273" y="33"/>
                  <a:pt x="221" y="33"/>
                </a:cubicBezTo>
                <a:cubicBezTo>
                  <a:pt x="169" y="33"/>
                  <a:pt x="124" y="52"/>
                  <a:pt x="87" y="88"/>
                </a:cubicBezTo>
                <a:cubicBezTo>
                  <a:pt x="51" y="124"/>
                  <a:pt x="33" y="169"/>
                  <a:pt x="33" y="221"/>
                </a:cubicBezTo>
                <a:cubicBezTo>
                  <a:pt x="33" y="273"/>
                  <a:pt x="51" y="317"/>
                  <a:pt x="87" y="353"/>
                </a:cubicBezTo>
                <a:cubicBezTo>
                  <a:pt x="124" y="391"/>
                  <a:pt x="169" y="409"/>
                  <a:pt x="221" y="409"/>
                </a:cubicBezTo>
                <a:moveTo>
                  <a:pt x="221" y="221"/>
                </a:moveTo>
                <a:lnTo>
                  <a:pt x="221" y="221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8400960" y="450000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履歴を引き継ぐ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10534680" y="450000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743040" y="4833360"/>
            <a:ext cx="2609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ASI07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安全でないエージェント間通信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3562200" y="483336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通信の相手が偽装される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0" name=""/>
          <p:cNvSpPr/>
          <p:nvPr/>
        </p:nvSpPr>
        <p:spPr>
          <a:xfrm>
            <a:off x="10321920" y="4873320"/>
            <a:ext cx="158760" cy="159120"/>
          </a:xfrm>
          <a:custGeom>
            <a:avLst/>
            <a:gdLst/>
            <a:ahLst/>
            <a:rect l="0" t="0" r="r" b="b"/>
            <a:pathLst>
              <a:path w="441" h="442">
                <a:moveTo>
                  <a:pt x="110" y="236"/>
                </a:moveTo>
                <a:lnTo>
                  <a:pt x="331" y="236"/>
                </a:lnTo>
                <a:lnTo>
                  <a:pt x="331" y="203"/>
                </a:lnTo>
                <a:lnTo>
                  <a:pt x="110" y="203"/>
                </a:lnTo>
                <a:lnTo>
                  <a:pt x="110" y="236"/>
                </a:lnTo>
                <a:moveTo>
                  <a:pt x="221" y="442"/>
                </a:moveTo>
                <a:cubicBezTo>
                  <a:pt x="191" y="442"/>
                  <a:pt x="162" y="437"/>
                  <a:pt x="135" y="425"/>
                </a:cubicBezTo>
                <a:cubicBezTo>
                  <a:pt x="108" y="413"/>
                  <a:pt x="84" y="398"/>
                  <a:pt x="64" y="378"/>
                </a:cubicBezTo>
                <a:cubicBezTo>
                  <a:pt x="44" y="358"/>
                  <a:pt x="28" y="334"/>
                  <a:pt x="17" y="306"/>
                </a:cubicBezTo>
                <a:cubicBezTo>
                  <a:pt x="5" y="279"/>
                  <a:pt x="0" y="251"/>
                  <a:pt x="0" y="221"/>
                </a:cubicBezTo>
                <a:cubicBezTo>
                  <a:pt x="0" y="190"/>
                  <a:pt x="5" y="162"/>
                  <a:pt x="17" y="135"/>
                </a:cubicBezTo>
                <a:cubicBezTo>
                  <a:pt x="28" y="108"/>
                  <a:pt x="44" y="85"/>
                  <a:pt x="64" y="65"/>
                </a:cubicBezTo>
                <a:cubicBezTo>
                  <a:pt x="84" y="45"/>
                  <a:pt x="108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7" y="85"/>
                  <a:pt x="413" y="108"/>
                  <a:pt x="424" y="135"/>
                </a:cubicBezTo>
                <a:cubicBezTo>
                  <a:pt x="436" y="162"/>
                  <a:pt x="441" y="190"/>
                  <a:pt x="441" y="221"/>
                </a:cubicBezTo>
                <a:cubicBezTo>
                  <a:pt x="441" y="251"/>
                  <a:pt x="436" y="279"/>
                  <a:pt x="424" y="306"/>
                </a:cubicBezTo>
                <a:cubicBezTo>
                  <a:pt x="413" y="334"/>
                  <a:pt x="397" y="358"/>
                  <a:pt x="377" y="378"/>
                </a:cubicBezTo>
                <a:cubicBezTo>
                  <a:pt x="357" y="398"/>
                  <a:pt x="334" y="413"/>
                  <a:pt x="307" y="425"/>
                </a:cubicBezTo>
                <a:cubicBezTo>
                  <a:pt x="280" y="437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0" y="317"/>
                  <a:pt x="408" y="273"/>
                  <a:pt x="408" y="221"/>
                </a:cubicBezTo>
                <a:cubicBezTo>
                  <a:pt x="408" y="169"/>
                  <a:pt x="390" y="124"/>
                  <a:pt x="354" y="88"/>
                </a:cubicBezTo>
                <a:cubicBezTo>
                  <a:pt x="317" y="52"/>
                  <a:pt x="273" y="33"/>
                  <a:pt x="221" y="33"/>
                </a:cubicBezTo>
                <a:cubicBezTo>
                  <a:pt x="169" y="33"/>
                  <a:pt x="124" y="52"/>
                  <a:pt x="87" y="88"/>
                </a:cubicBezTo>
                <a:cubicBezTo>
                  <a:pt x="51" y="124"/>
                  <a:pt x="33" y="169"/>
                  <a:pt x="33" y="221"/>
                </a:cubicBezTo>
                <a:cubicBezTo>
                  <a:pt x="33" y="273"/>
                  <a:pt x="51" y="317"/>
                  <a:pt x="87" y="354"/>
                </a:cubicBezTo>
                <a:cubicBezTo>
                  <a:pt x="124" y="391"/>
                  <a:pt x="169" y="409"/>
                  <a:pt x="221" y="409"/>
                </a:cubicBezTo>
                <a:moveTo>
                  <a:pt x="221" y="221"/>
                </a:moveTo>
                <a:lnTo>
                  <a:pt x="221" y="221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8400960" y="483336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複数を連携させる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10534680" y="483336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743040" y="5166720"/>
            <a:ext cx="1390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ASI08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連鎖的な障害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4" name=""/>
          <p:cNvSpPr/>
          <p:nvPr/>
        </p:nvSpPr>
        <p:spPr>
          <a:xfrm>
            <a:off x="6424560" y="522504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7" y="286"/>
                </a:moveTo>
                <a:lnTo>
                  <a:pt x="0" y="150"/>
                </a:lnTo>
                <a:lnTo>
                  <a:pt x="26" y="124"/>
                </a:lnTo>
                <a:lnTo>
                  <a:pt x="137" y="234"/>
                </a:lnTo>
                <a:lnTo>
                  <a:pt x="370" y="0"/>
                </a:lnTo>
                <a:lnTo>
                  <a:pt x="396" y="26"/>
                </a:lnTo>
                <a:lnTo>
                  <a:pt x="137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35" name=""/>
          <p:cNvSpPr/>
          <p:nvPr/>
        </p:nvSpPr>
        <p:spPr>
          <a:xfrm>
            <a:off x="7148520" y="522504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7" y="286"/>
                </a:moveTo>
                <a:lnTo>
                  <a:pt x="0" y="150"/>
                </a:lnTo>
                <a:lnTo>
                  <a:pt x="26" y="124"/>
                </a:lnTo>
                <a:lnTo>
                  <a:pt x="137" y="234"/>
                </a:lnTo>
                <a:lnTo>
                  <a:pt x="370" y="0"/>
                </a:lnTo>
                <a:lnTo>
                  <a:pt x="396" y="26"/>
                </a:lnTo>
                <a:lnTo>
                  <a:pt x="137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3562200" y="5166720"/>
            <a:ext cx="1652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1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つの誤りが他へ広がる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7" name=""/>
          <p:cNvSpPr/>
          <p:nvPr/>
        </p:nvSpPr>
        <p:spPr>
          <a:xfrm>
            <a:off x="10321920" y="5206680"/>
            <a:ext cx="158760" cy="159120"/>
          </a:xfrm>
          <a:custGeom>
            <a:avLst/>
            <a:gdLst/>
            <a:ahLst/>
            <a:rect l="0" t="0" r="r" b="b"/>
            <a:pathLst>
              <a:path w="441" h="442">
                <a:moveTo>
                  <a:pt x="188" y="322"/>
                </a:moveTo>
                <a:lnTo>
                  <a:pt x="344" y="165"/>
                </a:lnTo>
                <a:lnTo>
                  <a:pt x="319" y="140"/>
                </a:lnTo>
                <a:lnTo>
                  <a:pt x="188" y="271"/>
                </a:lnTo>
                <a:lnTo>
                  <a:pt x="121" y="205"/>
                </a:lnTo>
                <a:lnTo>
                  <a:pt x="97" y="230"/>
                </a:lnTo>
                <a:lnTo>
                  <a:pt x="188" y="322"/>
                </a:lnTo>
                <a:moveTo>
                  <a:pt x="221" y="442"/>
                </a:moveTo>
                <a:cubicBezTo>
                  <a:pt x="191" y="442"/>
                  <a:pt x="162" y="437"/>
                  <a:pt x="135" y="425"/>
                </a:cubicBezTo>
                <a:cubicBezTo>
                  <a:pt x="108" y="413"/>
                  <a:pt x="84" y="398"/>
                  <a:pt x="64" y="378"/>
                </a:cubicBezTo>
                <a:cubicBezTo>
                  <a:pt x="44" y="358"/>
                  <a:pt x="28" y="334"/>
                  <a:pt x="17" y="307"/>
                </a:cubicBezTo>
                <a:cubicBezTo>
                  <a:pt x="5" y="280"/>
                  <a:pt x="0" y="251"/>
                  <a:pt x="0" y="221"/>
                </a:cubicBezTo>
                <a:cubicBezTo>
                  <a:pt x="0" y="190"/>
                  <a:pt x="5" y="162"/>
                  <a:pt x="17" y="135"/>
                </a:cubicBezTo>
                <a:cubicBezTo>
                  <a:pt x="28" y="108"/>
                  <a:pt x="44" y="85"/>
                  <a:pt x="64" y="65"/>
                </a:cubicBezTo>
                <a:cubicBezTo>
                  <a:pt x="84" y="45"/>
                  <a:pt x="108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7" y="85"/>
                  <a:pt x="413" y="108"/>
                  <a:pt x="424" y="135"/>
                </a:cubicBezTo>
                <a:cubicBezTo>
                  <a:pt x="436" y="162"/>
                  <a:pt x="441" y="190"/>
                  <a:pt x="441" y="221"/>
                </a:cubicBezTo>
                <a:cubicBezTo>
                  <a:pt x="441" y="251"/>
                  <a:pt x="436" y="280"/>
                  <a:pt x="424" y="307"/>
                </a:cubicBezTo>
                <a:cubicBezTo>
                  <a:pt x="413" y="334"/>
                  <a:pt x="397" y="358"/>
                  <a:pt x="377" y="378"/>
                </a:cubicBezTo>
                <a:cubicBezTo>
                  <a:pt x="357" y="398"/>
                  <a:pt x="334" y="413"/>
                  <a:pt x="307" y="425"/>
                </a:cubicBezTo>
                <a:cubicBezTo>
                  <a:pt x="280" y="437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0" y="318"/>
                  <a:pt x="408" y="273"/>
                  <a:pt x="408" y="221"/>
                </a:cubicBezTo>
                <a:cubicBezTo>
                  <a:pt x="408" y="169"/>
                  <a:pt x="390" y="124"/>
                  <a:pt x="354" y="88"/>
                </a:cubicBezTo>
                <a:cubicBezTo>
                  <a:pt x="317" y="52"/>
                  <a:pt x="273" y="33"/>
                  <a:pt x="221" y="33"/>
                </a:cubicBezTo>
                <a:cubicBezTo>
                  <a:pt x="169" y="33"/>
                  <a:pt x="124" y="52"/>
                  <a:pt x="87" y="88"/>
                </a:cubicBezTo>
                <a:cubicBezTo>
                  <a:pt x="51" y="124"/>
                  <a:pt x="33" y="169"/>
                  <a:pt x="33" y="221"/>
                </a:cubicBezTo>
                <a:cubicBezTo>
                  <a:pt x="33" y="273"/>
                  <a:pt x="51" y="318"/>
                  <a:pt x="87" y="354"/>
                </a:cubicBezTo>
                <a:cubicBezTo>
                  <a:pt x="124" y="391"/>
                  <a:pt x="169" y="409"/>
                  <a:pt x="221" y="409"/>
                </a:cubicBezTo>
                <a:moveTo>
                  <a:pt x="221" y="221"/>
                </a:moveTo>
                <a:lnTo>
                  <a:pt x="221" y="221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8400960" y="516672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自動で後工程に流す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10534680" y="516672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743040" y="5500080"/>
            <a:ext cx="1542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ASI09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人の信頼の悪用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3562200" y="550008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人が出力を信じすぎる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2" name=""/>
          <p:cNvSpPr/>
          <p:nvPr/>
        </p:nvSpPr>
        <p:spPr>
          <a:xfrm>
            <a:off x="10321920" y="5540040"/>
            <a:ext cx="158760" cy="159120"/>
          </a:xfrm>
          <a:custGeom>
            <a:avLst/>
            <a:gdLst/>
            <a:ahLst/>
            <a:rect l="0" t="0" r="r" b="b"/>
            <a:pathLst>
              <a:path w="441" h="442">
                <a:moveTo>
                  <a:pt x="110" y="237"/>
                </a:moveTo>
                <a:lnTo>
                  <a:pt x="331" y="237"/>
                </a:lnTo>
                <a:lnTo>
                  <a:pt x="331" y="203"/>
                </a:lnTo>
                <a:lnTo>
                  <a:pt x="110" y="203"/>
                </a:lnTo>
                <a:lnTo>
                  <a:pt x="110" y="237"/>
                </a:lnTo>
                <a:moveTo>
                  <a:pt x="221" y="442"/>
                </a:moveTo>
                <a:cubicBezTo>
                  <a:pt x="191" y="442"/>
                  <a:pt x="162" y="437"/>
                  <a:pt x="135" y="425"/>
                </a:cubicBezTo>
                <a:cubicBezTo>
                  <a:pt x="108" y="413"/>
                  <a:pt x="84" y="398"/>
                  <a:pt x="64" y="378"/>
                </a:cubicBezTo>
                <a:cubicBezTo>
                  <a:pt x="44" y="358"/>
                  <a:pt x="28" y="334"/>
                  <a:pt x="17" y="307"/>
                </a:cubicBezTo>
                <a:cubicBezTo>
                  <a:pt x="5" y="281"/>
                  <a:pt x="0" y="252"/>
                  <a:pt x="0" y="221"/>
                </a:cubicBezTo>
                <a:cubicBezTo>
                  <a:pt x="0" y="190"/>
                  <a:pt x="5" y="162"/>
                  <a:pt x="17" y="135"/>
                </a:cubicBezTo>
                <a:cubicBezTo>
                  <a:pt x="28" y="108"/>
                  <a:pt x="44" y="85"/>
                  <a:pt x="64" y="65"/>
                </a:cubicBezTo>
                <a:cubicBezTo>
                  <a:pt x="84" y="45"/>
                  <a:pt x="108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7" y="85"/>
                  <a:pt x="413" y="108"/>
                  <a:pt x="424" y="135"/>
                </a:cubicBezTo>
                <a:cubicBezTo>
                  <a:pt x="436" y="162"/>
                  <a:pt x="441" y="190"/>
                  <a:pt x="441" y="221"/>
                </a:cubicBezTo>
                <a:cubicBezTo>
                  <a:pt x="441" y="252"/>
                  <a:pt x="436" y="281"/>
                  <a:pt x="424" y="307"/>
                </a:cubicBezTo>
                <a:cubicBezTo>
                  <a:pt x="413" y="334"/>
                  <a:pt x="397" y="358"/>
                  <a:pt x="377" y="378"/>
                </a:cubicBezTo>
                <a:cubicBezTo>
                  <a:pt x="357" y="398"/>
                  <a:pt x="334" y="413"/>
                  <a:pt x="307" y="425"/>
                </a:cubicBezTo>
                <a:cubicBezTo>
                  <a:pt x="280" y="437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4"/>
                </a:cubicBezTo>
                <a:cubicBezTo>
                  <a:pt x="390" y="318"/>
                  <a:pt x="408" y="274"/>
                  <a:pt x="408" y="221"/>
                </a:cubicBezTo>
                <a:cubicBezTo>
                  <a:pt x="408" y="169"/>
                  <a:pt x="390" y="124"/>
                  <a:pt x="354" y="88"/>
                </a:cubicBezTo>
                <a:cubicBezTo>
                  <a:pt x="317" y="52"/>
                  <a:pt x="273" y="34"/>
                  <a:pt x="221" y="34"/>
                </a:cubicBezTo>
                <a:cubicBezTo>
                  <a:pt x="169" y="34"/>
                  <a:pt x="124" y="52"/>
                  <a:pt x="87" y="88"/>
                </a:cubicBezTo>
                <a:cubicBezTo>
                  <a:pt x="51" y="124"/>
                  <a:pt x="33" y="169"/>
                  <a:pt x="33" y="221"/>
                </a:cubicBezTo>
                <a:cubicBezTo>
                  <a:pt x="33" y="274"/>
                  <a:pt x="51" y="318"/>
                  <a:pt x="87" y="354"/>
                </a:cubicBezTo>
                <a:cubicBezTo>
                  <a:pt x="124" y="391"/>
                  <a:pt x="169" y="409"/>
                  <a:pt x="221" y="409"/>
                </a:cubicBezTo>
                <a:moveTo>
                  <a:pt x="221" y="221"/>
                </a:moveTo>
                <a:lnTo>
                  <a:pt x="221" y="221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8400960" y="550008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確かめずに承認する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0534680" y="550008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743040" y="5833440"/>
            <a:ext cx="1695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ASI10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暴走エージェント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6" name=""/>
          <p:cNvSpPr/>
          <p:nvPr/>
        </p:nvSpPr>
        <p:spPr>
          <a:xfrm>
            <a:off x="5700960" y="5891760"/>
            <a:ext cx="142200" cy="102960"/>
          </a:xfrm>
          <a:custGeom>
            <a:avLst/>
            <a:gdLst/>
            <a:ahLst/>
            <a:rect l="0" t="0" r="r" b="b"/>
            <a:pathLst>
              <a:path w="395" h="286">
                <a:moveTo>
                  <a:pt x="136" y="286"/>
                </a:moveTo>
                <a:lnTo>
                  <a:pt x="0" y="150"/>
                </a:lnTo>
                <a:lnTo>
                  <a:pt x="26" y="123"/>
                </a:lnTo>
                <a:lnTo>
                  <a:pt x="136" y="233"/>
                </a:lnTo>
                <a:lnTo>
                  <a:pt x="369" y="0"/>
                </a:lnTo>
                <a:lnTo>
                  <a:pt x="395" y="26"/>
                </a:lnTo>
                <a:lnTo>
                  <a:pt x="136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47" name=""/>
          <p:cNvSpPr/>
          <p:nvPr/>
        </p:nvSpPr>
        <p:spPr>
          <a:xfrm>
            <a:off x="6424560" y="589176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7" y="286"/>
                </a:moveTo>
                <a:lnTo>
                  <a:pt x="0" y="150"/>
                </a:lnTo>
                <a:lnTo>
                  <a:pt x="26" y="123"/>
                </a:lnTo>
                <a:lnTo>
                  <a:pt x="137" y="233"/>
                </a:lnTo>
                <a:lnTo>
                  <a:pt x="370" y="0"/>
                </a:lnTo>
                <a:lnTo>
                  <a:pt x="396" y="26"/>
                </a:lnTo>
                <a:lnTo>
                  <a:pt x="137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48" name=""/>
          <p:cNvSpPr/>
          <p:nvPr/>
        </p:nvSpPr>
        <p:spPr>
          <a:xfrm>
            <a:off x="7148520" y="589176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7" y="286"/>
                </a:moveTo>
                <a:lnTo>
                  <a:pt x="0" y="150"/>
                </a:lnTo>
                <a:lnTo>
                  <a:pt x="26" y="123"/>
                </a:lnTo>
                <a:lnTo>
                  <a:pt x="137" y="233"/>
                </a:lnTo>
                <a:lnTo>
                  <a:pt x="370" y="0"/>
                </a:lnTo>
                <a:lnTo>
                  <a:pt x="396" y="26"/>
                </a:lnTo>
                <a:lnTo>
                  <a:pt x="137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49" name=""/>
          <p:cNvSpPr/>
          <p:nvPr/>
        </p:nvSpPr>
        <p:spPr>
          <a:xfrm>
            <a:off x="7929720" y="5891760"/>
            <a:ext cx="142560" cy="102960"/>
          </a:xfrm>
          <a:custGeom>
            <a:avLst/>
            <a:gdLst/>
            <a:ahLst/>
            <a:rect l="0" t="0" r="r" b="b"/>
            <a:pathLst>
              <a:path w="396" h="286">
                <a:moveTo>
                  <a:pt x="136" y="286"/>
                </a:moveTo>
                <a:lnTo>
                  <a:pt x="0" y="150"/>
                </a:lnTo>
                <a:lnTo>
                  <a:pt x="26" y="123"/>
                </a:lnTo>
                <a:lnTo>
                  <a:pt x="136" y="233"/>
                </a:lnTo>
                <a:lnTo>
                  <a:pt x="369" y="0"/>
                </a:lnTo>
                <a:lnTo>
                  <a:pt x="396" y="26"/>
                </a:lnTo>
                <a:lnTo>
                  <a:pt x="136" y="28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3562200" y="583344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役割から外れて動く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1" name=""/>
          <p:cNvSpPr/>
          <p:nvPr/>
        </p:nvSpPr>
        <p:spPr>
          <a:xfrm>
            <a:off x="10321920" y="5873400"/>
            <a:ext cx="158760" cy="159120"/>
          </a:xfrm>
          <a:custGeom>
            <a:avLst/>
            <a:gdLst/>
            <a:ahLst/>
            <a:rect l="0" t="0" r="r" b="b"/>
            <a:pathLst>
              <a:path w="441" h="442">
                <a:moveTo>
                  <a:pt x="188" y="322"/>
                </a:moveTo>
                <a:lnTo>
                  <a:pt x="344" y="165"/>
                </a:lnTo>
                <a:lnTo>
                  <a:pt x="319" y="140"/>
                </a:lnTo>
                <a:lnTo>
                  <a:pt x="188" y="272"/>
                </a:lnTo>
                <a:lnTo>
                  <a:pt x="121" y="206"/>
                </a:lnTo>
                <a:lnTo>
                  <a:pt x="97" y="231"/>
                </a:lnTo>
                <a:lnTo>
                  <a:pt x="188" y="322"/>
                </a:lnTo>
                <a:moveTo>
                  <a:pt x="221" y="442"/>
                </a:moveTo>
                <a:cubicBezTo>
                  <a:pt x="191" y="442"/>
                  <a:pt x="162" y="437"/>
                  <a:pt x="135" y="425"/>
                </a:cubicBezTo>
                <a:cubicBezTo>
                  <a:pt x="108" y="414"/>
                  <a:pt x="84" y="398"/>
                  <a:pt x="64" y="378"/>
                </a:cubicBezTo>
                <a:cubicBezTo>
                  <a:pt x="44" y="358"/>
                  <a:pt x="28" y="334"/>
                  <a:pt x="17" y="307"/>
                </a:cubicBezTo>
                <a:cubicBezTo>
                  <a:pt x="5" y="281"/>
                  <a:pt x="0" y="252"/>
                  <a:pt x="0" y="222"/>
                </a:cubicBezTo>
                <a:cubicBezTo>
                  <a:pt x="0" y="191"/>
                  <a:pt x="5" y="162"/>
                  <a:pt x="17" y="135"/>
                </a:cubicBezTo>
                <a:cubicBezTo>
                  <a:pt x="28" y="108"/>
                  <a:pt x="44" y="85"/>
                  <a:pt x="64" y="65"/>
                </a:cubicBezTo>
                <a:cubicBezTo>
                  <a:pt x="84" y="45"/>
                  <a:pt x="108" y="29"/>
                  <a:pt x="135" y="18"/>
                </a:cubicBezTo>
                <a:cubicBezTo>
                  <a:pt x="162" y="6"/>
                  <a:pt x="191" y="0"/>
                  <a:pt x="221" y="0"/>
                </a:cubicBezTo>
                <a:cubicBezTo>
                  <a:pt x="251" y="0"/>
                  <a:pt x="280" y="6"/>
                  <a:pt x="307" y="18"/>
                </a:cubicBezTo>
                <a:cubicBezTo>
                  <a:pt x="334" y="29"/>
                  <a:pt x="357" y="45"/>
                  <a:pt x="377" y="65"/>
                </a:cubicBezTo>
                <a:cubicBezTo>
                  <a:pt x="397" y="85"/>
                  <a:pt x="413" y="108"/>
                  <a:pt x="424" y="135"/>
                </a:cubicBezTo>
                <a:cubicBezTo>
                  <a:pt x="436" y="162"/>
                  <a:pt x="441" y="191"/>
                  <a:pt x="441" y="222"/>
                </a:cubicBezTo>
                <a:cubicBezTo>
                  <a:pt x="441" y="252"/>
                  <a:pt x="436" y="281"/>
                  <a:pt x="424" y="307"/>
                </a:cubicBezTo>
                <a:cubicBezTo>
                  <a:pt x="413" y="334"/>
                  <a:pt x="397" y="358"/>
                  <a:pt x="377" y="378"/>
                </a:cubicBezTo>
                <a:cubicBezTo>
                  <a:pt x="357" y="398"/>
                  <a:pt x="334" y="414"/>
                  <a:pt x="307" y="425"/>
                </a:cubicBezTo>
                <a:cubicBezTo>
                  <a:pt x="280" y="437"/>
                  <a:pt x="251" y="442"/>
                  <a:pt x="221" y="442"/>
                </a:cubicBezTo>
                <a:moveTo>
                  <a:pt x="221" y="409"/>
                </a:moveTo>
                <a:cubicBezTo>
                  <a:pt x="273" y="409"/>
                  <a:pt x="317" y="391"/>
                  <a:pt x="354" y="355"/>
                </a:cubicBezTo>
                <a:cubicBezTo>
                  <a:pt x="390" y="318"/>
                  <a:pt x="408" y="274"/>
                  <a:pt x="408" y="222"/>
                </a:cubicBezTo>
                <a:cubicBezTo>
                  <a:pt x="408" y="169"/>
                  <a:pt x="390" y="124"/>
                  <a:pt x="354" y="88"/>
                </a:cubicBezTo>
                <a:cubicBezTo>
                  <a:pt x="317" y="52"/>
                  <a:pt x="273" y="34"/>
                  <a:pt x="221" y="34"/>
                </a:cubicBezTo>
                <a:cubicBezTo>
                  <a:pt x="169" y="34"/>
                  <a:pt x="124" y="52"/>
                  <a:pt x="87" y="88"/>
                </a:cubicBezTo>
                <a:cubicBezTo>
                  <a:pt x="51" y="124"/>
                  <a:pt x="33" y="169"/>
                  <a:pt x="33" y="222"/>
                </a:cubicBezTo>
                <a:cubicBezTo>
                  <a:pt x="33" y="274"/>
                  <a:pt x="51" y="318"/>
                  <a:pt x="87" y="355"/>
                </a:cubicBezTo>
                <a:cubicBezTo>
                  <a:pt x="124" y="391"/>
                  <a:pt x="169" y="409"/>
                  <a:pt x="221" y="409"/>
                </a:cubicBezTo>
                <a:moveTo>
                  <a:pt x="221" y="222"/>
                </a:moveTo>
                <a:lnTo>
                  <a:pt x="221" y="22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8400960" y="583344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無人で動かす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10534680" y="583344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7956360" y="556560"/>
            <a:ext cx="3474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結論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管理策 ∕ 有効性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5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9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609480" y="392760"/>
            <a:ext cx="30445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つの管理策の配置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1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609480" y="1090800"/>
            <a:ext cx="82800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つの管理策は、ホストとの境界と外部との境界に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2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つずつ置かれる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3" name=""/>
          <p:cNvSpPr/>
          <p:nvPr/>
        </p:nvSpPr>
        <p:spPr>
          <a:xfrm>
            <a:off x="780840" y="3400200"/>
            <a:ext cx="1162440" cy="1581480"/>
          </a:xfrm>
          <a:custGeom>
            <a:avLst/>
            <a:gdLst/>
            <a:ahLst/>
            <a:rect l="0" t="0" r="r" b="b"/>
            <a:pathLst>
              <a:path w="3229" h="4393">
                <a:moveTo>
                  <a:pt x="0" y="420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44" y="0"/>
                </a:lnTo>
                <a:cubicBezTo>
                  <a:pt x="3056" y="0"/>
                  <a:pt x="3068" y="1"/>
                  <a:pt x="3080" y="4"/>
                </a:cubicBezTo>
                <a:cubicBezTo>
                  <a:pt x="3092" y="6"/>
                  <a:pt x="3103" y="10"/>
                  <a:pt x="3115" y="14"/>
                </a:cubicBezTo>
                <a:cubicBezTo>
                  <a:pt x="3126" y="19"/>
                  <a:pt x="3137" y="25"/>
                  <a:pt x="3147" y="31"/>
                </a:cubicBezTo>
                <a:cubicBezTo>
                  <a:pt x="3157" y="38"/>
                  <a:pt x="3166" y="46"/>
                  <a:pt x="3175" y="54"/>
                </a:cubicBezTo>
                <a:cubicBezTo>
                  <a:pt x="3183" y="63"/>
                  <a:pt x="3191" y="72"/>
                  <a:pt x="3198" y="82"/>
                </a:cubicBezTo>
                <a:cubicBezTo>
                  <a:pt x="3205" y="93"/>
                  <a:pt x="3210" y="103"/>
                  <a:pt x="3215" y="114"/>
                </a:cubicBezTo>
                <a:cubicBezTo>
                  <a:pt x="3220" y="126"/>
                  <a:pt x="3223" y="137"/>
                  <a:pt x="3225" y="149"/>
                </a:cubicBezTo>
                <a:cubicBezTo>
                  <a:pt x="3228" y="161"/>
                  <a:pt x="3229" y="173"/>
                  <a:pt x="3229" y="185"/>
                </a:cubicBezTo>
                <a:lnTo>
                  <a:pt x="3229" y="4208"/>
                </a:lnTo>
                <a:cubicBezTo>
                  <a:pt x="3229" y="4220"/>
                  <a:pt x="3228" y="4232"/>
                  <a:pt x="3225" y="4244"/>
                </a:cubicBezTo>
                <a:cubicBezTo>
                  <a:pt x="3223" y="4256"/>
                  <a:pt x="3220" y="4268"/>
                  <a:pt x="3215" y="4279"/>
                </a:cubicBezTo>
                <a:cubicBezTo>
                  <a:pt x="3210" y="4290"/>
                  <a:pt x="3205" y="4301"/>
                  <a:pt x="3198" y="4311"/>
                </a:cubicBezTo>
                <a:cubicBezTo>
                  <a:pt x="3191" y="4321"/>
                  <a:pt x="3183" y="4330"/>
                  <a:pt x="3175" y="4339"/>
                </a:cubicBezTo>
                <a:cubicBezTo>
                  <a:pt x="3166" y="4348"/>
                  <a:pt x="3157" y="4355"/>
                  <a:pt x="3147" y="4362"/>
                </a:cubicBezTo>
                <a:cubicBezTo>
                  <a:pt x="3137" y="4369"/>
                  <a:pt x="3126" y="4374"/>
                  <a:pt x="3115" y="4379"/>
                </a:cubicBezTo>
                <a:cubicBezTo>
                  <a:pt x="3103" y="4384"/>
                  <a:pt x="3092" y="4387"/>
                  <a:pt x="3080" y="4390"/>
                </a:cubicBezTo>
                <a:cubicBezTo>
                  <a:pt x="3068" y="4392"/>
                  <a:pt x="3056" y="4393"/>
                  <a:pt x="3044" y="4393"/>
                </a:cubicBezTo>
                <a:lnTo>
                  <a:pt x="185" y="4393"/>
                </a:lnTo>
                <a:cubicBezTo>
                  <a:pt x="173" y="4393"/>
                  <a:pt x="161" y="4392"/>
                  <a:pt x="149" y="4390"/>
                </a:cubicBezTo>
                <a:cubicBezTo>
                  <a:pt x="137" y="4387"/>
                  <a:pt x="126" y="4384"/>
                  <a:pt x="114" y="4379"/>
                </a:cubicBezTo>
                <a:cubicBezTo>
                  <a:pt x="103" y="4374"/>
                  <a:pt x="93" y="4369"/>
                  <a:pt x="82" y="4362"/>
                </a:cubicBezTo>
                <a:cubicBezTo>
                  <a:pt x="72" y="4355"/>
                  <a:pt x="63" y="4348"/>
                  <a:pt x="54" y="4339"/>
                </a:cubicBezTo>
                <a:cubicBezTo>
                  <a:pt x="46" y="4330"/>
                  <a:pt x="38" y="4321"/>
                  <a:pt x="31" y="4311"/>
                </a:cubicBezTo>
                <a:cubicBezTo>
                  <a:pt x="25" y="4301"/>
                  <a:pt x="19" y="4290"/>
                  <a:pt x="14" y="4279"/>
                </a:cubicBezTo>
                <a:cubicBezTo>
                  <a:pt x="10" y="4268"/>
                  <a:pt x="6" y="4256"/>
                  <a:pt x="4" y="4244"/>
                </a:cubicBezTo>
                <a:cubicBezTo>
                  <a:pt x="1" y="4232"/>
                  <a:pt x="0" y="4220"/>
                  <a:pt x="0" y="420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4" name=""/>
          <p:cNvSpPr/>
          <p:nvPr/>
        </p:nvSpPr>
        <p:spPr>
          <a:xfrm>
            <a:off x="780840" y="3400200"/>
            <a:ext cx="1162440" cy="1581480"/>
          </a:xfrm>
          <a:custGeom>
            <a:avLst/>
            <a:gdLst/>
            <a:ahLst/>
            <a:rect l="0" t="0" r="r" b="b"/>
            <a:pathLst>
              <a:path w="3229" h="4393">
                <a:moveTo>
                  <a:pt x="0" y="420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44" y="0"/>
                </a:lnTo>
                <a:cubicBezTo>
                  <a:pt x="3056" y="0"/>
                  <a:pt x="3068" y="1"/>
                  <a:pt x="3080" y="4"/>
                </a:cubicBezTo>
                <a:cubicBezTo>
                  <a:pt x="3092" y="6"/>
                  <a:pt x="3103" y="10"/>
                  <a:pt x="3115" y="14"/>
                </a:cubicBezTo>
                <a:cubicBezTo>
                  <a:pt x="3126" y="19"/>
                  <a:pt x="3137" y="25"/>
                  <a:pt x="3147" y="31"/>
                </a:cubicBezTo>
                <a:cubicBezTo>
                  <a:pt x="3157" y="38"/>
                  <a:pt x="3166" y="46"/>
                  <a:pt x="3175" y="54"/>
                </a:cubicBezTo>
                <a:cubicBezTo>
                  <a:pt x="3183" y="63"/>
                  <a:pt x="3191" y="72"/>
                  <a:pt x="3198" y="82"/>
                </a:cubicBezTo>
                <a:cubicBezTo>
                  <a:pt x="3205" y="93"/>
                  <a:pt x="3210" y="103"/>
                  <a:pt x="3215" y="114"/>
                </a:cubicBezTo>
                <a:cubicBezTo>
                  <a:pt x="3220" y="126"/>
                  <a:pt x="3223" y="137"/>
                  <a:pt x="3225" y="149"/>
                </a:cubicBezTo>
                <a:cubicBezTo>
                  <a:pt x="3228" y="161"/>
                  <a:pt x="3229" y="173"/>
                  <a:pt x="3229" y="185"/>
                </a:cubicBezTo>
                <a:lnTo>
                  <a:pt x="3229" y="4208"/>
                </a:lnTo>
                <a:cubicBezTo>
                  <a:pt x="3229" y="4220"/>
                  <a:pt x="3228" y="4232"/>
                  <a:pt x="3225" y="4244"/>
                </a:cubicBezTo>
                <a:cubicBezTo>
                  <a:pt x="3223" y="4256"/>
                  <a:pt x="3220" y="4268"/>
                  <a:pt x="3215" y="4279"/>
                </a:cubicBezTo>
                <a:cubicBezTo>
                  <a:pt x="3210" y="4290"/>
                  <a:pt x="3205" y="4301"/>
                  <a:pt x="3198" y="4311"/>
                </a:cubicBezTo>
                <a:cubicBezTo>
                  <a:pt x="3191" y="4321"/>
                  <a:pt x="3183" y="4330"/>
                  <a:pt x="3175" y="4339"/>
                </a:cubicBezTo>
                <a:cubicBezTo>
                  <a:pt x="3166" y="4348"/>
                  <a:pt x="3157" y="4355"/>
                  <a:pt x="3147" y="4362"/>
                </a:cubicBezTo>
                <a:cubicBezTo>
                  <a:pt x="3137" y="4369"/>
                  <a:pt x="3126" y="4374"/>
                  <a:pt x="3115" y="4379"/>
                </a:cubicBezTo>
                <a:cubicBezTo>
                  <a:pt x="3103" y="4384"/>
                  <a:pt x="3092" y="4387"/>
                  <a:pt x="3080" y="4390"/>
                </a:cubicBezTo>
                <a:cubicBezTo>
                  <a:pt x="3068" y="4392"/>
                  <a:pt x="3056" y="4393"/>
                  <a:pt x="3044" y="4393"/>
                </a:cubicBezTo>
                <a:lnTo>
                  <a:pt x="185" y="4393"/>
                </a:lnTo>
                <a:cubicBezTo>
                  <a:pt x="173" y="4393"/>
                  <a:pt x="161" y="4392"/>
                  <a:pt x="149" y="4390"/>
                </a:cubicBezTo>
                <a:cubicBezTo>
                  <a:pt x="137" y="4387"/>
                  <a:pt x="126" y="4384"/>
                  <a:pt x="114" y="4379"/>
                </a:cubicBezTo>
                <a:cubicBezTo>
                  <a:pt x="103" y="4374"/>
                  <a:pt x="93" y="4369"/>
                  <a:pt x="82" y="4362"/>
                </a:cubicBezTo>
                <a:cubicBezTo>
                  <a:pt x="72" y="4355"/>
                  <a:pt x="63" y="4348"/>
                  <a:pt x="54" y="4339"/>
                </a:cubicBezTo>
                <a:cubicBezTo>
                  <a:pt x="46" y="4330"/>
                  <a:pt x="38" y="4321"/>
                  <a:pt x="31" y="4311"/>
                </a:cubicBezTo>
                <a:cubicBezTo>
                  <a:pt x="25" y="4301"/>
                  <a:pt x="19" y="4290"/>
                  <a:pt x="14" y="4279"/>
                </a:cubicBezTo>
                <a:cubicBezTo>
                  <a:pt x="10" y="4268"/>
                  <a:pt x="6" y="4256"/>
                  <a:pt x="4" y="4244"/>
                </a:cubicBezTo>
                <a:cubicBezTo>
                  <a:pt x="1" y="4232"/>
                  <a:pt x="0" y="4220"/>
                  <a:pt x="0" y="420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5" name=""/>
          <p:cNvSpPr/>
          <p:nvPr/>
        </p:nvSpPr>
        <p:spPr>
          <a:xfrm>
            <a:off x="942840" y="3676320"/>
            <a:ext cx="838440" cy="686520"/>
          </a:xfrm>
          <a:custGeom>
            <a:avLst/>
            <a:gdLst/>
            <a:ahLst/>
            <a:rect l="0" t="0" r="r" b="b"/>
            <a:pathLst>
              <a:path w="2329" h="1907">
                <a:moveTo>
                  <a:pt x="0" y="1907"/>
                </a:moveTo>
                <a:lnTo>
                  <a:pt x="0" y="1749"/>
                </a:lnTo>
                <a:lnTo>
                  <a:pt x="2329" y="1749"/>
                </a:lnTo>
                <a:lnTo>
                  <a:pt x="2329" y="1907"/>
                </a:lnTo>
                <a:lnTo>
                  <a:pt x="0" y="1907"/>
                </a:lnTo>
                <a:moveTo>
                  <a:pt x="264" y="1589"/>
                </a:moveTo>
                <a:cubicBezTo>
                  <a:pt x="222" y="1589"/>
                  <a:pt x="185" y="1573"/>
                  <a:pt x="153" y="1541"/>
                </a:cubicBezTo>
                <a:cubicBezTo>
                  <a:pt x="122" y="1510"/>
                  <a:pt x="106" y="1472"/>
                  <a:pt x="106" y="1430"/>
                </a:cubicBezTo>
                <a:lnTo>
                  <a:pt x="106" y="159"/>
                </a:lnTo>
                <a:cubicBezTo>
                  <a:pt x="106" y="117"/>
                  <a:pt x="122" y="80"/>
                  <a:pt x="153" y="48"/>
                </a:cubicBezTo>
                <a:cubicBezTo>
                  <a:pt x="185" y="16"/>
                  <a:pt x="222" y="0"/>
                  <a:pt x="264" y="0"/>
                </a:cubicBezTo>
                <a:lnTo>
                  <a:pt x="2065" y="0"/>
                </a:lnTo>
                <a:cubicBezTo>
                  <a:pt x="2107" y="0"/>
                  <a:pt x="2144" y="16"/>
                  <a:pt x="2176" y="48"/>
                </a:cubicBezTo>
                <a:cubicBezTo>
                  <a:pt x="2207" y="80"/>
                  <a:pt x="2223" y="117"/>
                  <a:pt x="2223" y="159"/>
                </a:cubicBezTo>
                <a:lnTo>
                  <a:pt x="2223" y="1430"/>
                </a:lnTo>
                <a:cubicBezTo>
                  <a:pt x="2223" y="1472"/>
                  <a:pt x="2207" y="1510"/>
                  <a:pt x="2176" y="1541"/>
                </a:cubicBezTo>
                <a:cubicBezTo>
                  <a:pt x="2144" y="1573"/>
                  <a:pt x="2107" y="1589"/>
                  <a:pt x="2065" y="1589"/>
                </a:cubicBezTo>
                <a:lnTo>
                  <a:pt x="264" y="1589"/>
                </a:lnTo>
                <a:moveTo>
                  <a:pt x="264" y="1430"/>
                </a:moveTo>
                <a:lnTo>
                  <a:pt x="2065" y="1430"/>
                </a:lnTo>
                <a:lnTo>
                  <a:pt x="2065" y="159"/>
                </a:lnTo>
                <a:lnTo>
                  <a:pt x="264" y="159"/>
                </a:lnTo>
                <a:lnTo>
                  <a:pt x="264" y="1430"/>
                </a:lnTo>
                <a:moveTo>
                  <a:pt x="264" y="1430"/>
                </a:moveTo>
                <a:lnTo>
                  <a:pt x="264" y="159"/>
                </a:lnTo>
                <a:lnTo>
                  <a:pt x="264" y="143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799920" y="1716120"/>
            <a:ext cx="3467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管理策は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つの領域の境界で働く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7" name=""/>
          <p:cNvSpPr/>
          <p:nvPr/>
        </p:nvSpPr>
        <p:spPr>
          <a:xfrm>
            <a:off x="5648040" y="3400200"/>
            <a:ext cx="1162440" cy="1581480"/>
          </a:xfrm>
          <a:custGeom>
            <a:avLst/>
            <a:gdLst/>
            <a:ahLst/>
            <a:rect l="0" t="0" r="r" b="b"/>
            <a:pathLst>
              <a:path w="3229" h="4393">
                <a:moveTo>
                  <a:pt x="0" y="420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44" y="0"/>
                </a:lnTo>
                <a:cubicBezTo>
                  <a:pt x="3056" y="0"/>
                  <a:pt x="3068" y="1"/>
                  <a:pt x="3080" y="4"/>
                </a:cubicBezTo>
                <a:cubicBezTo>
                  <a:pt x="3092" y="6"/>
                  <a:pt x="3104" y="10"/>
                  <a:pt x="3115" y="14"/>
                </a:cubicBezTo>
                <a:cubicBezTo>
                  <a:pt x="3126" y="19"/>
                  <a:pt x="3137" y="25"/>
                  <a:pt x="3147" y="31"/>
                </a:cubicBezTo>
                <a:cubicBezTo>
                  <a:pt x="3157" y="38"/>
                  <a:pt x="3166" y="46"/>
                  <a:pt x="3175" y="54"/>
                </a:cubicBezTo>
                <a:cubicBezTo>
                  <a:pt x="3184" y="63"/>
                  <a:pt x="3191" y="72"/>
                  <a:pt x="3198" y="82"/>
                </a:cubicBezTo>
                <a:cubicBezTo>
                  <a:pt x="3205" y="93"/>
                  <a:pt x="3210" y="103"/>
                  <a:pt x="3215" y="114"/>
                </a:cubicBezTo>
                <a:cubicBezTo>
                  <a:pt x="3220" y="126"/>
                  <a:pt x="3223" y="137"/>
                  <a:pt x="3226" y="149"/>
                </a:cubicBezTo>
                <a:cubicBezTo>
                  <a:pt x="3228" y="161"/>
                  <a:pt x="3229" y="173"/>
                  <a:pt x="3229" y="185"/>
                </a:cubicBezTo>
                <a:lnTo>
                  <a:pt x="3229" y="4208"/>
                </a:lnTo>
                <a:cubicBezTo>
                  <a:pt x="3229" y="4220"/>
                  <a:pt x="3228" y="4232"/>
                  <a:pt x="3226" y="4244"/>
                </a:cubicBezTo>
                <a:cubicBezTo>
                  <a:pt x="3223" y="4256"/>
                  <a:pt x="3220" y="4268"/>
                  <a:pt x="3215" y="4279"/>
                </a:cubicBezTo>
                <a:cubicBezTo>
                  <a:pt x="3210" y="4290"/>
                  <a:pt x="3205" y="4301"/>
                  <a:pt x="3198" y="4311"/>
                </a:cubicBezTo>
                <a:cubicBezTo>
                  <a:pt x="3191" y="4321"/>
                  <a:pt x="3184" y="4330"/>
                  <a:pt x="3175" y="4339"/>
                </a:cubicBezTo>
                <a:cubicBezTo>
                  <a:pt x="3166" y="4348"/>
                  <a:pt x="3157" y="4355"/>
                  <a:pt x="3147" y="4362"/>
                </a:cubicBezTo>
                <a:cubicBezTo>
                  <a:pt x="3137" y="4369"/>
                  <a:pt x="3126" y="4374"/>
                  <a:pt x="3115" y="4379"/>
                </a:cubicBezTo>
                <a:cubicBezTo>
                  <a:pt x="3104" y="4384"/>
                  <a:pt x="3092" y="4387"/>
                  <a:pt x="3080" y="4390"/>
                </a:cubicBezTo>
                <a:cubicBezTo>
                  <a:pt x="3068" y="4392"/>
                  <a:pt x="3056" y="4393"/>
                  <a:pt x="3044" y="4393"/>
                </a:cubicBezTo>
                <a:lnTo>
                  <a:pt x="185" y="4393"/>
                </a:lnTo>
                <a:cubicBezTo>
                  <a:pt x="173" y="4393"/>
                  <a:pt x="161" y="4392"/>
                  <a:pt x="149" y="4390"/>
                </a:cubicBezTo>
                <a:cubicBezTo>
                  <a:pt x="137" y="4387"/>
                  <a:pt x="126" y="4384"/>
                  <a:pt x="115" y="4379"/>
                </a:cubicBezTo>
                <a:cubicBezTo>
                  <a:pt x="103" y="4374"/>
                  <a:pt x="93" y="4369"/>
                  <a:pt x="83" y="4362"/>
                </a:cubicBezTo>
                <a:cubicBezTo>
                  <a:pt x="72" y="4355"/>
                  <a:pt x="63" y="4348"/>
                  <a:pt x="55" y="4339"/>
                </a:cubicBezTo>
                <a:cubicBezTo>
                  <a:pt x="46" y="4330"/>
                  <a:pt x="38" y="4321"/>
                  <a:pt x="32" y="4311"/>
                </a:cubicBezTo>
                <a:cubicBezTo>
                  <a:pt x="25" y="4301"/>
                  <a:pt x="19" y="4290"/>
                  <a:pt x="14" y="4279"/>
                </a:cubicBezTo>
                <a:cubicBezTo>
                  <a:pt x="10" y="4268"/>
                  <a:pt x="6" y="4256"/>
                  <a:pt x="4" y="4244"/>
                </a:cubicBezTo>
                <a:cubicBezTo>
                  <a:pt x="1" y="4232"/>
                  <a:pt x="0" y="4220"/>
                  <a:pt x="0" y="420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8" name=""/>
          <p:cNvSpPr/>
          <p:nvPr/>
        </p:nvSpPr>
        <p:spPr>
          <a:xfrm>
            <a:off x="5648040" y="3400200"/>
            <a:ext cx="1162440" cy="1581480"/>
          </a:xfrm>
          <a:custGeom>
            <a:avLst/>
            <a:gdLst/>
            <a:ahLst/>
            <a:rect l="0" t="0" r="r" b="b"/>
            <a:pathLst>
              <a:path w="3229" h="4393">
                <a:moveTo>
                  <a:pt x="0" y="420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44" y="0"/>
                </a:lnTo>
                <a:cubicBezTo>
                  <a:pt x="3056" y="0"/>
                  <a:pt x="3068" y="1"/>
                  <a:pt x="3080" y="4"/>
                </a:cubicBezTo>
                <a:cubicBezTo>
                  <a:pt x="3092" y="6"/>
                  <a:pt x="3104" y="10"/>
                  <a:pt x="3115" y="14"/>
                </a:cubicBezTo>
                <a:cubicBezTo>
                  <a:pt x="3126" y="19"/>
                  <a:pt x="3137" y="25"/>
                  <a:pt x="3147" y="31"/>
                </a:cubicBezTo>
                <a:cubicBezTo>
                  <a:pt x="3157" y="38"/>
                  <a:pt x="3166" y="46"/>
                  <a:pt x="3175" y="54"/>
                </a:cubicBezTo>
                <a:cubicBezTo>
                  <a:pt x="3184" y="63"/>
                  <a:pt x="3191" y="72"/>
                  <a:pt x="3198" y="82"/>
                </a:cubicBezTo>
                <a:cubicBezTo>
                  <a:pt x="3205" y="93"/>
                  <a:pt x="3210" y="103"/>
                  <a:pt x="3215" y="114"/>
                </a:cubicBezTo>
                <a:cubicBezTo>
                  <a:pt x="3220" y="126"/>
                  <a:pt x="3223" y="137"/>
                  <a:pt x="3226" y="149"/>
                </a:cubicBezTo>
                <a:cubicBezTo>
                  <a:pt x="3228" y="161"/>
                  <a:pt x="3229" y="173"/>
                  <a:pt x="3229" y="185"/>
                </a:cubicBezTo>
                <a:lnTo>
                  <a:pt x="3229" y="4208"/>
                </a:lnTo>
                <a:cubicBezTo>
                  <a:pt x="3229" y="4220"/>
                  <a:pt x="3228" y="4232"/>
                  <a:pt x="3226" y="4244"/>
                </a:cubicBezTo>
                <a:cubicBezTo>
                  <a:pt x="3223" y="4256"/>
                  <a:pt x="3220" y="4268"/>
                  <a:pt x="3215" y="4279"/>
                </a:cubicBezTo>
                <a:cubicBezTo>
                  <a:pt x="3210" y="4290"/>
                  <a:pt x="3205" y="4301"/>
                  <a:pt x="3198" y="4311"/>
                </a:cubicBezTo>
                <a:cubicBezTo>
                  <a:pt x="3191" y="4321"/>
                  <a:pt x="3184" y="4330"/>
                  <a:pt x="3175" y="4339"/>
                </a:cubicBezTo>
                <a:cubicBezTo>
                  <a:pt x="3166" y="4348"/>
                  <a:pt x="3157" y="4355"/>
                  <a:pt x="3147" y="4362"/>
                </a:cubicBezTo>
                <a:cubicBezTo>
                  <a:pt x="3137" y="4369"/>
                  <a:pt x="3126" y="4374"/>
                  <a:pt x="3115" y="4379"/>
                </a:cubicBezTo>
                <a:cubicBezTo>
                  <a:pt x="3104" y="4384"/>
                  <a:pt x="3092" y="4387"/>
                  <a:pt x="3080" y="4390"/>
                </a:cubicBezTo>
                <a:cubicBezTo>
                  <a:pt x="3068" y="4392"/>
                  <a:pt x="3056" y="4393"/>
                  <a:pt x="3044" y="4393"/>
                </a:cubicBezTo>
                <a:lnTo>
                  <a:pt x="185" y="4393"/>
                </a:lnTo>
                <a:cubicBezTo>
                  <a:pt x="173" y="4393"/>
                  <a:pt x="161" y="4392"/>
                  <a:pt x="149" y="4390"/>
                </a:cubicBezTo>
                <a:cubicBezTo>
                  <a:pt x="137" y="4387"/>
                  <a:pt x="126" y="4384"/>
                  <a:pt x="115" y="4379"/>
                </a:cubicBezTo>
                <a:cubicBezTo>
                  <a:pt x="103" y="4374"/>
                  <a:pt x="93" y="4369"/>
                  <a:pt x="83" y="4362"/>
                </a:cubicBezTo>
                <a:cubicBezTo>
                  <a:pt x="72" y="4355"/>
                  <a:pt x="63" y="4348"/>
                  <a:pt x="55" y="4339"/>
                </a:cubicBezTo>
                <a:cubicBezTo>
                  <a:pt x="46" y="4330"/>
                  <a:pt x="38" y="4321"/>
                  <a:pt x="32" y="4311"/>
                </a:cubicBezTo>
                <a:cubicBezTo>
                  <a:pt x="25" y="4301"/>
                  <a:pt x="19" y="4290"/>
                  <a:pt x="14" y="4279"/>
                </a:cubicBezTo>
                <a:cubicBezTo>
                  <a:pt x="10" y="4268"/>
                  <a:pt x="6" y="4256"/>
                  <a:pt x="4" y="4244"/>
                </a:cubicBezTo>
                <a:cubicBezTo>
                  <a:pt x="1" y="4232"/>
                  <a:pt x="0" y="4220"/>
                  <a:pt x="0" y="420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9" name=""/>
          <p:cNvSpPr/>
          <p:nvPr/>
        </p:nvSpPr>
        <p:spPr>
          <a:xfrm>
            <a:off x="5886360" y="3635640"/>
            <a:ext cx="686520" cy="767880"/>
          </a:xfrm>
          <a:custGeom>
            <a:avLst/>
            <a:gdLst/>
            <a:ahLst/>
            <a:rect l="0" t="0" r="r" b="b"/>
            <a:pathLst>
              <a:path w="1907" h="2133">
                <a:moveTo>
                  <a:pt x="874" y="1929"/>
                </a:moveTo>
                <a:lnTo>
                  <a:pt x="874" y="1111"/>
                </a:lnTo>
                <a:lnTo>
                  <a:pt x="158" y="698"/>
                </a:lnTo>
                <a:lnTo>
                  <a:pt x="158" y="1516"/>
                </a:lnTo>
                <a:lnTo>
                  <a:pt x="874" y="1929"/>
                </a:lnTo>
                <a:moveTo>
                  <a:pt x="1033" y="1929"/>
                </a:moveTo>
                <a:lnTo>
                  <a:pt x="1748" y="1516"/>
                </a:lnTo>
                <a:lnTo>
                  <a:pt x="1748" y="695"/>
                </a:lnTo>
                <a:lnTo>
                  <a:pt x="1033" y="1110"/>
                </a:lnTo>
                <a:lnTo>
                  <a:pt x="1033" y="1929"/>
                </a:lnTo>
                <a:moveTo>
                  <a:pt x="953" y="976"/>
                </a:moveTo>
                <a:lnTo>
                  <a:pt x="1658" y="566"/>
                </a:lnTo>
                <a:lnTo>
                  <a:pt x="953" y="158"/>
                </a:lnTo>
                <a:lnTo>
                  <a:pt x="246" y="566"/>
                </a:lnTo>
                <a:lnTo>
                  <a:pt x="953" y="976"/>
                </a:lnTo>
                <a:moveTo>
                  <a:pt x="79" y="1654"/>
                </a:moveTo>
                <a:cubicBezTo>
                  <a:pt x="54" y="1639"/>
                  <a:pt x="34" y="1619"/>
                  <a:pt x="21" y="1595"/>
                </a:cubicBezTo>
                <a:cubicBezTo>
                  <a:pt x="7" y="1570"/>
                  <a:pt x="0" y="1544"/>
                  <a:pt x="0" y="1516"/>
                </a:cubicBezTo>
                <a:lnTo>
                  <a:pt x="0" y="616"/>
                </a:lnTo>
                <a:cubicBezTo>
                  <a:pt x="0" y="588"/>
                  <a:pt x="7" y="562"/>
                  <a:pt x="21" y="537"/>
                </a:cubicBezTo>
                <a:cubicBezTo>
                  <a:pt x="34" y="513"/>
                  <a:pt x="54" y="493"/>
                  <a:pt x="79" y="479"/>
                </a:cubicBezTo>
                <a:lnTo>
                  <a:pt x="874" y="21"/>
                </a:lnTo>
                <a:cubicBezTo>
                  <a:pt x="899" y="7"/>
                  <a:pt x="926" y="0"/>
                  <a:pt x="954" y="0"/>
                </a:cubicBezTo>
                <a:cubicBezTo>
                  <a:pt x="982" y="0"/>
                  <a:pt x="1008" y="7"/>
                  <a:pt x="1033" y="21"/>
                </a:cubicBezTo>
                <a:lnTo>
                  <a:pt x="1827" y="479"/>
                </a:lnTo>
                <a:cubicBezTo>
                  <a:pt x="1853" y="493"/>
                  <a:pt x="1872" y="513"/>
                  <a:pt x="1886" y="537"/>
                </a:cubicBezTo>
                <a:cubicBezTo>
                  <a:pt x="1900" y="562"/>
                  <a:pt x="1907" y="588"/>
                  <a:pt x="1907" y="616"/>
                </a:cubicBezTo>
                <a:lnTo>
                  <a:pt x="1907" y="1516"/>
                </a:lnTo>
                <a:cubicBezTo>
                  <a:pt x="1907" y="1544"/>
                  <a:pt x="1900" y="1570"/>
                  <a:pt x="1886" y="1595"/>
                </a:cubicBezTo>
                <a:cubicBezTo>
                  <a:pt x="1872" y="1619"/>
                  <a:pt x="1853" y="1639"/>
                  <a:pt x="1827" y="1654"/>
                </a:cubicBezTo>
                <a:lnTo>
                  <a:pt x="1033" y="2112"/>
                </a:lnTo>
                <a:cubicBezTo>
                  <a:pt x="1007" y="2126"/>
                  <a:pt x="981" y="2133"/>
                  <a:pt x="953" y="2133"/>
                </a:cubicBezTo>
                <a:cubicBezTo>
                  <a:pt x="925" y="2133"/>
                  <a:pt x="899" y="2126"/>
                  <a:pt x="874" y="2112"/>
                </a:cubicBezTo>
                <a:lnTo>
                  <a:pt x="79" y="1654"/>
                </a:lnTo>
                <a:moveTo>
                  <a:pt x="953" y="1066"/>
                </a:moveTo>
                <a:lnTo>
                  <a:pt x="953" y="106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1016640" y="4478400"/>
            <a:ext cx="686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1" name=""/>
          <p:cNvSpPr/>
          <p:nvPr/>
        </p:nvSpPr>
        <p:spPr>
          <a:xfrm>
            <a:off x="10248840" y="3400200"/>
            <a:ext cx="1162440" cy="1581480"/>
          </a:xfrm>
          <a:custGeom>
            <a:avLst/>
            <a:gdLst/>
            <a:ahLst/>
            <a:rect l="0" t="0" r="r" b="b"/>
            <a:pathLst>
              <a:path w="3229" h="4393">
                <a:moveTo>
                  <a:pt x="0" y="420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43" y="0"/>
                </a:lnTo>
                <a:cubicBezTo>
                  <a:pt x="3056" y="0"/>
                  <a:pt x="3068" y="1"/>
                  <a:pt x="3080" y="4"/>
                </a:cubicBezTo>
                <a:cubicBezTo>
                  <a:pt x="3091" y="6"/>
                  <a:pt x="3103" y="10"/>
                  <a:pt x="3114" y="14"/>
                </a:cubicBezTo>
                <a:cubicBezTo>
                  <a:pt x="3125" y="19"/>
                  <a:pt x="3136" y="25"/>
                  <a:pt x="3146" y="31"/>
                </a:cubicBezTo>
                <a:cubicBezTo>
                  <a:pt x="3156" y="38"/>
                  <a:pt x="3166" y="46"/>
                  <a:pt x="3174" y="54"/>
                </a:cubicBezTo>
                <a:cubicBezTo>
                  <a:pt x="3183" y="63"/>
                  <a:pt x="3191" y="72"/>
                  <a:pt x="3197" y="82"/>
                </a:cubicBezTo>
                <a:cubicBezTo>
                  <a:pt x="3204" y="93"/>
                  <a:pt x="3210" y="103"/>
                  <a:pt x="3214" y="114"/>
                </a:cubicBezTo>
                <a:cubicBezTo>
                  <a:pt x="3219" y="126"/>
                  <a:pt x="3223" y="137"/>
                  <a:pt x="3225" y="149"/>
                </a:cubicBezTo>
                <a:cubicBezTo>
                  <a:pt x="3227" y="161"/>
                  <a:pt x="3229" y="173"/>
                  <a:pt x="3229" y="185"/>
                </a:cubicBezTo>
                <a:lnTo>
                  <a:pt x="3229" y="4208"/>
                </a:lnTo>
                <a:cubicBezTo>
                  <a:pt x="3229" y="4220"/>
                  <a:pt x="3227" y="4232"/>
                  <a:pt x="3225" y="4244"/>
                </a:cubicBezTo>
                <a:cubicBezTo>
                  <a:pt x="3223" y="4256"/>
                  <a:pt x="3219" y="4268"/>
                  <a:pt x="3214" y="4279"/>
                </a:cubicBezTo>
                <a:cubicBezTo>
                  <a:pt x="3210" y="4290"/>
                  <a:pt x="3204" y="4301"/>
                  <a:pt x="3197" y="4311"/>
                </a:cubicBezTo>
                <a:cubicBezTo>
                  <a:pt x="3191" y="4321"/>
                  <a:pt x="3183" y="4330"/>
                  <a:pt x="3174" y="4339"/>
                </a:cubicBezTo>
                <a:cubicBezTo>
                  <a:pt x="3166" y="4348"/>
                  <a:pt x="3156" y="4355"/>
                  <a:pt x="3146" y="4362"/>
                </a:cubicBezTo>
                <a:cubicBezTo>
                  <a:pt x="3136" y="4369"/>
                  <a:pt x="3125" y="4374"/>
                  <a:pt x="3114" y="4379"/>
                </a:cubicBezTo>
                <a:cubicBezTo>
                  <a:pt x="3103" y="4384"/>
                  <a:pt x="3091" y="4387"/>
                  <a:pt x="3080" y="4390"/>
                </a:cubicBezTo>
                <a:cubicBezTo>
                  <a:pt x="3068" y="4392"/>
                  <a:pt x="3056" y="4393"/>
                  <a:pt x="3043" y="4393"/>
                </a:cubicBezTo>
                <a:lnTo>
                  <a:pt x="185" y="4393"/>
                </a:lnTo>
                <a:cubicBezTo>
                  <a:pt x="173" y="4393"/>
                  <a:pt x="161" y="4392"/>
                  <a:pt x="149" y="4390"/>
                </a:cubicBezTo>
                <a:cubicBezTo>
                  <a:pt x="137" y="4387"/>
                  <a:pt x="125" y="4384"/>
                  <a:pt x="114" y="4379"/>
                </a:cubicBezTo>
                <a:cubicBezTo>
                  <a:pt x="103" y="4374"/>
                  <a:pt x="92" y="4369"/>
                  <a:pt x="82" y="4362"/>
                </a:cubicBezTo>
                <a:cubicBezTo>
                  <a:pt x="72" y="4355"/>
                  <a:pt x="63" y="4348"/>
                  <a:pt x="54" y="4339"/>
                </a:cubicBezTo>
                <a:cubicBezTo>
                  <a:pt x="45" y="4330"/>
                  <a:pt x="38" y="4321"/>
                  <a:pt x="31" y="4311"/>
                </a:cubicBezTo>
                <a:cubicBezTo>
                  <a:pt x="24" y="4301"/>
                  <a:pt x="18" y="4290"/>
                  <a:pt x="14" y="4279"/>
                </a:cubicBezTo>
                <a:cubicBezTo>
                  <a:pt x="9" y="4268"/>
                  <a:pt x="6" y="4256"/>
                  <a:pt x="3" y="4244"/>
                </a:cubicBezTo>
                <a:cubicBezTo>
                  <a:pt x="1" y="4232"/>
                  <a:pt x="0" y="4220"/>
                  <a:pt x="0" y="420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2" name=""/>
          <p:cNvSpPr/>
          <p:nvPr/>
        </p:nvSpPr>
        <p:spPr>
          <a:xfrm>
            <a:off x="10248840" y="3400200"/>
            <a:ext cx="1162440" cy="1581480"/>
          </a:xfrm>
          <a:custGeom>
            <a:avLst/>
            <a:gdLst/>
            <a:ahLst/>
            <a:rect l="0" t="0" r="r" b="b"/>
            <a:pathLst>
              <a:path w="3229" h="4393">
                <a:moveTo>
                  <a:pt x="0" y="420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43" y="0"/>
                </a:lnTo>
                <a:cubicBezTo>
                  <a:pt x="3056" y="0"/>
                  <a:pt x="3068" y="1"/>
                  <a:pt x="3080" y="4"/>
                </a:cubicBezTo>
                <a:cubicBezTo>
                  <a:pt x="3091" y="6"/>
                  <a:pt x="3103" y="10"/>
                  <a:pt x="3114" y="14"/>
                </a:cubicBezTo>
                <a:cubicBezTo>
                  <a:pt x="3125" y="19"/>
                  <a:pt x="3136" y="25"/>
                  <a:pt x="3146" y="31"/>
                </a:cubicBezTo>
                <a:cubicBezTo>
                  <a:pt x="3156" y="38"/>
                  <a:pt x="3166" y="46"/>
                  <a:pt x="3174" y="54"/>
                </a:cubicBezTo>
                <a:cubicBezTo>
                  <a:pt x="3183" y="63"/>
                  <a:pt x="3191" y="72"/>
                  <a:pt x="3197" y="82"/>
                </a:cubicBezTo>
                <a:cubicBezTo>
                  <a:pt x="3204" y="93"/>
                  <a:pt x="3210" y="103"/>
                  <a:pt x="3214" y="114"/>
                </a:cubicBezTo>
                <a:cubicBezTo>
                  <a:pt x="3219" y="126"/>
                  <a:pt x="3223" y="137"/>
                  <a:pt x="3225" y="149"/>
                </a:cubicBezTo>
                <a:cubicBezTo>
                  <a:pt x="3227" y="161"/>
                  <a:pt x="3229" y="173"/>
                  <a:pt x="3229" y="185"/>
                </a:cubicBezTo>
                <a:lnTo>
                  <a:pt x="3229" y="4208"/>
                </a:lnTo>
                <a:cubicBezTo>
                  <a:pt x="3229" y="4220"/>
                  <a:pt x="3227" y="4232"/>
                  <a:pt x="3225" y="4244"/>
                </a:cubicBezTo>
                <a:cubicBezTo>
                  <a:pt x="3223" y="4256"/>
                  <a:pt x="3219" y="4268"/>
                  <a:pt x="3214" y="4279"/>
                </a:cubicBezTo>
                <a:cubicBezTo>
                  <a:pt x="3210" y="4290"/>
                  <a:pt x="3204" y="4301"/>
                  <a:pt x="3197" y="4311"/>
                </a:cubicBezTo>
                <a:cubicBezTo>
                  <a:pt x="3191" y="4321"/>
                  <a:pt x="3183" y="4330"/>
                  <a:pt x="3174" y="4339"/>
                </a:cubicBezTo>
                <a:cubicBezTo>
                  <a:pt x="3166" y="4348"/>
                  <a:pt x="3156" y="4355"/>
                  <a:pt x="3146" y="4362"/>
                </a:cubicBezTo>
                <a:cubicBezTo>
                  <a:pt x="3136" y="4369"/>
                  <a:pt x="3125" y="4374"/>
                  <a:pt x="3114" y="4379"/>
                </a:cubicBezTo>
                <a:cubicBezTo>
                  <a:pt x="3103" y="4384"/>
                  <a:pt x="3091" y="4387"/>
                  <a:pt x="3080" y="4390"/>
                </a:cubicBezTo>
                <a:cubicBezTo>
                  <a:pt x="3068" y="4392"/>
                  <a:pt x="3056" y="4393"/>
                  <a:pt x="3043" y="4393"/>
                </a:cubicBezTo>
                <a:lnTo>
                  <a:pt x="185" y="4393"/>
                </a:lnTo>
                <a:cubicBezTo>
                  <a:pt x="173" y="4393"/>
                  <a:pt x="161" y="4392"/>
                  <a:pt x="149" y="4390"/>
                </a:cubicBezTo>
                <a:cubicBezTo>
                  <a:pt x="137" y="4387"/>
                  <a:pt x="125" y="4384"/>
                  <a:pt x="114" y="4379"/>
                </a:cubicBezTo>
                <a:cubicBezTo>
                  <a:pt x="103" y="4374"/>
                  <a:pt x="92" y="4369"/>
                  <a:pt x="82" y="4362"/>
                </a:cubicBezTo>
                <a:cubicBezTo>
                  <a:pt x="72" y="4355"/>
                  <a:pt x="63" y="4348"/>
                  <a:pt x="54" y="4339"/>
                </a:cubicBezTo>
                <a:cubicBezTo>
                  <a:pt x="45" y="4330"/>
                  <a:pt x="38" y="4321"/>
                  <a:pt x="31" y="4311"/>
                </a:cubicBezTo>
                <a:cubicBezTo>
                  <a:pt x="24" y="4301"/>
                  <a:pt x="18" y="4290"/>
                  <a:pt x="14" y="4279"/>
                </a:cubicBezTo>
                <a:cubicBezTo>
                  <a:pt x="9" y="4268"/>
                  <a:pt x="6" y="4256"/>
                  <a:pt x="3" y="4244"/>
                </a:cubicBezTo>
                <a:cubicBezTo>
                  <a:pt x="1" y="4232"/>
                  <a:pt x="0" y="4220"/>
                  <a:pt x="0" y="420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3" name=""/>
          <p:cNvSpPr/>
          <p:nvPr/>
        </p:nvSpPr>
        <p:spPr>
          <a:xfrm>
            <a:off x="10448640" y="3638520"/>
            <a:ext cx="762480" cy="762120"/>
          </a:xfrm>
          <a:custGeom>
            <a:avLst/>
            <a:gdLst/>
            <a:ahLst/>
            <a:rect l="0" t="0" r="r" b="b"/>
            <a:pathLst>
              <a:path w="2118" h="2117">
                <a:moveTo>
                  <a:pt x="646" y="2034"/>
                </a:moveTo>
                <a:cubicBezTo>
                  <a:pt x="517" y="1978"/>
                  <a:pt x="405" y="1903"/>
                  <a:pt x="310" y="1808"/>
                </a:cubicBezTo>
                <a:cubicBezTo>
                  <a:pt x="215" y="1712"/>
                  <a:pt x="139" y="1600"/>
                  <a:pt x="84" y="1471"/>
                </a:cubicBezTo>
                <a:cubicBezTo>
                  <a:pt x="28" y="1342"/>
                  <a:pt x="0" y="1204"/>
                  <a:pt x="0" y="1058"/>
                </a:cubicBezTo>
                <a:cubicBezTo>
                  <a:pt x="0" y="912"/>
                  <a:pt x="28" y="774"/>
                  <a:pt x="84" y="645"/>
                </a:cubicBezTo>
                <a:cubicBezTo>
                  <a:pt x="139" y="516"/>
                  <a:pt x="215" y="404"/>
                  <a:pt x="310" y="309"/>
                </a:cubicBezTo>
                <a:cubicBezTo>
                  <a:pt x="405" y="214"/>
                  <a:pt x="517" y="138"/>
                  <a:pt x="646" y="83"/>
                </a:cubicBezTo>
                <a:cubicBezTo>
                  <a:pt x="775" y="27"/>
                  <a:pt x="912" y="0"/>
                  <a:pt x="1059" y="0"/>
                </a:cubicBezTo>
                <a:cubicBezTo>
                  <a:pt x="1205" y="0"/>
                  <a:pt x="1343" y="27"/>
                  <a:pt x="1471" y="83"/>
                </a:cubicBezTo>
                <a:cubicBezTo>
                  <a:pt x="1600" y="138"/>
                  <a:pt x="1713" y="214"/>
                  <a:pt x="1808" y="309"/>
                </a:cubicBezTo>
                <a:cubicBezTo>
                  <a:pt x="1904" y="404"/>
                  <a:pt x="1979" y="516"/>
                  <a:pt x="2035" y="645"/>
                </a:cubicBezTo>
                <a:cubicBezTo>
                  <a:pt x="2090" y="774"/>
                  <a:pt x="2118" y="912"/>
                  <a:pt x="2118" y="1058"/>
                </a:cubicBezTo>
                <a:cubicBezTo>
                  <a:pt x="2118" y="1204"/>
                  <a:pt x="2090" y="1342"/>
                  <a:pt x="2035" y="1471"/>
                </a:cubicBezTo>
                <a:cubicBezTo>
                  <a:pt x="1979" y="1600"/>
                  <a:pt x="1904" y="1712"/>
                  <a:pt x="1808" y="1808"/>
                </a:cubicBezTo>
                <a:cubicBezTo>
                  <a:pt x="1713" y="1903"/>
                  <a:pt x="1600" y="1978"/>
                  <a:pt x="1471" y="2034"/>
                </a:cubicBezTo>
                <a:cubicBezTo>
                  <a:pt x="1343" y="2089"/>
                  <a:pt x="1205" y="2117"/>
                  <a:pt x="1059" y="2117"/>
                </a:cubicBezTo>
                <a:cubicBezTo>
                  <a:pt x="912" y="2117"/>
                  <a:pt x="775" y="2089"/>
                  <a:pt x="646" y="2034"/>
                </a:cubicBezTo>
                <a:moveTo>
                  <a:pt x="945" y="1956"/>
                </a:moveTo>
                <a:lnTo>
                  <a:pt x="945" y="1739"/>
                </a:lnTo>
                <a:cubicBezTo>
                  <a:pt x="883" y="1739"/>
                  <a:pt x="831" y="1716"/>
                  <a:pt x="789" y="1670"/>
                </a:cubicBezTo>
                <a:cubicBezTo>
                  <a:pt x="746" y="1624"/>
                  <a:pt x="725" y="1570"/>
                  <a:pt x="725" y="1508"/>
                </a:cubicBezTo>
                <a:lnTo>
                  <a:pt x="725" y="1391"/>
                </a:lnTo>
                <a:lnTo>
                  <a:pt x="183" y="849"/>
                </a:lnTo>
                <a:cubicBezTo>
                  <a:pt x="174" y="884"/>
                  <a:pt x="168" y="919"/>
                  <a:pt x="164" y="953"/>
                </a:cubicBezTo>
                <a:cubicBezTo>
                  <a:pt x="161" y="988"/>
                  <a:pt x="159" y="1023"/>
                  <a:pt x="159" y="1058"/>
                </a:cubicBezTo>
                <a:cubicBezTo>
                  <a:pt x="159" y="1287"/>
                  <a:pt x="234" y="1487"/>
                  <a:pt x="383" y="1660"/>
                </a:cubicBezTo>
                <a:cubicBezTo>
                  <a:pt x="532" y="1831"/>
                  <a:pt x="719" y="1929"/>
                  <a:pt x="945" y="1956"/>
                </a:cubicBezTo>
                <a:moveTo>
                  <a:pt x="1724" y="1670"/>
                </a:moveTo>
                <a:cubicBezTo>
                  <a:pt x="1801" y="1585"/>
                  <a:pt x="1860" y="1490"/>
                  <a:pt x="1900" y="1385"/>
                </a:cubicBezTo>
                <a:cubicBezTo>
                  <a:pt x="1939" y="1280"/>
                  <a:pt x="1959" y="1171"/>
                  <a:pt x="1959" y="1058"/>
                </a:cubicBezTo>
                <a:cubicBezTo>
                  <a:pt x="1959" y="871"/>
                  <a:pt x="1908" y="701"/>
                  <a:pt x="1806" y="549"/>
                </a:cubicBezTo>
                <a:cubicBezTo>
                  <a:pt x="1703" y="396"/>
                  <a:pt x="1566" y="284"/>
                  <a:pt x="1395" y="214"/>
                </a:cubicBezTo>
                <a:lnTo>
                  <a:pt x="1395" y="262"/>
                </a:lnTo>
                <a:cubicBezTo>
                  <a:pt x="1395" y="323"/>
                  <a:pt x="1373" y="377"/>
                  <a:pt x="1331" y="423"/>
                </a:cubicBezTo>
                <a:cubicBezTo>
                  <a:pt x="1289" y="469"/>
                  <a:pt x="1237" y="492"/>
                  <a:pt x="1175" y="492"/>
                </a:cubicBezTo>
                <a:lnTo>
                  <a:pt x="945" y="492"/>
                </a:lnTo>
                <a:lnTo>
                  <a:pt x="945" y="722"/>
                </a:lnTo>
                <a:cubicBezTo>
                  <a:pt x="945" y="752"/>
                  <a:pt x="933" y="777"/>
                  <a:pt x="909" y="796"/>
                </a:cubicBezTo>
                <a:cubicBezTo>
                  <a:pt x="885" y="815"/>
                  <a:pt x="858" y="825"/>
                  <a:pt x="828" y="825"/>
                </a:cubicBezTo>
                <a:lnTo>
                  <a:pt x="609" y="825"/>
                </a:lnTo>
                <a:lnTo>
                  <a:pt x="609" y="1058"/>
                </a:lnTo>
                <a:lnTo>
                  <a:pt x="1291" y="1058"/>
                </a:lnTo>
                <a:cubicBezTo>
                  <a:pt x="1321" y="1058"/>
                  <a:pt x="1346" y="1069"/>
                  <a:pt x="1366" y="1092"/>
                </a:cubicBezTo>
                <a:cubicBezTo>
                  <a:pt x="1385" y="1115"/>
                  <a:pt x="1395" y="1142"/>
                  <a:pt x="1395" y="1172"/>
                </a:cubicBezTo>
                <a:lnTo>
                  <a:pt x="1395" y="1508"/>
                </a:lnTo>
                <a:lnTo>
                  <a:pt x="1508" y="1508"/>
                </a:lnTo>
                <a:cubicBezTo>
                  <a:pt x="1560" y="1508"/>
                  <a:pt x="1605" y="1523"/>
                  <a:pt x="1643" y="1554"/>
                </a:cubicBezTo>
                <a:cubicBezTo>
                  <a:pt x="1683" y="1584"/>
                  <a:pt x="1710" y="1622"/>
                  <a:pt x="1724" y="1670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5773680" y="4478400"/>
            <a:ext cx="915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10603800" y="4478400"/>
            <a:ext cx="457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外部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6" name=""/>
          <p:cNvSpPr/>
          <p:nvPr/>
        </p:nvSpPr>
        <p:spPr>
          <a:xfrm>
            <a:off x="1952280" y="4181400"/>
            <a:ext cx="228960" cy="19440"/>
          </a:xfrm>
          <a:custGeom>
            <a:avLst/>
            <a:gdLst/>
            <a:ahLst/>
            <a:rect l="0" t="0" r="r" b="b"/>
            <a:pathLst>
              <a:path w="636" h="54">
                <a:moveTo>
                  <a:pt x="0" y="0"/>
                </a:moveTo>
                <a:lnTo>
                  <a:pt x="636" y="0"/>
                </a:lnTo>
                <a:lnTo>
                  <a:pt x="63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77" name=""/>
          <p:cNvSpPr/>
          <p:nvPr/>
        </p:nvSpPr>
        <p:spPr>
          <a:xfrm>
            <a:off x="1952280" y="41335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160"/>
                </a:moveTo>
                <a:lnTo>
                  <a:pt x="266" y="319"/>
                </a:lnTo>
                <a:lnTo>
                  <a:pt x="266" y="0"/>
                </a:lnTo>
                <a:lnTo>
                  <a:pt x="0" y="16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78" name=""/>
          <p:cNvSpPr/>
          <p:nvPr/>
        </p:nvSpPr>
        <p:spPr>
          <a:xfrm>
            <a:off x="2419200" y="2790720"/>
            <a:ext cx="2829240" cy="972000"/>
          </a:xfrm>
          <a:custGeom>
            <a:avLst/>
            <a:gdLst/>
            <a:ahLst/>
            <a:rect l="0" t="0" r="r" b="b"/>
            <a:pathLst>
              <a:path w="7859" h="2700">
                <a:moveTo>
                  <a:pt x="0" y="251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674" y="0"/>
                </a:lnTo>
                <a:cubicBezTo>
                  <a:pt x="7686" y="0"/>
                  <a:pt x="7698" y="1"/>
                  <a:pt x="7710" y="3"/>
                </a:cubicBezTo>
                <a:cubicBezTo>
                  <a:pt x="7722" y="6"/>
                  <a:pt x="7733" y="9"/>
                  <a:pt x="7745" y="14"/>
                </a:cubicBezTo>
                <a:cubicBezTo>
                  <a:pt x="7756" y="19"/>
                  <a:pt x="7767" y="24"/>
                  <a:pt x="7777" y="31"/>
                </a:cubicBezTo>
                <a:cubicBezTo>
                  <a:pt x="7787" y="38"/>
                  <a:pt x="7796" y="45"/>
                  <a:pt x="7805" y="54"/>
                </a:cubicBezTo>
                <a:cubicBezTo>
                  <a:pt x="7813" y="63"/>
                  <a:pt x="7821" y="72"/>
                  <a:pt x="7828" y="82"/>
                </a:cubicBezTo>
                <a:cubicBezTo>
                  <a:pt x="7835" y="92"/>
                  <a:pt x="7840" y="103"/>
                  <a:pt x="7845" y="114"/>
                </a:cubicBezTo>
                <a:cubicBezTo>
                  <a:pt x="7850" y="125"/>
                  <a:pt x="7853" y="137"/>
                  <a:pt x="7855" y="149"/>
                </a:cubicBezTo>
                <a:cubicBezTo>
                  <a:pt x="7858" y="161"/>
                  <a:pt x="7859" y="173"/>
                  <a:pt x="7859" y="185"/>
                </a:cubicBezTo>
                <a:lnTo>
                  <a:pt x="7859" y="2514"/>
                </a:lnTo>
                <a:cubicBezTo>
                  <a:pt x="7859" y="2526"/>
                  <a:pt x="7858" y="2539"/>
                  <a:pt x="7855" y="2550"/>
                </a:cubicBezTo>
                <a:cubicBezTo>
                  <a:pt x="7853" y="2562"/>
                  <a:pt x="7850" y="2574"/>
                  <a:pt x="7845" y="2585"/>
                </a:cubicBezTo>
                <a:cubicBezTo>
                  <a:pt x="7840" y="2596"/>
                  <a:pt x="7835" y="2607"/>
                  <a:pt x="7828" y="2617"/>
                </a:cubicBezTo>
                <a:cubicBezTo>
                  <a:pt x="7821" y="2627"/>
                  <a:pt x="7813" y="2637"/>
                  <a:pt x="7805" y="2645"/>
                </a:cubicBezTo>
                <a:cubicBezTo>
                  <a:pt x="7796" y="2654"/>
                  <a:pt x="7787" y="2662"/>
                  <a:pt x="7777" y="2668"/>
                </a:cubicBezTo>
                <a:cubicBezTo>
                  <a:pt x="7767" y="2675"/>
                  <a:pt x="7756" y="2681"/>
                  <a:pt x="7745" y="2685"/>
                </a:cubicBezTo>
                <a:cubicBezTo>
                  <a:pt x="7733" y="2690"/>
                  <a:pt x="7722" y="2694"/>
                  <a:pt x="7710" y="2696"/>
                </a:cubicBezTo>
                <a:cubicBezTo>
                  <a:pt x="7698" y="2698"/>
                  <a:pt x="7686" y="2700"/>
                  <a:pt x="7674" y="2700"/>
                </a:cubicBezTo>
                <a:lnTo>
                  <a:pt x="185" y="2700"/>
                </a:lnTo>
                <a:cubicBezTo>
                  <a:pt x="173" y="2700"/>
                  <a:pt x="161" y="2698"/>
                  <a:pt x="149" y="2696"/>
                </a:cubicBezTo>
                <a:cubicBezTo>
                  <a:pt x="137" y="2694"/>
                  <a:pt x="125" y="2690"/>
                  <a:pt x="114" y="2685"/>
                </a:cubicBezTo>
                <a:cubicBezTo>
                  <a:pt x="103" y="2681"/>
                  <a:pt x="92" y="2675"/>
                  <a:pt x="82" y="2668"/>
                </a:cubicBezTo>
                <a:cubicBezTo>
                  <a:pt x="72" y="2662"/>
                  <a:pt x="63" y="2654"/>
                  <a:pt x="54" y="2645"/>
                </a:cubicBezTo>
                <a:cubicBezTo>
                  <a:pt x="46" y="2637"/>
                  <a:pt x="38" y="2627"/>
                  <a:pt x="31" y="2617"/>
                </a:cubicBezTo>
                <a:cubicBezTo>
                  <a:pt x="24" y="2607"/>
                  <a:pt x="19" y="2596"/>
                  <a:pt x="14" y="2585"/>
                </a:cubicBezTo>
                <a:cubicBezTo>
                  <a:pt x="9" y="2574"/>
                  <a:pt x="6" y="2562"/>
                  <a:pt x="3" y="2550"/>
                </a:cubicBezTo>
                <a:cubicBezTo>
                  <a:pt x="1" y="2539"/>
                  <a:pt x="0" y="2526"/>
                  <a:pt x="0" y="25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9" name=""/>
          <p:cNvSpPr/>
          <p:nvPr/>
        </p:nvSpPr>
        <p:spPr>
          <a:xfrm>
            <a:off x="2419200" y="2790720"/>
            <a:ext cx="2829240" cy="972000"/>
          </a:xfrm>
          <a:custGeom>
            <a:avLst/>
            <a:gdLst/>
            <a:ahLst/>
            <a:rect l="0" t="0" r="r" b="b"/>
            <a:pathLst>
              <a:path w="7859" h="2700">
                <a:moveTo>
                  <a:pt x="0" y="251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674" y="0"/>
                </a:lnTo>
                <a:cubicBezTo>
                  <a:pt x="7686" y="0"/>
                  <a:pt x="7698" y="1"/>
                  <a:pt x="7710" y="3"/>
                </a:cubicBezTo>
                <a:cubicBezTo>
                  <a:pt x="7722" y="6"/>
                  <a:pt x="7733" y="9"/>
                  <a:pt x="7745" y="14"/>
                </a:cubicBezTo>
                <a:cubicBezTo>
                  <a:pt x="7756" y="19"/>
                  <a:pt x="7767" y="24"/>
                  <a:pt x="7777" y="31"/>
                </a:cubicBezTo>
                <a:cubicBezTo>
                  <a:pt x="7787" y="38"/>
                  <a:pt x="7796" y="45"/>
                  <a:pt x="7805" y="54"/>
                </a:cubicBezTo>
                <a:cubicBezTo>
                  <a:pt x="7813" y="63"/>
                  <a:pt x="7821" y="72"/>
                  <a:pt x="7828" y="82"/>
                </a:cubicBezTo>
                <a:cubicBezTo>
                  <a:pt x="7835" y="92"/>
                  <a:pt x="7840" y="103"/>
                  <a:pt x="7845" y="114"/>
                </a:cubicBezTo>
                <a:cubicBezTo>
                  <a:pt x="7850" y="125"/>
                  <a:pt x="7853" y="137"/>
                  <a:pt x="7855" y="149"/>
                </a:cubicBezTo>
                <a:cubicBezTo>
                  <a:pt x="7858" y="161"/>
                  <a:pt x="7859" y="173"/>
                  <a:pt x="7859" y="185"/>
                </a:cubicBezTo>
                <a:lnTo>
                  <a:pt x="7859" y="2514"/>
                </a:lnTo>
                <a:cubicBezTo>
                  <a:pt x="7859" y="2526"/>
                  <a:pt x="7858" y="2539"/>
                  <a:pt x="7855" y="2550"/>
                </a:cubicBezTo>
                <a:cubicBezTo>
                  <a:pt x="7853" y="2562"/>
                  <a:pt x="7850" y="2574"/>
                  <a:pt x="7845" y="2585"/>
                </a:cubicBezTo>
                <a:cubicBezTo>
                  <a:pt x="7840" y="2596"/>
                  <a:pt x="7835" y="2607"/>
                  <a:pt x="7828" y="2617"/>
                </a:cubicBezTo>
                <a:cubicBezTo>
                  <a:pt x="7821" y="2627"/>
                  <a:pt x="7813" y="2637"/>
                  <a:pt x="7805" y="2645"/>
                </a:cubicBezTo>
                <a:cubicBezTo>
                  <a:pt x="7796" y="2654"/>
                  <a:pt x="7787" y="2662"/>
                  <a:pt x="7777" y="2668"/>
                </a:cubicBezTo>
                <a:cubicBezTo>
                  <a:pt x="7767" y="2675"/>
                  <a:pt x="7756" y="2681"/>
                  <a:pt x="7745" y="2685"/>
                </a:cubicBezTo>
                <a:cubicBezTo>
                  <a:pt x="7733" y="2690"/>
                  <a:pt x="7722" y="2694"/>
                  <a:pt x="7710" y="2696"/>
                </a:cubicBezTo>
                <a:cubicBezTo>
                  <a:pt x="7698" y="2698"/>
                  <a:pt x="7686" y="2700"/>
                  <a:pt x="7674" y="2700"/>
                </a:cubicBezTo>
                <a:lnTo>
                  <a:pt x="185" y="2700"/>
                </a:lnTo>
                <a:cubicBezTo>
                  <a:pt x="173" y="2700"/>
                  <a:pt x="161" y="2698"/>
                  <a:pt x="149" y="2696"/>
                </a:cubicBezTo>
                <a:cubicBezTo>
                  <a:pt x="137" y="2694"/>
                  <a:pt x="125" y="2690"/>
                  <a:pt x="114" y="2685"/>
                </a:cubicBezTo>
                <a:cubicBezTo>
                  <a:pt x="103" y="2681"/>
                  <a:pt x="92" y="2675"/>
                  <a:pt x="82" y="2668"/>
                </a:cubicBezTo>
                <a:cubicBezTo>
                  <a:pt x="72" y="2662"/>
                  <a:pt x="63" y="2654"/>
                  <a:pt x="54" y="2645"/>
                </a:cubicBezTo>
                <a:cubicBezTo>
                  <a:pt x="46" y="2637"/>
                  <a:pt x="38" y="2627"/>
                  <a:pt x="31" y="2617"/>
                </a:cubicBezTo>
                <a:cubicBezTo>
                  <a:pt x="24" y="2607"/>
                  <a:pt x="19" y="2596"/>
                  <a:pt x="14" y="2585"/>
                </a:cubicBezTo>
                <a:cubicBezTo>
                  <a:pt x="9" y="2574"/>
                  <a:pt x="6" y="2562"/>
                  <a:pt x="3" y="2550"/>
                </a:cubicBezTo>
                <a:cubicBezTo>
                  <a:pt x="1" y="2539"/>
                  <a:pt x="0" y="2526"/>
                  <a:pt x="0" y="2514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0" name=""/>
          <p:cNvSpPr/>
          <p:nvPr/>
        </p:nvSpPr>
        <p:spPr>
          <a:xfrm>
            <a:off x="2606400" y="3117240"/>
            <a:ext cx="254520" cy="317880"/>
          </a:xfrm>
          <a:custGeom>
            <a:avLst/>
            <a:gdLst/>
            <a:ahLst/>
            <a:rect l="0" t="0" r="r" b="b"/>
            <a:pathLst>
              <a:path w="707" h="883">
                <a:moveTo>
                  <a:pt x="354" y="883"/>
                </a:moveTo>
                <a:cubicBezTo>
                  <a:pt x="251" y="857"/>
                  <a:pt x="167" y="798"/>
                  <a:pt x="99" y="704"/>
                </a:cubicBezTo>
                <a:cubicBezTo>
                  <a:pt x="33" y="610"/>
                  <a:pt x="0" y="506"/>
                  <a:pt x="0" y="395"/>
                </a:cubicBezTo>
                <a:lnTo>
                  <a:pt x="0" y="132"/>
                </a:lnTo>
                <a:lnTo>
                  <a:pt x="354" y="0"/>
                </a:lnTo>
                <a:lnTo>
                  <a:pt x="707" y="132"/>
                </a:lnTo>
                <a:lnTo>
                  <a:pt x="707" y="395"/>
                </a:lnTo>
                <a:cubicBezTo>
                  <a:pt x="707" y="506"/>
                  <a:pt x="674" y="610"/>
                  <a:pt x="608" y="704"/>
                </a:cubicBezTo>
                <a:cubicBezTo>
                  <a:pt x="541" y="798"/>
                  <a:pt x="457" y="857"/>
                  <a:pt x="354" y="883"/>
                </a:cubicBezTo>
                <a:moveTo>
                  <a:pt x="354" y="815"/>
                </a:moveTo>
                <a:cubicBezTo>
                  <a:pt x="439" y="787"/>
                  <a:pt x="507" y="734"/>
                  <a:pt x="561" y="656"/>
                </a:cubicBezTo>
                <a:cubicBezTo>
                  <a:pt x="614" y="578"/>
                  <a:pt x="641" y="491"/>
                  <a:pt x="641" y="395"/>
                </a:cubicBezTo>
                <a:lnTo>
                  <a:pt x="641" y="179"/>
                </a:lnTo>
                <a:lnTo>
                  <a:pt x="354" y="71"/>
                </a:lnTo>
                <a:lnTo>
                  <a:pt x="66" y="179"/>
                </a:lnTo>
                <a:lnTo>
                  <a:pt x="66" y="395"/>
                </a:lnTo>
                <a:cubicBezTo>
                  <a:pt x="66" y="491"/>
                  <a:pt x="93" y="578"/>
                  <a:pt x="146" y="656"/>
                </a:cubicBezTo>
                <a:cubicBezTo>
                  <a:pt x="201" y="734"/>
                  <a:pt x="270" y="787"/>
                  <a:pt x="354" y="815"/>
                </a:cubicBezTo>
                <a:moveTo>
                  <a:pt x="354" y="442"/>
                </a:moveTo>
                <a:lnTo>
                  <a:pt x="354" y="442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7956360" y="556560"/>
            <a:ext cx="3472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管理策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有効性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2998080" y="2989080"/>
            <a:ext cx="1334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ファイルの隔離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3" name=""/>
          <p:cNvSpPr/>
          <p:nvPr/>
        </p:nvSpPr>
        <p:spPr>
          <a:xfrm>
            <a:off x="2180880" y="327636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84" name=""/>
          <p:cNvSpPr/>
          <p:nvPr/>
        </p:nvSpPr>
        <p:spPr>
          <a:xfrm>
            <a:off x="2180880" y="3267000"/>
            <a:ext cx="228960" cy="19440"/>
          </a:xfrm>
          <a:custGeom>
            <a:avLst/>
            <a:gdLst/>
            <a:ahLst/>
            <a:rect l="0" t="0" r="r" b="b"/>
            <a:pathLst>
              <a:path w="636" h="54">
                <a:moveTo>
                  <a:pt x="0" y="0"/>
                </a:moveTo>
                <a:lnTo>
                  <a:pt x="636" y="0"/>
                </a:lnTo>
                <a:lnTo>
                  <a:pt x="63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85" name=""/>
          <p:cNvSpPr/>
          <p:nvPr/>
        </p:nvSpPr>
        <p:spPr>
          <a:xfrm>
            <a:off x="5257440" y="3267000"/>
            <a:ext cx="228960" cy="19440"/>
          </a:xfrm>
          <a:custGeom>
            <a:avLst/>
            <a:gdLst/>
            <a:ahLst/>
            <a:rect l="0" t="0" r="r" b="b"/>
            <a:pathLst>
              <a:path w="636" h="54">
                <a:moveTo>
                  <a:pt x="0" y="0"/>
                </a:moveTo>
                <a:lnTo>
                  <a:pt x="636" y="0"/>
                </a:lnTo>
                <a:lnTo>
                  <a:pt x="63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86" name=""/>
          <p:cNvSpPr/>
          <p:nvPr/>
        </p:nvSpPr>
        <p:spPr>
          <a:xfrm>
            <a:off x="5257440" y="32191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160"/>
                </a:moveTo>
                <a:lnTo>
                  <a:pt x="266" y="319"/>
                </a:lnTo>
                <a:lnTo>
                  <a:pt x="266" y="0"/>
                </a:lnTo>
                <a:lnTo>
                  <a:pt x="0" y="16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87" name=""/>
          <p:cNvSpPr/>
          <p:nvPr/>
        </p:nvSpPr>
        <p:spPr>
          <a:xfrm>
            <a:off x="5467320" y="3276360"/>
            <a:ext cx="19080" cy="914760"/>
          </a:xfrm>
          <a:custGeom>
            <a:avLst/>
            <a:gdLst/>
            <a:ahLst/>
            <a:rect l="0" t="0" r="r" b="b"/>
            <a:pathLst>
              <a:path w="53" h="2541">
                <a:moveTo>
                  <a:pt x="0" y="0"/>
                </a:moveTo>
                <a:lnTo>
                  <a:pt x="53" y="0"/>
                </a:lnTo>
                <a:lnTo>
                  <a:pt x="5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88" name=""/>
          <p:cNvSpPr/>
          <p:nvPr/>
        </p:nvSpPr>
        <p:spPr>
          <a:xfrm>
            <a:off x="2419200" y="4619520"/>
            <a:ext cx="2829240" cy="972000"/>
          </a:xfrm>
          <a:custGeom>
            <a:avLst/>
            <a:gdLst/>
            <a:ahLst/>
            <a:rect l="0" t="0" r="r" b="b"/>
            <a:pathLst>
              <a:path w="7859" h="2700">
                <a:moveTo>
                  <a:pt x="0" y="251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674" y="0"/>
                </a:lnTo>
                <a:cubicBezTo>
                  <a:pt x="7686" y="0"/>
                  <a:pt x="7698" y="1"/>
                  <a:pt x="7710" y="3"/>
                </a:cubicBezTo>
                <a:cubicBezTo>
                  <a:pt x="7722" y="6"/>
                  <a:pt x="7733" y="9"/>
                  <a:pt x="7745" y="14"/>
                </a:cubicBezTo>
                <a:cubicBezTo>
                  <a:pt x="7756" y="19"/>
                  <a:pt x="7767" y="24"/>
                  <a:pt x="7777" y="31"/>
                </a:cubicBezTo>
                <a:cubicBezTo>
                  <a:pt x="7787" y="38"/>
                  <a:pt x="7796" y="45"/>
                  <a:pt x="7805" y="54"/>
                </a:cubicBezTo>
                <a:cubicBezTo>
                  <a:pt x="7813" y="63"/>
                  <a:pt x="7821" y="72"/>
                  <a:pt x="7828" y="82"/>
                </a:cubicBezTo>
                <a:cubicBezTo>
                  <a:pt x="7835" y="92"/>
                  <a:pt x="7840" y="103"/>
                  <a:pt x="7845" y="114"/>
                </a:cubicBezTo>
                <a:cubicBezTo>
                  <a:pt x="7850" y="125"/>
                  <a:pt x="7853" y="137"/>
                  <a:pt x="7855" y="149"/>
                </a:cubicBezTo>
                <a:cubicBezTo>
                  <a:pt x="7858" y="161"/>
                  <a:pt x="7859" y="173"/>
                  <a:pt x="7859" y="185"/>
                </a:cubicBezTo>
                <a:lnTo>
                  <a:pt x="7859" y="2514"/>
                </a:lnTo>
                <a:cubicBezTo>
                  <a:pt x="7859" y="2526"/>
                  <a:pt x="7858" y="2539"/>
                  <a:pt x="7855" y="2550"/>
                </a:cubicBezTo>
                <a:cubicBezTo>
                  <a:pt x="7853" y="2562"/>
                  <a:pt x="7850" y="2574"/>
                  <a:pt x="7845" y="2585"/>
                </a:cubicBezTo>
                <a:cubicBezTo>
                  <a:pt x="7840" y="2596"/>
                  <a:pt x="7835" y="2607"/>
                  <a:pt x="7828" y="2617"/>
                </a:cubicBezTo>
                <a:cubicBezTo>
                  <a:pt x="7821" y="2627"/>
                  <a:pt x="7813" y="2637"/>
                  <a:pt x="7805" y="2645"/>
                </a:cubicBezTo>
                <a:cubicBezTo>
                  <a:pt x="7796" y="2654"/>
                  <a:pt x="7787" y="2662"/>
                  <a:pt x="7777" y="2668"/>
                </a:cubicBezTo>
                <a:cubicBezTo>
                  <a:pt x="7767" y="2675"/>
                  <a:pt x="7756" y="2681"/>
                  <a:pt x="7745" y="2685"/>
                </a:cubicBezTo>
                <a:cubicBezTo>
                  <a:pt x="7733" y="2690"/>
                  <a:pt x="7722" y="2694"/>
                  <a:pt x="7710" y="2696"/>
                </a:cubicBezTo>
                <a:cubicBezTo>
                  <a:pt x="7698" y="2698"/>
                  <a:pt x="7686" y="2700"/>
                  <a:pt x="7674" y="2700"/>
                </a:cubicBezTo>
                <a:lnTo>
                  <a:pt x="185" y="2700"/>
                </a:lnTo>
                <a:cubicBezTo>
                  <a:pt x="173" y="2700"/>
                  <a:pt x="161" y="2698"/>
                  <a:pt x="149" y="2696"/>
                </a:cubicBezTo>
                <a:cubicBezTo>
                  <a:pt x="137" y="2694"/>
                  <a:pt x="125" y="2690"/>
                  <a:pt x="114" y="2685"/>
                </a:cubicBezTo>
                <a:cubicBezTo>
                  <a:pt x="103" y="2681"/>
                  <a:pt x="92" y="2675"/>
                  <a:pt x="82" y="2668"/>
                </a:cubicBezTo>
                <a:cubicBezTo>
                  <a:pt x="72" y="2662"/>
                  <a:pt x="63" y="2654"/>
                  <a:pt x="54" y="2645"/>
                </a:cubicBezTo>
                <a:cubicBezTo>
                  <a:pt x="46" y="2637"/>
                  <a:pt x="38" y="2627"/>
                  <a:pt x="31" y="2617"/>
                </a:cubicBezTo>
                <a:cubicBezTo>
                  <a:pt x="24" y="2607"/>
                  <a:pt x="19" y="2596"/>
                  <a:pt x="14" y="2585"/>
                </a:cubicBezTo>
                <a:cubicBezTo>
                  <a:pt x="9" y="2574"/>
                  <a:pt x="6" y="2562"/>
                  <a:pt x="3" y="2550"/>
                </a:cubicBezTo>
                <a:cubicBezTo>
                  <a:pt x="1" y="2539"/>
                  <a:pt x="0" y="2526"/>
                  <a:pt x="0" y="25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9" name=""/>
          <p:cNvSpPr/>
          <p:nvPr/>
        </p:nvSpPr>
        <p:spPr>
          <a:xfrm>
            <a:off x="2419200" y="4619520"/>
            <a:ext cx="2829240" cy="972000"/>
          </a:xfrm>
          <a:custGeom>
            <a:avLst/>
            <a:gdLst/>
            <a:ahLst/>
            <a:rect l="0" t="0" r="r" b="b"/>
            <a:pathLst>
              <a:path w="7859" h="2700">
                <a:moveTo>
                  <a:pt x="0" y="251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674" y="0"/>
                </a:lnTo>
                <a:cubicBezTo>
                  <a:pt x="7686" y="0"/>
                  <a:pt x="7698" y="1"/>
                  <a:pt x="7710" y="3"/>
                </a:cubicBezTo>
                <a:cubicBezTo>
                  <a:pt x="7722" y="6"/>
                  <a:pt x="7733" y="9"/>
                  <a:pt x="7745" y="14"/>
                </a:cubicBezTo>
                <a:cubicBezTo>
                  <a:pt x="7756" y="19"/>
                  <a:pt x="7767" y="24"/>
                  <a:pt x="7777" y="31"/>
                </a:cubicBezTo>
                <a:cubicBezTo>
                  <a:pt x="7787" y="38"/>
                  <a:pt x="7796" y="45"/>
                  <a:pt x="7805" y="54"/>
                </a:cubicBezTo>
                <a:cubicBezTo>
                  <a:pt x="7813" y="63"/>
                  <a:pt x="7821" y="72"/>
                  <a:pt x="7828" y="82"/>
                </a:cubicBezTo>
                <a:cubicBezTo>
                  <a:pt x="7835" y="92"/>
                  <a:pt x="7840" y="103"/>
                  <a:pt x="7845" y="114"/>
                </a:cubicBezTo>
                <a:cubicBezTo>
                  <a:pt x="7850" y="125"/>
                  <a:pt x="7853" y="137"/>
                  <a:pt x="7855" y="149"/>
                </a:cubicBezTo>
                <a:cubicBezTo>
                  <a:pt x="7858" y="161"/>
                  <a:pt x="7859" y="173"/>
                  <a:pt x="7859" y="185"/>
                </a:cubicBezTo>
                <a:lnTo>
                  <a:pt x="7859" y="2514"/>
                </a:lnTo>
                <a:cubicBezTo>
                  <a:pt x="7859" y="2526"/>
                  <a:pt x="7858" y="2539"/>
                  <a:pt x="7855" y="2550"/>
                </a:cubicBezTo>
                <a:cubicBezTo>
                  <a:pt x="7853" y="2562"/>
                  <a:pt x="7850" y="2574"/>
                  <a:pt x="7845" y="2585"/>
                </a:cubicBezTo>
                <a:cubicBezTo>
                  <a:pt x="7840" y="2596"/>
                  <a:pt x="7835" y="2607"/>
                  <a:pt x="7828" y="2617"/>
                </a:cubicBezTo>
                <a:cubicBezTo>
                  <a:pt x="7821" y="2627"/>
                  <a:pt x="7813" y="2637"/>
                  <a:pt x="7805" y="2645"/>
                </a:cubicBezTo>
                <a:cubicBezTo>
                  <a:pt x="7796" y="2654"/>
                  <a:pt x="7787" y="2662"/>
                  <a:pt x="7777" y="2668"/>
                </a:cubicBezTo>
                <a:cubicBezTo>
                  <a:pt x="7767" y="2675"/>
                  <a:pt x="7756" y="2681"/>
                  <a:pt x="7745" y="2685"/>
                </a:cubicBezTo>
                <a:cubicBezTo>
                  <a:pt x="7733" y="2690"/>
                  <a:pt x="7722" y="2694"/>
                  <a:pt x="7710" y="2696"/>
                </a:cubicBezTo>
                <a:cubicBezTo>
                  <a:pt x="7698" y="2698"/>
                  <a:pt x="7686" y="2700"/>
                  <a:pt x="7674" y="2700"/>
                </a:cubicBezTo>
                <a:lnTo>
                  <a:pt x="185" y="2700"/>
                </a:lnTo>
                <a:cubicBezTo>
                  <a:pt x="173" y="2700"/>
                  <a:pt x="161" y="2698"/>
                  <a:pt x="149" y="2696"/>
                </a:cubicBezTo>
                <a:cubicBezTo>
                  <a:pt x="137" y="2694"/>
                  <a:pt x="125" y="2690"/>
                  <a:pt x="114" y="2685"/>
                </a:cubicBezTo>
                <a:cubicBezTo>
                  <a:pt x="103" y="2681"/>
                  <a:pt x="92" y="2675"/>
                  <a:pt x="82" y="2668"/>
                </a:cubicBezTo>
                <a:cubicBezTo>
                  <a:pt x="72" y="2662"/>
                  <a:pt x="63" y="2654"/>
                  <a:pt x="54" y="2645"/>
                </a:cubicBezTo>
                <a:cubicBezTo>
                  <a:pt x="46" y="2637"/>
                  <a:pt x="38" y="2627"/>
                  <a:pt x="31" y="2617"/>
                </a:cubicBezTo>
                <a:cubicBezTo>
                  <a:pt x="24" y="2607"/>
                  <a:pt x="19" y="2596"/>
                  <a:pt x="14" y="2585"/>
                </a:cubicBezTo>
                <a:cubicBezTo>
                  <a:pt x="9" y="2574"/>
                  <a:pt x="6" y="2562"/>
                  <a:pt x="3" y="2550"/>
                </a:cubicBezTo>
                <a:cubicBezTo>
                  <a:pt x="1" y="2539"/>
                  <a:pt x="0" y="2526"/>
                  <a:pt x="0" y="2514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0" name=""/>
          <p:cNvSpPr/>
          <p:nvPr/>
        </p:nvSpPr>
        <p:spPr>
          <a:xfrm>
            <a:off x="2606400" y="4946040"/>
            <a:ext cx="254520" cy="317880"/>
          </a:xfrm>
          <a:custGeom>
            <a:avLst/>
            <a:gdLst/>
            <a:ahLst/>
            <a:rect l="0" t="0" r="r" b="b"/>
            <a:pathLst>
              <a:path w="707" h="883">
                <a:moveTo>
                  <a:pt x="354" y="883"/>
                </a:moveTo>
                <a:cubicBezTo>
                  <a:pt x="251" y="857"/>
                  <a:pt x="167" y="797"/>
                  <a:pt x="99" y="703"/>
                </a:cubicBezTo>
                <a:cubicBezTo>
                  <a:pt x="33" y="609"/>
                  <a:pt x="0" y="506"/>
                  <a:pt x="0" y="395"/>
                </a:cubicBezTo>
                <a:lnTo>
                  <a:pt x="0" y="132"/>
                </a:lnTo>
                <a:lnTo>
                  <a:pt x="354" y="0"/>
                </a:lnTo>
                <a:lnTo>
                  <a:pt x="707" y="132"/>
                </a:lnTo>
                <a:lnTo>
                  <a:pt x="707" y="395"/>
                </a:lnTo>
                <a:cubicBezTo>
                  <a:pt x="707" y="506"/>
                  <a:pt x="674" y="609"/>
                  <a:pt x="608" y="703"/>
                </a:cubicBezTo>
                <a:cubicBezTo>
                  <a:pt x="541" y="797"/>
                  <a:pt x="457" y="857"/>
                  <a:pt x="354" y="883"/>
                </a:cubicBezTo>
                <a:moveTo>
                  <a:pt x="354" y="815"/>
                </a:moveTo>
                <a:cubicBezTo>
                  <a:pt x="439" y="786"/>
                  <a:pt x="507" y="733"/>
                  <a:pt x="561" y="655"/>
                </a:cubicBezTo>
                <a:cubicBezTo>
                  <a:pt x="614" y="578"/>
                  <a:pt x="641" y="491"/>
                  <a:pt x="641" y="395"/>
                </a:cubicBezTo>
                <a:lnTo>
                  <a:pt x="641" y="179"/>
                </a:lnTo>
                <a:lnTo>
                  <a:pt x="354" y="71"/>
                </a:lnTo>
                <a:lnTo>
                  <a:pt x="66" y="179"/>
                </a:lnTo>
                <a:lnTo>
                  <a:pt x="66" y="395"/>
                </a:lnTo>
                <a:cubicBezTo>
                  <a:pt x="66" y="491"/>
                  <a:pt x="93" y="578"/>
                  <a:pt x="146" y="655"/>
                </a:cubicBezTo>
                <a:cubicBezTo>
                  <a:pt x="201" y="733"/>
                  <a:pt x="270" y="786"/>
                  <a:pt x="354" y="815"/>
                </a:cubicBezTo>
                <a:moveTo>
                  <a:pt x="354" y="442"/>
                </a:moveTo>
                <a:lnTo>
                  <a:pt x="354" y="442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2998080" y="3274560"/>
            <a:ext cx="2096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作業フォルダだけ見える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2998080" y="4817880"/>
            <a:ext cx="1082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非</a:t>
            </a:r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root</a:t>
            </a:r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実行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3" name=""/>
          <p:cNvSpPr/>
          <p:nvPr/>
        </p:nvSpPr>
        <p:spPr>
          <a:xfrm>
            <a:off x="2180880" y="419076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94" name=""/>
          <p:cNvSpPr/>
          <p:nvPr/>
        </p:nvSpPr>
        <p:spPr>
          <a:xfrm>
            <a:off x="2180880" y="5095800"/>
            <a:ext cx="228960" cy="19440"/>
          </a:xfrm>
          <a:custGeom>
            <a:avLst/>
            <a:gdLst/>
            <a:ahLst/>
            <a:rect l="0" t="0" r="r" b="b"/>
            <a:pathLst>
              <a:path w="636" h="54">
                <a:moveTo>
                  <a:pt x="0" y="0"/>
                </a:moveTo>
                <a:lnTo>
                  <a:pt x="636" y="0"/>
                </a:lnTo>
                <a:lnTo>
                  <a:pt x="63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95" name=""/>
          <p:cNvSpPr/>
          <p:nvPr/>
        </p:nvSpPr>
        <p:spPr>
          <a:xfrm>
            <a:off x="5257440" y="5095800"/>
            <a:ext cx="228960" cy="19440"/>
          </a:xfrm>
          <a:custGeom>
            <a:avLst/>
            <a:gdLst/>
            <a:ahLst/>
            <a:rect l="0" t="0" r="r" b="b"/>
            <a:pathLst>
              <a:path w="636" h="54">
                <a:moveTo>
                  <a:pt x="0" y="0"/>
                </a:moveTo>
                <a:lnTo>
                  <a:pt x="636" y="0"/>
                </a:lnTo>
                <a:lnTo>
                  <a:pt x="63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96" name=""/>
          <p:cNvSpPr/>
          <p:nvPr/>
        </p:nvSpPr>
        <p:spPr>
          <a:xfrm>
            <a:off x="5257440" y="50479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160"/>
                </a:moveTo>
                <a:lnTo>
                  <a:pt x="266" y="319"/>
                </a:lnTo>
                <a:lnTo>
                  <a:pt x="266" y="0"/>
                </a:lnTo>
                <a:lnTo>
                  <a:pt x="0" y="16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97" name=""/>
          <p:cNvSpPr/>
          <p:nvPr/>
        </p:nvSpPr>
        <p:spPr>
          <a:xfrm>
            <a:off x="5467320" y="4190760"/>
            <a:ext cx="19080" cy="914760"/>
          </a:xfrm>
          <a:custGeom>
            <a:avLst/>
            <a:gdLst/>
            <a:ahLst/>
            <a:rect l="0" t="0" r="r" b="b"/>
            <a:pathLst>
              <a:path w="53" h="2541">
                <a:moveTo>
                  <a:pt x="0" y="0"/>
                </a:moveTo>
                <a:lnTo>
                  <a:pt x="53" y="0"/>
                </a:lnTo>
                <a:lnTo>
                  <a:pt x="5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98" name=""/>
          <p:cNvSpPr/>
          <p:nvPr/>
        </p:nvSpPr>
        <p:spPr>
          <a:xfrm>
            <a:off x="5486040" y="4181400"/>
            <a:ext cx="153000" cy="19440"/>
          </a:xfrm>
          <a:custGeom>
            <a:avLst/>
            <a:gdLst/>
            <a:ahLst/>
            <a:rect l="0" t="0" r="r" b="b"/>
            <a:pathLst>
              <a:path w="425" h="54">
                <a:moveTo>
                  <a:pt x="0" y="0"/>
                </a:moveTo>
                <a:lnTo>
                  <a:pt x="425" y="0"/>
                </a:lnTo>
                <a:lnTo>
                  <a:pt x="42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99" name=""/>
          <p:cNvSpPr/>
          <p:nvPr/>
        </p:nvSpPr>
        <p:spPr>
          <a:xfrm>
            <a:off x="6819840" y="4181400"/>
            <a:ext cx="152640" cy="19440"/>
          </a:xfrm>
          <a:custGeom>
            <a:avLst/>
            <a:gdLst/>
            <a:ahLst/>
            <a:rect l="0" t="0" r="r" b="b"/>
            <a:pathLst>
              <a:path w="424" h="54">
                <a:moveTo>
                  <a:pt x="0" y="0"/>
                </a:moveTo>
                <a:lnTo>
                  <a:pt x="424" y="0"/>
                </a:lnTo>
                <a:lnTo>
                  <a:pt x="42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00" name=""/>
          <p:cNvSpPr/>
          <p:nvPr/>
        </p:nvSpPr>
        <p:spPr>
          <a:xfrm>
            <a:off x="7210080" y="2790720"/>
            <a:ext cx="2562840" cy="972000"/>
          </a:xfrm>
          <a:custGeom>
            <a:avLst/>
            <a:gdLst/>
            <a:ahLst/>
            <a:rect l="0" t="0" r="r" b="b"/>
            <a:pathLst>
              <a:path w="7119" h="2700">
                <a:moveTo>
                  <a:pt x="0" y="2514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1" y="1"/>
                  <a:pt x="174" y="0"/>
                  <a:pt x="186" y="0"/>
                </a:cubicBezTo>
                <a:lnTo>
                  <a:pt x="6934" y="0"/>
                </a:lnTo>
                <a:cubicBezTo>
                  <a:pt x="6946" y="0"/>
                  <a:pt x="6958" y="1"/>
                  <a:pt x="6970" y="3"/>
                </a:cubicBezTo>
                <a:cubicBezTo>
                  <a:pt x="6982" y="6"/>
                  <a:pt x="6993" y="9"/>
                  <a:pt x="7004" y="14"/>
                </a:cubicBezTo>
                <a:cubicBezTo>
                  <a:pt x="7016" y="19"/>
                  <a:pt x="7026" y="24"/>
                  <a:pt x="7036" y="31"/>
                </a:cubicBezTo>
                <a:cubicBezTo>
                  <a:pt x="7047" y="38"/>
                  <a:pt x="7056" y="45"/>
                  <a:pt x="7065" y="54"/>
                </a:cubicBezTo>
                <a:cubicBezTo>
                  <a:pt x="7073" y="63"/>
                  <a:pt x="7081" y="72"/>
                  <a:pt x="7088" y="82"/>
                </a:cubicBezTo>
                <a:cubicBezTo>
                  <a:pt x="7094" y="92"/>
                  <a:pt x="7100" y="103"/>
                  <a:pt x="7105" y="114"/>
                </a:cubicBezTo>
                <a:cubicBezTo>
                  <a:pt x="7109" y="125"/>
                  <a:pt x="7113" y="137"/>
                  <a:pt x="7115" y="149"/>
                </a:cubicBezTo>
                <a:cubicBezTo>
                  <a:pt x="7118" y="161"/>
                  <a:pt x="7119" y="173"/>
                  <a:pt x="7119" y="185"/>
                </a:cubicBezTo>
                <a:lnTo>
                  <a:pt x="7119" y="2514"/>
                </a:lnTo>
                <a:cubicBezTo>
                  <a:pt x="7119" y="2526"/>
                  <a:pt x="7118" y="2539"/>
                  <a:pt x="7115" y="2550"/>
                </a:cubicBezTo>
                <a:cubicBezTo>
                  <a:pt x="7113" y="2562"/>
                  <a:pt x="7109" y="2574"/>
                  <a:pt x="7105" y="2585"/>
                </a:cubicBezTo>
                <a:cubicBezTo>
                  <a:pt x="7100" y="2596"/>
                  <a:pt x="7094" y="2607"/>
                  <a:pt x="7088" y="2617"/>
                </a:cubicBezTo>
                <a:cubicBezTo>
                  <a:pt x="7081" y="2627"/>
                  <a:pt x="7073" y="2637"/>
                  <a:pt x="7065" y="2645"/>
                </a:cubicBezTo>
                <a:cubicBezTo>
                  <a:pt x="7056" y="2654"/>
                  <a:pt x="7047" y="2662"/>
                  <a:pt x="7036" y="2668"/>
                </a:cubicBezTo>
                <a:cubicBezTo>
                  <a:pt x="7026" y="2675"/>
                  <a:pt x="7016" y="2681"/>
                  <a:pt x="7004" y="2685"/>
                </a:cubicBezTo>
                <a:cubicBezTo>
                  <a:pt x="6993" y="2690"/>
                  <a:pt x="6982" y="2694"/>
                  <a:pt x="6970" y="2696"/>
                </a:cubicBezTo>
                <a:cubicBezTo>
                  <a:pt x="6958" y="2698"/>
                  <a:pt x="6946" y="2700"/>
                  <a:pt x="6934" y="2700"/>
                </a:cubicBezTo>
                <a:lnTo>
                  <a:pt x="186" y="2700"/>
                </a:lnTo>
                <a:cubicBezTo>
                  <a:pt x="174" y="2700"/>
                  <a:pt x="161" y="2698"/>
                  <a:pt x="150" y="2696"/>
                </a:cubicBezTo>
                <a:cubicBezTo>
                  <a:pt x="138" y="2694"/>
                  <a:pt x="126" y="2690"/>
                  <a:pt x="115" y="2685"/>
                </a:cubicBezTo>
                <a:cubicBezTo>
                  <a:pt x="104" y="2681"/>
                  <a:pt x="93" y="2675"/>
                  <a:pt x="83" y="2668"/>
                </a:cubicBezTo>
                <a:cubicBezTo>
                  <a:pt x="73" y="2662"/>
                  <a:pt x="63" y="2654"/>
                  <a:pt x="55" y="2645"/>
                </a:cubicBezTo>
                <a:cubicBezTo>
                  <a:pt x="46" y="2637"/>
                  <a:pt x="38" y="2627"/>
                  <a:pt x="32" y="2617"/>
                </a:cubicBezTo>
                <a:cubicBezTo>
                  <a:pt x="25" y="2607"/>
                  <a:pt x="19" y="2596"/>
                  <a:pt x="15" y="2585"/>
                </a:cubicBezTo>
                <a:cubicBezTo>
                  <a:pt x="10" y="2574"/>
                  <a:pt x="6" y="2562"/>
                  <a:pt x="4" y="2550"/>
                </a:cubicBezTo>
                <a:cubicBezTo>
                  <a:pt x="2" y="2539"/>
                  <a:pt x="0" y="2526"/>
                  <a:pt x="0" y="25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1" name=""/>
          <p:cNvSpPr/>
          <p:nvPr/>
        </p:nvSpPr>
        <p:spPr>
          <a:xfrm>
            <a:off x="7210080" y="2790720"/>
            <a:ext cx="2562840" cy="972000"/>
          </a:xfrm>
          <a:custGeom>
            <a:avLst/>
            <a:gdLst/>
            <a:ahLst/>
            <a:rect l="0" t="0" r="r" b="b"/>
            <a:pathLst>
              <a:path w="7119" h="2700">
                <a:moveTo>
                  <a:pt x="0" y="2514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1" y="1"/>
                  <a:pt x="174" y="0"/>
                  <a:pt x="186" y="0"/>
                </a:cubicBezTo>
                <a:lnTo>
                  <a:pt x="6934" y="0"/>
                </a:lnTo>
                <a:cubicBezTo>
                  <a:pt x="6946" y="0"/>
                  <a:pt x="6958" y="1"/>
                  <a:pt x="6970" y="3"/>
                </a:cubicBezTo>
                <a:cubicBezTo>
                  <a:pt x="6982" y="6"/>
                  <a:pt x="6993" y="9"/>
                  <a:pt x="7004" y="14"/>
                </a:cubicBezTo>
                <a:cubicBezTo>
                  <a:pt x="7016" y="19"/>
                  <a:pt x="7026" y="24"/>
                  <a:pt x="7036" y="31"/>
                </a:cubicBezTo>
                <a:cubicBezTo>
                  <a:pt x="7047" y="38"/>
                  <a:pt x="7056" y="45"/>
                  <a:pt x="7065" y="54"/>
                </a:cubicBezTo>
                <a:cubicBezTo>
                  <a:pt x="7073" y="63"/>
                  <a:pt x="7081" y="72"/>
                  <a:pt x="7088" y="82"/>
                </a:cubicBezTo>
                <a:cubicBezTo>
                  <a:pt x="7094" y="92"/>
                  <a:pt x="7100" y="103"/>
                  <a:pt x="7105" y="114"/>
                </a:cubicBezTo>
                <a:cubicBezTo>
                  <a:pt x="7109" y="125"/>
                  <a:pt x="7113" y="137"/>
                  <a:pt x="7115" y="149"/>
                </a:cubicBezTo>
                <a:cubicBezTo>
                  <a:pt x="7118" y="161"/>
                  <a:pt x="7119" y="173"/>
                  <a:pt x="7119" y="185"/>
                </a:cubicBezTo>
                <a:lnTo>
                  <a:pt x="7119" y="2514"/>
                </a:lnTo>
                <a:cubicBezTo>
                  <a:pt x="7119" y="2526"/>
                  <a:pt x="7118" y="2539"/>
                  <a:pt x="7115" y="2550"/>
                </a:cubicBezTo>
                <a:cubicBezTo>
                  <a:pt x="7113" y="2562"/>
                  <a:pt x="7109" y="2574"/>
                  <a:pt x="7105" y="2585"/>
                </a:cubicBezTo>
                <a:cubicBezTo>
                  <a:pt x="7100" y="2596"/>
                  <a:pt x="7094" y="2607"/>
                  <a:pt x="7088" y="2617"/>
                </a:cubicBezTo>
                <a:cubicBezTo>
                  <a:pt x="7081" y="2627"/>
                  <a:pt x="7073" y="2637"/>
                  <a:pt x="7065" y="2645"/>
                </a:cubicBezTo>
                <a:cubicBezTo>
                  <a:pt x="7056" y="2654"/>
                  <a:pt x="7047" y="2662"/>
                  <a:pt x="7036" y="2668"/>
                </a:cubicBezTo>
                <a:cubicBezTo>
                  <a:pt x="7026" y="2675"/>
                  <a:pt x="7016" y="2681"/>
                  <a:pt x="7004" y="2685"/>
                </a:cubicBezTo>
                <a:cubicBezTo>
                  <a:pt x="6993" y="2690"/>
                  <a:pt x="6982" y="2694"/>
                  <a:pt x="6970" y="2696"/>
                </a:cubicBezTo>
                <a:cubicBezTo>
                  <a:pt x="6958" y="2698"/>
                  <a:pt x="6946" y="2700"/>
                  <a:pt x="6934" y="2700"/>
                </a:cubicBezTo>
                <a:lnTo>
                  <a:pt x="186" y="2700"/>
                </a:lnTo>
                <a:cubicBezTo>
                  <a:pt x="174" y="2700"/>
                  <a:pt x="161" y="2698"/>
                  <a:pt x="150" y="2696"/>
                </a:cubicBezTo>
                <a:cubicBezTo>
                  <a:pt x="138" y="2694"/>
                  <a:pt x="126" y="2690"/>
                  <a:pt x="115" y="2685"/>
                </a:cubicBezTo>
                <a:cubicBezTo>
                  <a:pt x="104" y="2681"/>
                  <a:pt x="93" y="2675"/>
                  <a:pt x="83" y="2668"/>
                </a:cubicBezTo>
                <a:cubicBezTo>
                  <a:pt x="73" y="2662"/>
                  <a:pt x="63" y="2654"/>
                  <a:pt x="55" y="2645"/>
                </a:cubicBezTo>
                <a:cubicBezTo>
                  <a:pt x="46" y="2637"/>
                  <a:pt x="38" y="2627"/>
                  <a:pt x="32" y="2617"/>
                </a:cubicBezTo>
                <a:cubicBezTo>
                  <a:pt x="25" y="2607"/>
                  <a:pt x="19" y="2596"/>
                  <a:pt x="15" y="2585"/>
                </a:cubicBezTo>
                <a:cubicBezTo>
                  <a:pt x="10" y="2574"/>
                  <a:pt x="6" y="2562"/>
                  <a:pt x="4" y="2550"/>
                </a:cubicBezTo>
                <a:cubicBezTo>
                  <a:pt x="2" y="2539"/>
                  <a:pt x="0" y="2526"/>
                  <a:pt x="0" y="2514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2" name=""/>
          <p:cNvSpPr/>
          <p:nvPr/>
        </p:nvSpPr>
        <p:spPr>
          <a:xfrm>
            <a:off x="7397640" y="3117240"/>
            <a:ext cx="254160" cy="317880"/>
          </a:xfrm>
          <a:custGeom>
            <a:avLst/>
            <a:gdLst/>
            <a:ahLst/>
            <a:rect l="0" t="0" r="r" b="b"/>
            <a:pathLst>
              <a:path w="706" h="883">
                <a:moveTo>
                  <a:pt x="354" y="883"/>
                </a:moveTo>
                <a:cubicBezTo>
                  <a:pt x="251" y="857"/>
                  <a:pt x="165" y="798"/>
                  <a:pt x="99" y="704"/>
                </a:cubicBezTo>
                <a:cubicBezTo>
                  <a:pt x="33" y="610"/>
                  <a:pt x="0" y="506"/>
                  <a:pt x="0" y="395"/>
                </a:cubicBezTo>
                <a:lnTo>
                  <a:pt x="0" y="132"/>
                </a:lnTo>
                <a:lnTo>
                  <a:pt x="354" y="0"/>
                </a:lnTo>
                <a:lnTo>
                  <a:pt x="706" y="132"/>
                </a:lnTo>
                <a:lnTo>
                  <a:pt x="706" y="395"/>
                </a:lnTo>
                <a:cubicBezTo>
                  <a:pt x="706" y="506"/>
                  <a:pt x="673" y="610"/>
                  <a:pt x="607" y="704"/>
                </a:cubicBezTo>
                <a:cubicBezTo>
                  <a:pt x="541" y="798"/>
                  <a:pt x="456" y="857"/>
                  <a:pt x="354" y="883"/>
                </a:cubicBezTo>
                <a:moveTo>
                  <a:pt x="354" y="815"/>
                </a:moveTo>
                <a:cubicBezTo>
                  <a:pt x="438" y="787"/>
                  <a:pt x="507" y="734"/>
                  <a:pt x="560" y="656"/>
                </a:cubicBezTo>
                <a:cubicBezTo>
                  <a:pt x="614" y="578"/>
                  <a:pt x="640" y="491"/>
                  <a:pt x="640" y="395"/>
                </a:cubicBezTo>
                <a:lnTo>
                  <a:pt x="640" y="179"/>
                </a:lnTo>
                <a:lnTo>
                  <a:pt x="354" y="71"/>
                </a:lnTo>
                <a:lnTo>
                  <a:pt x="66" y="179"/>
                </a:lnTo>
                <a:lnTo>
                  <a:pt x="66" y="395"/>
                </a:lnTo>
                <a:cubicBezTo>
                  <a:pt x="66" y="491"/>
                  <a:pt x="93" y="578"/>
                  <a:pt x="146" y="656"/>
                </a:cubicBezTo>
                <a:cubicBezTo>
                  <a:pt x="199" y="734"/>
                  <a:pt x="269" y="787"/>
                  <a:pt x="354" y="815"/>
                </a:cubicBezTo>
                <a:moveTo>
                  <a:pt x="354" y="442"/>
                </a:moveTo>
                <a:lnTo>
                  <a:pt x="354" y="442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2998080" y="5103360"/>
            <a:ext cx="171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一般ユーザーで動く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7792920" y="2989080"/>
            <a:ext cx="1524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通信の許可リスト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5" name=""/>
          <p:cNvSpPr/>
          <p:nvPr/>
        </p:nvSpPr>
        <p:spPr>
          <a:xfrm>
            <a:off x="6972120" y="327636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06" name=""/>
          <p:cNvSpPr/>
          <p:nvPr/>
        </p:nvSpPr>
        <p:spPr>
          <a:xfrm>
            <a:off x="6972120" y="3267000"/>
            <a:ext cx="228960" cy="19440"/>
          </a:xfrm>
          <a:custGeom>
            <a:avLst/>
            <a:gdLst/>
            <a:ahLst/>
            <a:rect l="0" t="0" r="r" b="b"/>
            <a:pathLst>
              <a:path w="636" h="54">
                <a:moveTo>
                  <a:pt x="0" y="0"/>
                </a:moveTo>
                <a:lnTo>
                  <a:pt x="636" y="0"/>
                </a:lnTo>
                <a:lnTo>
                  <a:pt x="63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07" name=""/>
          <p:cNvSpPr/>
          <p:nvPr/>
        </p:nvSpPr>
        <p:spPr>
          <a:xfrm>
            <a:off x="7105320" y="32191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08" name=""/>
          <p:cNvSpPr/>
          <p:nvPr/>
        </p:nvSpPr>
        <p:spPr>
          <a:xfrm>
            <a:off x="9781920" y="3267000"/>
            <a:ext cx="228960" cy="19440"/>
          </a:xfrm>
          <a:custGeom>
            <a:avLst/>
            <a:gdLst/>
            <a:ahLst/>
            <a:rect l="0" t="0" r="r" b="b"/>
            <a:pathLst>
              <a:path w="636" h="54">
                <a:moveTo>
                  <a:pt x="0" y="0"/>
                </a:moveTo>
                <a:lnTo>
                  <a:pt x="636" y="0"/>
                </a:lnTo>
                <a:lnTo>
                  <a:pt x="63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09" name=""/>
          <p:cNvSpPr/>
          <p:nvPr/>
        </p:nvSpPr>
        <p:spPr>
          <a:xfrm>
            <a:off x="9991440" y="327636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10" name=""/>
          <p:cNvSpPr/>
          <p:nvPr/>
        </p:nvSpPr>
        <p:spPr>
          <a:xfrm>
            <a:off x="7210080" y="4619520"/>
            <a:ext cx="2562840" cy="972000"/>
          </a:xfrm>
          <a:custGeom>
            <a:avLst/>
            <a:gdLst/>
            <a:ahLst/>
            <a:rect l="0" t="0" r="r" b="b"/>
            <a:pathLst>
              <a:path w="7119" h="2700">
                <a:moveTo>
                  <a:pt x="0" y="2514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1" y="1"/>
                  <a:pt x="174" y="0"/>
                  <a:pt x="186" y="0"/>
                </a:cubicBezTo>
                <a:lnTo>
                  <a:pt x="6934" y="0"/>
                </a:lnTo>
                <a:cubicBezTo>
                  <a:pt x="6946" y="0"/>
                  <a:pt x="6958" y="1"/>
                  <a:pt x="6970" y="3"/>
                </a:cubicBezTo>
                <a:cubicBezTo>
                  <a:pt x="6982" y="6"/>
                  <a:pt x="6993" y="9"/>
                  <a:pt x="7004" y="14"/>
                </a:cubicBezTo>
                <a:cubicBezTo>
                  <a:pt x="7016" y="19"/>
                  <a:pt x="7026" y="24"/>
                  <a:pt x="7036" y="31"/>
                </a:cubicBezTo>
                <a:cubicBezTo>
                  <a:pt x="7047" y="38"/>
                  <a:pt x="7056" y="45"/>
                  <a:pt x="7065" y="54"/>
                </a:cubicBezTo>
                <a:cubicBezTo>
                  <a:pt x="7073" y="63"/>
                  <a:pt x="7081" y="72"/>
                  <a:pt x="7088" y="82"/>
                </a:cubicBezTo>
                <a:cubicBezTo>
                  <a:pt x="7094" y="92"/>
                  <a:pt x="7100" y="103"/>
                  <a:pt x="7105" y="114"/>
                </a:cubicBezTo>
                <a:cubicBezTo>
                  <a:pt x="7109" y="125"/>
                  <a:pt x="7113" y="137"/>
                  <a:pt x="7115" y="149"/>
                </a:cubicBezTo>
                <a:cubicBezTo>
                  <a:pt x="7118" y="161"/>
                  <a:pt x="7119" y="173"/>
                  <a:pt x="7119" y="185"/>
                </a:cubicBezTo>
                <a:lnTo>
                  <a:pt x="7119" y="2514"/>
                </a:lnTo>
                <a:cubicBezTo>
                  <a:pt x="7119" y="2526"/>
                  <a:pt x="7118" y="2539"/>
                  <a:pt x="7115" y="2550"/>
                </a:cubicBezTo>
                <a:cubicBezTo>
                  <a:pt x="7113" y="2562"/>
                  <a:pt x="7109" y="2574"/>
                  <a:pt x="7105" y="2585"/>
                </a:cubicBezTo>
                <a:cubicBezTo>
                  <a:pt x="7100" y="2596"/>
                  <a:pt x="7094" y="2607"/>
                  <a:pt x="7088" y="2617"/>
                </a:cubicBezTo>
                <a:cubicBezTo>
                  <a:pt x="7081" y="2627"/>
                  <a:pt x="7073" y="2637"/>
                  <a:pt x="7065" y="2645"/>
                </a:cubicBezTo>
                <a:cubicBezTo>
                  <a:pt x="7056" y="2654"/>
                  <a:pt x="7047" y="2662"/>
                  <a:pt x="7036" y="2668"/>
                </a:cubicBezTo>
                <a:cubicBezTo>
                  <a:pt x="7026" y="2675"/>
                  <a:pt x="7016" y="2681"/>
                  <a:pt x="7004" y="2685"/>
                </a:cubicBezTo>
                <a:cubicBezTo>
                  <a:pt x="6993" y="2690"/>
                  <a:pt x="6982" y="2694"/>
                  <a:pt x="6970" y="2696"/>
                </a:cubicBezTo>
                <a:cubicBezTo>
                  <a:pt x="6958" y="2698"/>
                  <a:pt x="6946" y="2700"/>
                  <a:pt x="6934" y="2700"/>
                </a:cubicBezTo>
                <a:lnTo>
                  <a:pt x="186" y="2700"/>
                </a:lnTo>
                <a:cubicBezTo>
                  <a:pt x="174" y="2700"/>
                  <a:pt x="161" y="2698"/>
                  <a:pt x="150" y="2696"/>
                </a:cubicBezTo>
                <a:cubicBezTo>
                  <a:pt x="138" y="2694"/>
                  <a:pt x="126" y="2690"/>
                  <a:pt x="115" y="2685"/>
                </a:cubicBezTo>
                <a:cubicBezTo>
                  <a:pt x="104" y="2681"/>
                  <a:pt x="93" y="2675"/>
                  <a:pt x="83" y="2668"/>
                </a:cubicBezTo>
                <a:cubicBezTo>
                  <a:pt x="73" y="2662"/>
                  <a:pt x="63" y="2654"/>
                  <a:pt x="55" y="2645"/>
                </a:cubicBezTo>
                <a:cubicBezTo>
                  <a:pt x="46" y="2637"/>
                  <a:pt x="38" y="2627"/>
                  <a:pt x="32" y="2617"/>
                </a:cubicBezTo>
                <a:cubicBezTo>
                  <a:pt x="25" y="2607"/>
                  <a:pt x="19" y="2596"/>
                  <a:pt x="15" y="2585"/>
                </a:cubicBezTo>
                <a:cubicBezTo>
                  <a:pt x="10" y="2574"/>
                  <a:pt x="6" y="2562"/>
                  <a:pt x="4" y="2550"/>
                </a:cubicBezTo>
                <a:cubicBezTo>
                  <a:pt x="2" y="2539"/>
                  <a:pt x="0" y="2526"/>
                  <a:pt x="0" y="25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1" name=""/>
          <p:cNvSpPr/>
          <p:nvPr/>
        </p:nvSpPr>
        <p:spPr>
          <a:xfrm>
            <a:off x="7210080" y="4619520"/>
            <a:ext cx="2562840" cy="972000"/>
          </a:xfrm>
          <a:custGeom>
            <a:avLst/>
            <a:gdLst/>
            <a:ahLst/>
            <a:rect l="0" t="0" r="r" b="b"/>
            <a:pathLst>
              <a:path w="7119" h="2700">
                <a:moveTo>
                  <a:pt x="0" y="2514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1" y="1"/>
                  <a:pt x="174" y="0"/>
                  <a:pt x="186" y="0"/>
                </a:cubicBezTo>
                <a:lnTo>
                  <a:pt x="6934" y="0"/>
                </a:lnTo>
                <a:cubicBezTo>
                  <a:pt x="6946" y="0"/>
                  <a:pt x="6958" y="1"/>
                  <a:pt x="6970" y="3"/>
                </a:cubicBezTo>
                <a:cubicBezTo>
                  <a:pt x="6982" y="6"/>
                  <a:pt x="6993" y="9"/>
                  <a:pt x="7004" y="14"/>
                </a:cubicBezTo>
                <a:cubicBezTo>
                  <a:pt x="7016" y="19"/>
                  <a:pt x="7026" y="24"/>
                  <a:pt x="7036" y="31"/>
                </a:cubicBezTo>
                <a:cubicBezTo>
                  <a:pt x="7047" y="38"/>
                  <a:pt x="7056" y="45"/>
                  <a:pt x="7065" y="54"/>
                </a:cubicBezTo>
                <a:cubicBezTo>
                  <a:pt x="7073" y="63"/>
                  <a:pt x="7081" y="72"/>
                  <a:pt x="7088" y="82"/>
                </a:cubicBezTo>
                <a:cubicBezTo>
                  <a:pt x="7094" y="92"/>
                  <a:pt x="7100" y="103"/>
                  <a:pt x="7105" y="114"/>
                </a:cubicBezTo>
                <a:cubicBezTo>
                  <a:pt x="7109" y="125"/>
                  <a:pt x="7113" y="137"/>
                  <a:pt x="7115" y="149"/>
                </a:cubicBezTo>
                <a:cubicBezTo>
                  <a:pt x="7118" y="161"/>
                  <a:pt x="7119" y="173"/>
                  <a:pt x="7119" y="185"/>
                </a:cubicBezTo>
                <a:lnTo>
                  <a:pt x="7119" y="2514"/>
                </a:lnTo>
                <a:cubicBezTo>
                  <a:pt x="7119" y="2526"/>
                  <a:pt x="7118" y="2539"/>
                  <a:pt x="7115" y="2550"/>
                </a:cubicBezTo>
                <a:cubicBezTo>
                  <a:pt x="7113" y="2562"/>
                  <a:pt x="7109" y="2574"/>
                  <a:pt x="7105" y="2585"/>
                </a:cubicBezTo>
                <a:cubicBezTo>
                  <a:pt x="7100" y="2596"/>
                  <a:pt x="7094" y="2607"/>
                  <a:pt x="7088" y="2617"/>
                </a:cubicBezTo>
                <a:cubicBezTo>
                  <a:pt x="7081" y="2627"/>
                  <a:pt x="7073" y="2637"/>
                  <a:pt x="7065" y="2645"/>
                </a:cubicBezTo>
                <a:cubicBezTo>
                  <a:pt x="7056" y="2654"/>
                  <a:pt x="7047" y="2662"/>
                  <a:pt x="7036" y="2668"/>
                </a:cubicBezTo>
                <a:cubicBezTo>
                  <a:pt x="7026" y="2675"/>
                  <a:pt x="7016" y="2681"/>
                  <a:pt x="7004" y="2685"/>
                </a:cubicBezTo>
                <a:cubicBezTo>
                  <a:pt x="6993" y="2690"/>
                  <a:pt x="6982" y="2694"/>
                  <a:pt x="6970" y="2696"/>
                </a:cubicBezTo>
                <a:cubicBezTo>
                  <a:pt x="6958" y="2698"/>
                  <a:pt x="6946" y="2700"/>
                  <a:pt x="6934" y="2700"/>
                </a:cubicBezTo>
                <a:lnTo>
                  <a:pt x="186" y="2700"/>
                </a:lnTo>
                <a:cubicBezTo>
                  <a:pt x="174" y="2700"/>
                  <a:pt x="161" y="2698"/>
                  <a:pt x="150" y="2696"/>
                </a:cubicBezTo>
                <a:cubicBezTo>
                  <a:pt x="138" y="2694"/>
                  <a:pt x="126" y="2690"/>
                  <a:pt x="115" y="2685"/>
                </a:cubicBezTo>
                <a:cubicBezTo>
                  <a:pt x="104" y="2681"/>
                  <a:pt x="93" y="2675"/>
                  <a:pt x="83" y="2668"/>
                </a:cubicBezTo>
                <a:cubicBezTo>
                  <a:pt x="73" y="2662"/>
                  <a:pt x="63" y="2654"/>
                  <a:pt x="55" y="2645"/>
                </a:cubicBezTo>
                <a:cubicBezTo>
                  <a:pt x="46" y="2637"/>
                  <a:pt x="38" y="2627"/>
                  <a:pt x="32" y="2617"/>
                </a:cubicBezTo>
                <a:cubicBezTo>
                  <a:pt x="25" y="2607"/>
                  <a:pt x="19" y="2596"/>
                  <a:pt x="15" y="2585"/>
                </a:cubicBezTo>
                <a:cubicBezTo>
                  <a:pt x="10" y="2574"/>
                  <a:pt x="6" y="2562"/>
                  <a:pt x="4" y="2550"/>
                </a:cubicBezTo>
                <a:cubicBezTo>
                  <a:pt x="2" y="2539"/>
                  <a:pt x="0" y="2526"/>
                  <a:pt x="0" y="2514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2" name=""/>
          <p:cNvSpPr/>
          <p:nvPr/>
        </p:nvSpPr>
        <p:spPr>
          <a:xfrm>
            <a:off x="7397640" y="4946040"/>
            <a:ext cx="254160" cy="317880"/>
          </a:xfrm>
          <a:custGeom>
            <a:avLst/>
            <a:gdLst/>
            <a:ahLst/>
            <a:rect l="0" t="0" r="r" b="b"/>
            <a:pathLst>
              <a:path w="706" h="883">
                <a:moveTo>
                  <a:pt x="354" y="883"/>
                </a:moveTo>
                <a:cubicBezTo>
                  <a:pt x="251" y="857"/>
                  <a:pt x="165" y="797"/>
                  <a:pt x="99" y="703"/>
                </a:cubicBezTo>
                <a:cubicBezTo>
                  <a:pt x="33" y="609"/>
                  <a:pt x="0" y="506"/>
                  <a:pt x="0" y="395"/>
                </a:cubicBezTo>
                <a:lnTo>
                  <a:pt x="0" y="132"/>
                </a:lnTo>
                <a:lnTo>
                  <a:pt x="354" y="0"/>
                </a:lnTo>
                <a:lnTo>
                  <a:pt x="706" y="132"/>
                </a:lnTo>
                <a:lnTo>
                  <a:pt x="706" y="395"/>
                </a:lnTo>
                <a:cubicBezTo>
                  <a:pt x="706" y="506"/>
                  <a:pt x="673" y="609"/>
                  <a:pt x="607" y="703"/>
                </a:cubicBezTo>
                <a:cubicBezTo>
                  <a:pt x="541" y="797"/>
                  <a:pt x="456" y="857"/>
                  <a:pt x="354" y="883"/>
                </a:cubicBezTo>
                <a:moveTo>
                  <a:pt x="354" y="815"/>
                </a:moveTo>
                <a:cubicBezTo>
                  <a:pt x="438" y="786"/>
                  <a:pt x="507" y="733"/>
                  <a:pt x="560" y="655"/>
                </a:cubicBezTo>
                <a:cubicBezTo>
                  <a:pt x="614" y="578"/>
                  <a:pt x="640" y="491"/>
                  <a:pt x="640" y="395"/>
                </a:cubicBezTo>
                <a:lnTo>
                  <a:pt x="640" y="179"/>
                </a:lnTo>
                <a:lnTo>
                  <a:pt x="354" y="71"/>
                </a:lnTo>
                <a:lnTo>
                  <a:pt x="66" y="179"/>
                </a:lnTo>
                <a:lnTo>
                  <a:pt x="66" y="395"/>
                </a:lnTo>
                <a:cubicBezTo>
                  <a:pt x="66" y="491"/>
                  <a:pt x="93" y="578"/>
                  <a:pt x="146" y="655"/>
                </a:cubicBezTo>
                <a:cubicBezTo>
                  <a:pt x="199" y="733"/>
                  <a:pt x="269" y="786"/>
                  <a:pt x="354" y="815"/>
                </a:cubicBezTo>
                <a:moveTo>
                  <a:pt x="354" y="442"/>
                </a:moveTo>
                <a:lnTo>
                  <a:pt x="354" y="442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7792920" y="3274560"/>
            <a:ext cx="1875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8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種類の宛先だけ通す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7792920" y="4817880"/>
            <a:ext cx="1143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起動時の検証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5" name=""/>
          <p:cNvSpPr/>
          <p:nvPr/>
        </p:nvSpPr>
        <p:spPr>
          <a:xfrm>
            <a:off x="6972120" y="419076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16" name=""/>
          <p:cNvSpPr/>
          <p:nvPr/>
        </p:nvSpPr>
        <p:spPr>
          <a:xfrm>
            <a:off x="6972120" y="5095800"/>
            <a:ext cx="228960" cy="19440"/>
          </a:xfrm>
          <a:custGeom>
            <a:avLst/>
            <a:gdLst/>
            <a:ahLst/>
            <a:rect l="0" t="0" r="r" b="b"/>
            <a:pathLst>
              <a:path w="636" h="54">
                <a:moveTo>
                  <a:pt x="0" y="0"/>
                </a:moveTo>
                <a:lnTo>
                  <a:pt x="636" y="0"/>
                </a:lnTo>
                <a:lnTo>
                  <a:pt x="63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17" name=""/>
          <p:cNvSpPr/>
          <p:nvPr/>
        </p:nvSpPr>
        <p:spPr>
          <a:xfrm>
            <a:off x="7105320" y="50479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18" name=""/>
          <p:cNvSpPr/>
          <p:nvPr/>
        </p:nvSpPr>
        <p:spPr>
          <a:xfrm>
            <a:off x="9781920" y="5095800"/>
            <a:ext cx="228960" cy="19440"/>
          </a:xfrm>
          <a:custGeom>
            <a:avLst/>
            <a:gdLst/>
            <a:ahLst/>
            <a:rect l="0" t="0" r="r" b="b"/>
            <a:pathLst>
              <a:path w="636" h="54">
                <a:moveTo>
                  <a:pt x="0" y="0"/>
                </a:moveTo>
                <a:lnTo>
                  <a:pt x="636" y="0"/>
                </a:lnTo>
                <a:lnTo>
                  <a:pt x="63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19" name=""/>
          <p:cNvSpPr/>
          <p:nvPr/>
        </p:nvSpPr>
        <p:spPr>
          <a:xfrm>
            <a:off x="9991440" y="419076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20" name=""/>
          <p:cNvSpPr/>
          <p:nvPr/>
        </p:nvSpPr>
        <p:spPr>
          <a:xfrm>
            <a:off x="10010520" y="4181400"/>
            <a:ext cx="228960" cy="19440"/>
          </a:xfrm>
          <a:custGeom>
            <a:avLst/>
            <a:gdLst/>
            <a:ahLst/>
            <a:rect l="0" t="0" r="r" b="b"/>
            <a:pathLst>
              <a:path w="636" h="54">
                <a:moveTo>
                  <a:pt x="0" y="0"/>
                </a:moveTo>
                <a:lnTo>
                  <a:pt x="636" y="0"/>
                </a:lnTo>
                <a:lnTo>
                  <a:pt x="63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21" name=""/>
          <p:cNvSpPr/>
          <p:nvPr/>
        </p:nvSpPr>
        <p:spPr>
          <a:xfrm>
            <a:off x="10144080" y="413352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7792920" y="5103360"/>
            <a:ext cx="171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遮断を確かめて開始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6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7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609480" y="392760"/>
            <a:ext cx="27439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通信の許可リスト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9" name=""/>
          <p:cNvSpPr/>
          <p:nvPr/>
        </p:nvSpPr>
        <p:spPr>
          <a:xfrm>
            <a:off x="609480" y="1599840"/>
            <a:ext cx="5334120" cy="4800960"/>
          </a:xfrm>
          <a:custGeom>
            <a:avLst/>
            <a:gdLst/>
            <a:ahLst/>
            <a:rect l="0" t="0" r="r" b="b"/>
            <a:pathLst>
              <a:path w="14817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3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5" y="72"/>
                  <a:pt x="14774" y="83"/>
                  <a:pt x="14782" y="95"/>
                </a:cubicBezTo>
                <a:cubicBezTo>
                  <a:pt x="14790" y="106"/>
                  <a:pt x="14796" y="118"/>
                  <a:pt x="14801" y="131"/>
                </a:cubicBezTo>
                <a:cubicBezTo>
                  <a:pt x="14807" y="144"/>
                  <a:pt x="14811" y="157"/>
                  <a:pt x="14813" y="171"/>
                </a:cubicBezTo>
                <a:cubicBezTo>
                  <a:pt x="14816" y="185"/>
                  <a:pt x="14817" y="198"/>
                  <a:pt x="14817" y="212"/>
                </a:cubicBezTo>
                <a:lnTo>
                  <a:pt x="14817" y="13125"/>
                </a:lnTo>
                <a:cubicBezTo>
                  <a:pt x="14817" y="13139"/>
                  <a:pt x="14816" y="13152"/>
                  <a:pt x="14813" y="13166"/>
                </a:cubicBezTo>
                <a:cubicBezTo>
                  <a:pt x="14811" y="13180"/>
                  <a:pt x="14807" y="13193"/>
                  <a:pt x="14801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5" y="13265"/>
                  <a:pt x="14756" y="13275"/>
                </a:cubicBezTo>
                <a:cubicBezTo>
                  <a:pt x="14746" y="13284"/>
                  <a:pt x="14735" y="13293"/>
                  <a:pt x="14723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3" y="13335"/>
                  <a:pt x="14620" y="13336"/>
                  <a:pt x="14606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609480" y="1090800"/>
            <a:ext cx="72018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外部との境界では、通信を許可リストにある宛先だけに絞る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1" name=""/>
          <p:cNvSpPr/>
          <p:nvPr/>
        </p:nvSpPr>
        <p:spPr>
          <a:xfrm>
            <a:off x="961920" y="3590640"/>
            <a:ext cx="1238400" cy="1200600"/>
          </a:xfrm>
          <a:custGeom>
            <a:avLst/>
            <a:gdLst/>
            <a:ahLst/>
            <a:rect l="0" t="0" r="r" b="b"/>
            <a:pathLst>
              <a:path w="3440" h="3335">
                <a:moveTo>
                  <a:pt x="0" y="3150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255" y="0"/>
                </a:lnTo>
                <a:cubicBezTo>
                  <a:pt x="3267" y="0"/>
                  <a:pt x="3279" y="1"/>
                  <a:pt x="3291" y="4"/>
                </a:cubicBezTo>
                <a:cubicBezTo>
                  <a:pt x="3303" y="6"/>
                  <a:pt x="3315" y="10"/>
                  <a:pt x="3326" y="14"/>
                </a:cubicBezTo>
                <a:cubicBezTo>
                  <a:pt x="3337" y="19"/>
                  <a:pt x="3348" y="25"/>
                  <a:pt x="3358" y="32"/>
                </a:cubicBezTo>
                <a:cubicBezTo>
                  <a:pt x="3368" y="38"/>
                  <a:pt x="3378" y="46"/>
                  <a:pt x="3386" y="55"/>
                </a:cubicBezTo>
                <a:cubicBezTo>
                  <a:pt x="3395" y="63"/>
                  <a:pt x="3402" y="72"/>
                  <a:pt x="3409" y="83"/>
                </a:cubicBezTo>
                <a:cubicBezTo>
                  <a:pt x="3416" y="93"/>
                  <a:pt x="3422" y="103"/>
                  <a:pt x="3426" y="115"/>
                </a:cubicBezTo>
                <a:cubicBezTo>
                  <a:pt x="3431" y="126"/>
                  <a:pt x="3434" y="137"/>
                  <a:pt x="3437" y="149"/>
                </a:cubicBezTo>
                <a:cubicBezTo>
                  <a:pt x="3439" y="161"/>
                  <a:pt x="3440" y="173"/>
                  <a:pt x="3440" y="185"/>
                </a:cubicBezTo>
                <a:lnTo>
                  <a:pt x="3440" y="3150"/>
                </a:lnTo>
                <a:cubicBezTo>
                  <a:pt x="3440" y="3162"/>
                  <a:pt x="3439" y="3174"/>
                  <a:pt x="3437" y="3186"/>
                </a:cubicBezTo>
                <a:cubicBezTo>
                  <a:pt x="3434" y="3198"/>
                  <a:pt x="3431" y="3209"/>
                  <a:pt x="3426" y="3221"/>
                </a:cubicBezTo>
                <a:cubicBezTo>
                  <a:pt x="3422" y="3232"/>
                  <a:pt x="3416" y="3243"/>
                  <a:pt x="3409" y="3253"/>
                </a:cubicBezTo>
                <a:cubicBezTo>
                  <a:pt x="3402" y="3263"/>
                  <a:pt x="3395" y="3272"/>
                  <a:pt x="3386" y="3281"/>
                </a:cubicBezTo>
                <a:cubicBezTo>
                  <a:pt x="3378" y="3289"/>
                  <a:pt x="3368" y="3297"/>
                  <a:pt x="3358" y="3304"/>
                </a:cubicBezTo>
                <a:cubicBezTo>
                  <a:pt x="3348" y="3311"/>
                  <a:pt x="3337" y="3316"/>
                  <a:pt x="3326" y="3321"/>
                </a:cubicBezTo>
                <a:cubicBezTo>
                  <a:pt x="3315" y="3326"/>
                  <a:pt x="3303" y="3329"/>
                  <a:pt x="3291" y="3331"/>
                </a:cubicBezTo>
                <a:cubicBezTo>
                  <a:pt x="3279" y="3334"/>
                  <a:pt x="3267" y="3335"/>
                  <a:pt x="3255" y="3335"/>
                </a:cubicBezTo>
                <a:lnTo>
                  <a:pt x="185" y="3335"/>
                </a:lnTo>
                <a:cubicBezTo>
                  <a:pt x="173" y="3335"/>
                  <a:pt x="161" y="3334"/>
                  <a:pt x="149" y="3331"/>
                </a:cubicBezTo>
                <a:cubicBezTo>
                  <a:pt x="137" y="3329"/>
                  <a:pt x="125" y="3326"/>
                  <a:pt x="114" y="3321"/>
                </a:cubicBezTo>
                <a:cubicBezTo>
                  <a:pt x="103" y="3316"/>
                  <a:pt x="92" y="3311"/>
                  <a:pt x="82" y="3304"/>
                </a:cubicBezTo>
                <a:cubicBezTo>
                  <a:pt x="72" y="3297"/>
                  <a:pt x="63" y="3289"/>
                  <a:pt x="54" y="3281"/>
                </a:cubicBezTo>
                <a:cubicBezTo>
                  <a:pt x="45" y="3272"/>
                  <a:pt x="38" y="3263"/>
                  <a:pt x="31" y="3253"/>
                </a:cubicBezTo>
                <a:cubicBezTo>
                  <a:pt x="24" y="3243"/>
                  <a:pt x="19" y="3232"/>
                  <a:pt x="14" y="3221"/>
                </a:cubicBezTo>
                <a:cubicBezTo>
                  <a:pt x="9" y="3209"/>
                  <a:pt x="6" y="3198"/>
                  <a:pt x="3" y="3186"/>
                </a:cubicBezTo>
                <a:cubicBezTo>
                  <a:pt x="1" y="3174"/>
                  <a:pt x="0" y="3162"/>
                  <a:pt x="0" y="31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2" name=""/>
          <p:cNvSpPr/>
          <p:nvPr/>
        </p:nvSpPr>
        <p:spPr>
          <a:xfrm>
            <a:off x="961920" y="3590640"/>
            <a:ext cx="1238400" cy="1200600"/>
          </a:xfrm>
          <a:custGeom>
            <a:avLst/>
            <a:gdLst/>
            <a:ahLst/>
            <a:rect l="0" t="0" r="r" b="b"/>
            <a:pathLst>
              <a:path w="3440" h="3335">
                <a:moveTo>
                  <a:pt x="0" y="3150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255" y="0"/>
                </a:lnTo>
                <a:cubicBezTo>
                  <a:pt x="3267" y="0"/>
                  <a:pt x="3279" y="1"/>
                  <a:pt x="3291" y="4"/>
                </a:cubicBezTo>
                <a:cubicBezTo>
                  <a:pt x="3303" y="6"/>
                  <a:pt x="3315" y="10"/>
                  <a:pt x="3326" y="14"/>
                </a:cubicBezTo>
                <a:cubicBezTo>
                  <a:pt x="3337" y="19"/>
                  <a:pt x="3348" y="25"/>
                  <a:pt x="3358" y="32"/>
                </a:cubicBezTo>
                <a:cubicBezTo>
                  <a:pt x="3368" y="38"/>
                  <a:pt x="3378" y="46"/>
                  <a:pt x="3386" y="55"/>
                </a:cubicBezTo>
                <a:cubicBezTo>
                  <a:pt x="3395" y="63"/>
                  <a:pt x="3402" y="72"/>
                  <a:pt x="3409" y="83"/>
                </a:cubicBezTo>
                <a:cubicBezTo>
                  <a:pt x="3416" y="93"/>
                  <a:pt x="3422" y="103"/>
                  <a:pt x="3426" y="115"/>
                </a:cubicBezTo>
                <a:cubicBezTo>
                  <a:pt x="3431" y="126"/>
                  <a:pt x="3434" y="137"/>
                  <a:pt x="3437" y="149"/>
                </a:cubicBezTo>
                <a:cubicBezTo>
                  <a:pt x="3439" y="161"/>
                  <a:pt x="3440" y="173"/>
                  <a:pt x="3440" y="185"/>
                </a:cubicBezTo>
                <a:lnTo>
                  <a:pt x="3440" y="3150"/>
                </a:lnTo>
                <a:cubicBezTo>
                  <a:pt x="3440" y="3162"/>
                  <a:pt x="3439" y="3174"/>
                  <a:pt x="3437" y="3186"/>
                </a:cubicBezTo>
                <a:cubicBezTo>
                  <a:pt x="3434" y="3198"/>
                  <a:pt x="3431" y="3209"/>
                  <a:pt x="3426" y="3221"/>
                </a:cubicBezTo>
                <a:cubicBezTo>
                  <a:pt x="3422" y="3232"/>
                  <a:pt x="3416" y="3243"/>
                  <a:pt x="3409" y="3253"/>
                </a:cubicBezTo>
                <a:cubicBezTo>
                  <a:pt x="3402" y="3263"/>
                  <a:pt x="3395" y="3272"/>
                  <a:pt x="3386" y="3281"/>
                </a:cubicBezTo>
                <a:cubicBezTo>
                  <a:pt x="3378" y="3289"/>
                  <a:pt x="3368" y="3297"/>
                  <a:pt x="3358" y="3304"/>
                </a:cubicBezTo>
                <a:cubicBezTo>
                  <a:pt x="3348" y="3311"/>
                  <a:pt x="3337" y="3316"/>
                  <a:pt x="3326" y="3321"/>
                </a:cubicBezTo>
                <a:cubicBezTo>
                  <a:pt x="3315" y="3326"/>
                  <a:pt x="3303" y="3329"/>
                  <a:pt x="3291" y="3331"/>
                </a:cubicBezTo>
                <a:cubicBezTo>
                  <a:pt x="3279" y="3334"/>
                  <a:pt x="3267" y="3335"/>
                  <a:pt x="3255" y="3335"/>
                </a:cubicBezTo>
                <a:lnTo>
                  <a:pt x="185" y="3335"/>
                </a:lnTo>
                <a:cubicBezTo>
                  <a:pt x="173" y="3335"/>
                  <a:pt x="161" y="3334"/>
                  <a:pt x="149" y="3331"/>
                </a:cubicBezTo>
                <a:cubicBezTo>
                  <a:pt x="137" y="3329"/>
                  <a:pt x="125" y="3326"/>
                  <a:pt x="114" y="3321"/>
                </a:cubicBezTo>
                <a:cubicBezTo>
                  <a:pt x="103" y="3316"/>
                  <a:pt x="92" y="3311"/>
                  <a:pt x="82" y="3304"/>
                </a:cubicBezTo>
                <a:cubicBezTo>
                  <a:pt x="72" y="3297"/>
                  <a:pt x="63" y="3289"/>
                  <a:pt x="54" y="3281"/>
                </a:cubicBezTo>
                <a:cubicBezTo>
                  <a:pt x="45" y="3272"/>
                  <a:pt x="38" y="3263"/>
                  <a:pt x="31" y="3253"/>
                </a:cubicBezTo>
                <a:cubicBezTo>
                  <a:pt x="24" y="3243"/>
                  <a:pt x="19" y="3232"/>
                  <a:pt x="14" y="3221"/>
                </a:cubicBezTo>
                <a:cubicBezTo>
                  <a:pt x="9" y="3209"/>
                  <a:pt x="6" y="3198"/>
                  <a:pt x="3" y="3186"/>
                </a:cubicBezTo>
                <a:cubicBezTo>
                  <a:pt x="1" y="3174"/>
                  <a:pt x="0" y="3162"/>
                  <a:pt x="0" y="315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3" name=""/>
          <p:cNvSpPr/>
          <p:nvPr/>
        </p:nvSpPr>
        <p:spPr>
          <a:xfrm>
            <a:off x="1380960" y="3795480"/>
            <a:ext cx="400320" cy="448200"/>
          </a:xfrm>
          <a:custGeom>
            <a:avLst/>
            <a:gdLst/>
            <a:ahLst/>
            <a:rect l="0" t="0" r="r" b="b"/>
            <a:pathLst>
              <a:path w="1112" h="1245">
                <a:moveTo>
                  <a:pt x="510" y="1126"/>
                </a:moveTo>
                <a:lnTo>
                  <a:pt x="510" y="649"/>
                </a:lnTo>
                <a:lnTo>
                  <a:pt x="94" y="408"/>
                </a:lnTo>
                <a:lnTo>
                  <a:pt x="94" y="885"/>
                </a:lnTo>
                <a:lnTo>
                  <a:pt x="510" y="1126"/>
                </a:lnTo>
                <a:moveTo>
                  <a:pt x="603" y="1126"/>
                </a:moveTo>
                <a:lnTo>
                  <a:pt x="1020" y="885"/>
                </a:lnTo>
                <a:lnTo>
                  <a:pt x="1020" y="407"/>
                </a:lnTo>
                <a:lnTo>
                  <a:pt x="603" y="649"/>
                </a:lnTo>
                <a:lnTo>
                  <a:pt x="603" y="1126"/>
                </a:lnTo>
                <a:moveTo>
                  <a:pt x="557" y="570"/>
                </a:moveTo>
                <a:lnTo>
                  <a:pt x="967" y="331"/>
                </a:lnTo>
                <a:lnTo>
                  <a:pt x="557" y="94"/>
                </a:lnTo>
                <a:lnTo>
                  <a:pt x="144" y="331"/>
                </a:lnTo>
                <a:lnTo>
                  <a:pt x="557" y="570"/>
                </a:lnTo>
                <a:moveTo>
                  <a:pt x="46" y="966"/>
                </a:moveTo>
                <a:cubicBezTo>
                  <a:pt x="32" y="957"/>
                  <a:pt x="20" y="945"/>
                  <a:pt x="12" y="931"/>
                </a:cubicBezTo>
                <a:cubicBezTo>
                  <a:pt x="4" y="917"/>
                  <a:pt x="0" y="902"/>
                  <a:pt x="0" y="885"/>
                </a:cubicBezTo>
                <a:lnTo>
                  <a:pt x="0" y="361"/>
                </a:lnTo>
                <a:cubicBezTo>
                  <a:pt x="0" y="344"/>
                  <a:pt x="4" y="329"/>
                  <a:pt x="12" y="315"/>
                </a:cubicBezTo>
                <a:cubicBezTo>
                  <a:pt x="20" y="300"/>
                  <a:pt x="32" y="289"/>
                  <a:pt x="46" y="280"/>
                </a:cubicBezTo>
                <a:lnTo>
                  <a:pt x="510" y="12"/>
                </a:lnTo>
                <a:cubicBezTo>
                  <a:pt x="525" y="4"/>
                  <a:pt x="541" y="0"/>
                  <a:pt x="557" y="0"/>
                </a:cubicBezTo>
                <a:cubicBezTo>
                  <a:pt x="573" y="0"/>
                  <a:pt x="588" y="4"/>
                  <a:pt x="603" y="12"/>
                </a:cubicBezTo>
                <a:lnTo>
                  <a:pt x="1066" y="280"/>
                </a:lnTo>
                <a:cubicBezTo>
                  <a:pt x="1081" y="289"/>
                  <a:pt x="1092" y="300"/>
                  <a:pt x="1100" y="315"/>
                </a:cubicBezTo>
                <a:cubicBezTo>
                  <a:pt x="1108" y="329"/>
                  <a:pt x="1112" y="344"/>
                  <a:pt x="1112" y="361"/>
                </a:cubicBezTo>
                <a:lnTo>
                  <a:pt x="1112" y="885"/>
                </a:lnTo>
                <a:cubicBezTo>
                  <a:pt x="1112" y="902"/>
                  <a:pt x="1108" y="917"/>
                  <a:pt x="1100" y="931"/>
                </a:cubicBezTo>
                <a:cubicBezTo>
                  <a:pt x="1092" y="945"/>
                  <a:pt x="1081" y="957"/>
                  <a:pt x="1066" y="966"/>
                </a:cubicBezTo>
                <a:lnTo>
                  <a:pt x="603" y="1233"/>
                </a:lnTo>
                <a:cubicBezTo>
                  <a:pt x="588" y="1241"/>
                  <a:pt x="573" y="1245"/>
                  <a:pt x="556" y="1245"/>
                </a:cubicBezTo>
                <a:cubicBezTo>
                  <a:pt x="540" y="1245"/>
                  <a:pt x="525" y="1241"/>
                  <a:pt x="510" y="1233"/>
                </a:cubicBezTo>
                <a:lnTo>
                  <a:pt x="46" y="966"/>
                </a:lnTo>
                <a:moveTo>
                  <a:pt x="557" y="623"/>
                </a:moveTo>
                <a:lnTo>
                  <a:pt x="557" y="62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799920" y="1716120"/>
            <a:ext cx="4115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外向きの通信は既定ですべて遮断される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5" name=""/>
          <p:cNvSpPr/>
          <p:nvPr/>
        </p:nvSpPr>
        <p:spPr>
          <a:xfrm>
            <a:off x="6248160" y="1599840"/>
            <a:ext cx="5334480" cy="4800960"/>
          </a:xfrm>
          <a:custGeom>
            <a:avLst/>
            <a:gdLst/>
            <a:ahLst/>
            <a:rect l="0" t="0" r="r" b="b"/>
            <a:pathLst>
              <a:path w="14818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2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5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5"/>
                </a:cubicBezTo>
                <a:cubicBezTo>
                  <a:pt x="184" y="2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4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6" y="72"/>
                  <a:pt x="14774" y="83"/>
                  <a:pt x="14782" y="95"/>
                </a:cubicBezTo>
                <a:cubicBezTo>
                  <a:pt x="14790" y="106"/>
                  <a:pt x="14796" y="118"/>
                  <a:pt x="14802" y="131"/>
                </a:cubicBezTo>
                <a:cubicBezTo>
                  <a:pt x="14807" y="144"/>
                  <a:pt x="14811" y="157"/>
                  <a:pt x="14814" y="171"/>
                </a:cubicBezTo>
                <a:cubicBezTo>
                  <a:pt x="14816" y="185"/>
                  <a:pt x="14818" y="198"/>
                  <a:pt x="14818" y="212"/>
                </a:cubicBezTo>
                <a:lnTo>
                  <a:pt x="14818" y="13125"/>
                </a:lnTo>
                <a:cubicBezTo>
                  <a:pt x="14818" y="13139"/>
                  <a:pt x="14816" y="13152"/>
                  <a:pt x="14814" y="13166"/>
                </a:cubicBezTo>
                <a:cubicBezTo>
                  <a:pt x="14811" y="13180"/>
                  <a:pt x="14807" y="13193"/>
                  <a:pt x="14802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6" y="13265"/>
                  <a:pt x="14756" y="13275"/>
                </a:cubicBezTo>
                <a:cubicBezTo>
                  <a:pt x="14746" y="13284"/>
                  <a:pt x="14735" y="13293"/>
                  <a:pt x="14724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4" y="13335"/>
                  <a:pt x="14620" y="13336"/>
                  <a:pt x="14606" y="13336"/>
                </a:cubicBezTo>
                <a:lnTo>
                  <a:pt x="212" y="13336"/>
                </a:lnTo>
                <a:cubicBezTo>
                  <a:pt x="198" y="13336"/>
                  <a:pt x="184" y="13335"/>
                  <a:pt x="171" y="13332"/>
                </a:cubicBezTo>
                <a:cubicBezTo>
                  <a:pt x="157" y="13330"/>
                  <a:pt x="144" y="13326"/>
                  <a:pt x="131" y="13320"/>
                </a:cubicBezTo>
                <a:cubicBezTo>
                  <a:pt x="118" y="13315"/>
                  <a:pt x="106" y="13309"/>
                  <a:pt x="94" y="13301"/>
                </a:cubicBezTo>
                <a:cubicBezTo>
                  <a:pt x="83" y="13293"/>
                  <a:pt x="72" y="13284"/>
                  <a:pt x="62" y="13275"/>
                </a:cubicBezTo>
                <a:cubicBezTo>
                  <a:pt x="52" y="13265"/>
                  <a:pt x="44" y="13254"/>
                  <a:pt x="36" y="13242"/>
                </a:cubicBezTo>
                <a:cubicBezTo>
                  <a:pt x="28" y="13231"/>
                  <a:pt x="22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2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1126800" y="4287600"/>
            <a:ext cx="915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7" name=""/>
          <p:cNvSpPr/>
          <p:nvPr/>
        </p:nvSpPr>
        <p:spPr>
          <a:xfrm>
            <a:off x="8343720" y="2714400"/>
            <a:ext cx="1143360" cy="476640"/>
          </a:xfrm>
          <a:custGeom>
            <a:avLst/>
            <a:gdLst/>
            <a:ahLst/>
            <a:rect l="0" t="0" r="r" b="b"/>
            <a:pathLst>
              <a:path w="3176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2991" y="0"/>
                </a:lnTo>
                <a:cubicBezTo>
                  <a:pt x="3003" y="0"/>
                  <a:pt x="3015" y="1"/>
                  <a:pt x="3027" y="4"/>
                </a:cubicBezTo>
                <a:cubicBezTo>
                  <a:pt x="3039" y="6"/>
                  <a:pt x="3050" y="10"/>
                  <a:pt x="3062" y="14"/>
                </a:cubicBezTo>
                <a:cubicBezTo>
                  <a:pt x="3073" y="19"/>
                  <a:pt x="3084" y="25"/>
                  <a:pt x="3094" y="31"/>
                </a:cubicBezTo>
                <a:cubicBezTo>
                  <a:pt x="3104" y="38"/>
                  <a:pt x="3113" y="46"/>
                  <a:pt x="3122" y="54"/>
                </a:cubicBezTo>
                <a:cubicBezTo>
                  <a:pt x="3130" y="63"/>
                  <a:pt x="3138" y="72"/>
                  <a:pt x="3145" y="82"/>
                </a:cubicBezTo>
                <a:cubicBezTo>
                  <a:pt x="3152" y="93"/>
                  <a:pt x="3157" y="103"/>
                  <a:pt x="3162" y="114"/>
                </a:cubicBezTo>
                <a:cubicBezTo>
                  <a:pt x="3167" y="126"/>
                  <a:pt x="3170" y="137"/>
                  <a:pt x="3172" y="149"/>
                </a:cubicBezTo>
                <a:cubicBezTo>
                  <a:pt x="3175" y="161"/>
                  <a:pt x="3176" y="173"/>
                  <a:pt x="3176" y="185"/>
                </a:cubicBezTo>
                <a:lnTo>
                  <a:pt x="3176" y="1139"/>
                </a:lnTo>
                <a:cubicBezTo>
                  <a:pt x="3176" y="1151"/>
                  <a:pt x="3175" y="1163"/>
                  <a:pt x="3172" y="1175"/>
                </a:cubicBezTo>
                <a:cubicBezTo>
                  <a:pt x="3170" y="1187"/>
                  <a:pt x="3167" y="1198"/>
                  <a:pt x="3162" y="1210"/>
                </a:cubicBezTo>
                <a:cubicBezTo>
                  <a:pt x="3157" y="1221"/>
                  <a:pt x="3152" y="1232"/>
                  <a:pt x="3145" y="1242"/>
                </a:cubicBezTo>
                <a:cubicBezTo>
                  <a:pt x="3138" y="1252"/>
                  <a:pt x="3130" y="1261"/>
                  <a:pt x="3122" y="1270"/>
                </a:cubicBezTo>
                <a:cubicBezTo>
                  <a:pt x="3113" y="1278"/>
                  <a:pt x="3104" y="1286"/>
                  <a:pt x="3094" y="1293"/>
                </a:cubicBezTo>
                <a:cubicBezTo>
                  <a:pt x="3084" y="1300"/>
                  <a:pt x="3073" y="1305"/>
                  <a:pt x="3062" y="1310"/>
                </a:cubicBezTo>
                <a:cubicBezTo>
                  <a:pt x="3050" y="1315"/>
                  <a:pt x="3039" y="1318"/>
                  <a:pt x="3027" y="1320"/>
                </a:cubicBezTo>
                <a:cubicBezTo>
                  <a:pt x="3015" y="1323"/>
                  <a:pt x="3003" y="1324"/>
                  <a:pt x="2991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6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4" y="1232"/>
                  <a:pt x="19" y="1221"/>
                  <a:pt x="14" y="1210"/>
                </a:cubicBezTo>
                <a:cubicBezTo>
                  <a:pt x="9" y="1198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8" name=""/>
          <p:cNvSpPr/>
          <p:nvPr/>
        </p:nvSpPr>
        <p:spPr>
          <a:xfrm>
            <a:off x="8343720" y="2714400"/>
            <a:ext cx="1143360" cy="476640"/>
          </a:xfrm>
          <a:custGeom>
            <a:avLst/>
            <a:gdLst/>
            <a:ahLst/>
            <a:rect l="0" t="0" r="r" b="b"/>
            <a:pathLst>
              <a:path w="3176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2991" y="0"/>
                </a:lnTo>
                <a:cubicBezTo>
                  <a:pt x="3003" y="0"/>
                  <a:pt x="3015" y="1"/>
                  <a:pt x="3027" y="4"/>
                </a:cubicBezTo>
                <a:cubicBezTo>
                  <a:pt x="3039" y="6"/>
                  <a:pt x="3050" y="10"/>
                  <a:pt x="3062" y="14"/>
                </a:cubicBezTo>
                <a:cubicBezTo>
                  <a:pt x="3073" y="19"/>
                  <a:pt x="3084" y="25"/>
                  <a:pt x="3094" y="31"/>
                </a:cubicBezTo>
                <a:cubicBezTo>
                  <a:pt x="3104" y="38"/>
                  <a:pt x="3113" y="46"/>
                  <a:pt x="3122" y="54"/>
                </a:cubicBezTo>
                <a:cubicBezTo>
                  <a:pt x="3130" y="63"/>
                  <a:pt x="3138" y="72"/>
                  <a:pt x="3145" y="82"/>
                </a:cubicBezTo>
                <a:cubicBezTo>
                  <a:pt x="3152" y="93"/>
                  <a:pt x="3157" y="103"/>
                  <a:pt x="3162" y="114"/>
                </a:cubicBezTo>
                <a:cubicBezTo>
                  <a:pt x="3167" y="126"/>
                  <a:pt x="3170" y="137"/>
                  <a:pt x="3172" y="149"/>
                </a:cubicBezTo>
                <a:cubicBezTo>
                  <a:pt x="3175" y="161"/>
                  <a:pt x="3176" y="173"/>
                  <a:pt x="3176" y="185"/>
                </a:cubicBezTo>
                <a:lnTo>
                  <a:pt x="3176" y="1139"/>
                </a:lnTo>
                <a:cubicBezTo>
                  <a:pt x="3176" y="1151"/>
                  <a:pt x="3175" y="1163"/>
                  <a:pt x="3172" y="1175"/>
                </a:cubicBezTo>
                <a:cubicBezTo>
                  <a:pt x="3170" y="1187"/>
                  <a:pt x="3167" y="1198"/>
                  <a:pt x="3162" y="1210"/>
                </a:cubicBezTo>
                <a:cubicBezTo>
                  <a:pt x="3157" y="1221"/>
                  <a:pt x="3152" y="1232"/>
                  <a:pt x="3145" y="1242"/>
                </a:cubicBezTo>
                <a:cubicBezTo>
                  <a:pt x="3138" y="1252"/>
                  <a:pt x="3130" y="1261"/>
                  <a:pt x="3122" y="1270"/>
                </a:cubicBezTo>
                <a:cubicBezTo>
                  <a:pt x="3113" y="1278"/>
                  <a:pt x="3104" y="1286"/>
                  <a:pt x="3094" y="1293"/>
                </a:cubicBezTo>
                <a:cubicBezTo>
                  <a:pt x="3084" y="1300"/>
                  <a:pt x="3073" y="1305"/>
                  <a:pt x="3062" y="1310"/>
                </a:cubicBezTo>
                <a:cubicBezTo>
                  <a:pt x="3050" y="1315"/>
                  <a:pt x="3039" y="1318"/>
                  <a:pt x="3027" y="1320"/>
                </a:cubicBezTo>
                <a:cubicBezTo>
                  <a:pt x="3015" y="1323"/>
                  <a:pt x="3003" y="1324"/>
                  <a:pt x="2991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6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4" y="1232"/>
                  <a:pt x="19" y="1221"/>
                  <a:pt x="14" y="1210"/>
                </a:cubicBezTo>
                <a:cubicBezTo>
                  <a:pt x="9" y="1198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9" name=""/>
          <p:cNvSpPr/>
          <p:nvPr/>
        </p:nvSpPr>
        <p:spPr>
          <a:xfrm>
            <a:off x="8511840" y="2825640"/>
            <a:ext cx="254520" cy="254160"/>
          </a:xfrm>
          <a:custGeom>
            <a:avLst/>
            <a:gdLst/>
            <a:ahLst/>
            <a:rect l="0" t="0" r="r" b="b"/>
            <a:pathLst>
              <a:path w="707" h="706">
                <a:moveTo>
                  <a:pt x="353" y="706"/>
                </a:moveTo>
                <a:cubicBezTo>
                  <a:pt x="305" y="706"/>
                  <a:pt x="259" y="697"/>
                  <a:pt x="217" y="679"/>
                </a:cubicBezTo>
                <a:cubicBezTo>
                  <a:pt x="174" y="660"/>
                  <a:pt x="136" y="635"/>
                  <a:pt x="104" y="603"/>
                </a:cubicBezTo>
                <a:cubicBezTo>
                  <a:pt x="72" y="571"/>
                  <a:pt x="47" y="533"/>
                  <a:pt x="28" y="490"/>
                </a:cubicBezTo>
                <a:cubicBezTo>
                  <a:pt x="10" y="447"/>
                  <a:pt x="0" y="402"/>
                  <a:pt x="0" y="354"/>
                </a:cubicBezTo>
                <a:cubicBezTo>
                  <a:pt x="0" y="304"/>
                  <a:pt x="10" y="257"/>
                  <a:pt x="29" y="215"/>
                </a:cubicBezTo>
                <a:cubicBezTo>
                  <a:pt x="47" y="172"/>
                  <a:pt x="73" y="135"/>
                  <a:pt x="104" y="103"/>
                </a:cubicBezTo>
                <a:lnTo>
                  <a:pt x="142" y="140"/>
                </a:lnTo>
                <a:cubicBezTo>
                  <a:pt x="114" y="167"/>
                  <a:pt x="92" y="199"/>
                  <a:pt x="77" y="235"/>
                </a:cubicBezTo>
                <a:cubicBezTo>
                  <a:pt x="61" y="273"/>
                  <a:pt x="53" y="312"/>
                  <a:pt x="53" y="354"/>
                </a:cubicBezTo>
                <a:cubicBezTo>
                  <a:pt x="53" y="436"/>
                  <a:pt x="83" y="507"/>
                  <a:pt x="141" y="566"/>
                </a:cubicBezTo>
                <a:cubicBezTo>
                  <a:pt x="200" y="624"/>
                  <a:pt x="270" y="653"/>
                  <a:pt x="353" y="653"/>
                </a:cubicBezTo>
                <a:cubicBezTo>
                  <a:pt x="437" y="653"/>
                  <a:pt x="508" y="624"/>
                  <a:pt x="566" y="566"/>
                </a:cubicBezTo>
                <a:cubicBezTo>
                  <a:pt x="624" y="507"/>
                  <a:pt x="653" y="436"/>
                  <a:pt x="653" y="354"/>
                </a:cubicBezTo>
                <a:cubicBezTo>
                  <a:pt x="653" y="312"/>
                  <a:pt x="645" y="273"/>
                  <a:pt x="630" y="235"/>
                </a:cubicBezTo>
                <a:cubicBezTo>
                  <a:pt x="615" y="199"/>
                  <a:pt x="593" y="167"/>
                  <a:pt x="566" y="140"/>
                </a:cubicBezTo>
                <a:lnTo>
                  <a:pt x="603" y="103"/>
                </a:lnTo>
                <a:cubicBezTo>
                  <a:pt x="635" y="135"/>
                  <a:pt x="660" y="172"/>
                  <a:pt x="678" y="215"/>
                </a:cubicBezTo>
                <a:cubicBezTo>
                  <a:pt x="698" y="257"/>
                  <a:pt x="707" y="304"/>
                  <a:pt x="707" y="354"/>
                </a:cubicBezTo>
                <a:cubicBezTo>
                  <a:pt x="707" y="402"/>
                  <a:pt x="698" y="447"/>
                  <a:pt x="678" y="490"/>
                </a:cubicBezTo>
                <a:cubicBezTo>
                  <a:pt x="660" y="533"/>
                  <a:pt x="635" y="571"/>
                  <a:pt x="603" y="603"/>
                </a:cubicBezTo>
                <a:cubicBezTo>
                  <a:pt x="571" y="635"/>
                  <a:pt x="534" y="660"/>
                  <a:pt x="491" y="679"/>
                </a:cubicBezTo>
                <a:cubicBezTo>
                  <a:pt x="448" y="697"/>
                  <a:pt x="402" y="706"/>
                  <a:pt x="353" y="706"/>
                </a:cubicBezTo>
                <a:moveTo>
                  <a:pt x="327" y="389"/>
                </a:moveTo>
                <a:lnTo>
                  <a:pt x="327" y="0"/>
                </a:lnTo>
                <a:lnTo>
                  <a:pt x="380" y="0"/>
                </a:lnTo>
                <a:lnTo>
                  <a:pt x="380" y="389"/>
                </a:lnTo>
                <a:lnTo>
                  <a:pt x="327" y="38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6438960" y="1716120"/>
            <a:ext cx="2972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遮断は起動時に確かめられる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1" name=""/>
          <p:cNvSpPr/>
          <p:nvPr/>
        </p:nvSpPr>
        <p:spPr>
          <a:xfrm>
            <a:off x="7657920" y="3514680"/>
            <a:ext cx="2514960" cy="1124280"/>
          </a:xfrm>
          <a:custGeom>
            <a:avLst/>
            <a:gdLst/>
            <a:ahLst/>
            <a:rect l="0" t="0" r="r" b="b"/>
            <a:pathLst>
              <a:path w="6986" h="3123">
                <a:moveTo>
                  <a:pt x="0" y="2937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801" y="0"/>
                </a:lnTo>
                <a:cubicBezTo>
                  <a:pt x="6813" y="0"/>
                  <a:pt x="6825" y="1"/>
                  <a:pt x="6837" y="3"/>
                </a:cubicBezTo>
                <a:cubicBezTo>
                  <a:pt x="6849" y="6"/>
                  <a:pt x="6860" y="9"/>
                  <a:pt x="6872" y="14"/>
                </a:cubicBezTo>
                <a:cubicBezTo>
                  <a:pt x="6883" y="18"/>
                  <a:pt x="6894" y="24"/>
                  <a:pt x="6904" y="31"/>
                </a:cubicBezTo>
                <a:cubicBezTo>
                  <a:pt x="6914" y="38"/>
                  <a:pt x="6923" y="45"/>
                  <a:pt x="6932" y="54"/>
                </a:cubicBezTo>
                <a:cubicBezTo>
                  <a:pt x="6940" y="62"/>
                  <a:pt x="6948" y="72"/>
                  <a:pt x="6955" y="82"/>
                </a:cubicBezTo>
                <a:cubicBezTo>
                  <a:pt x="6962" y="92"/>
                  <a:pt x="6967" y="103"/>
                  <a:pt x="6972" y="114"/>
                </a:cubicBezTo>
                <a:cubicBezTo>
                  <a:pt x="6977" y="125"/>
                  <a:pt x="6980" y="137"/>
                  <a:pt x="6982" y="149"/>
                </a:cubicBezTo>
                <a:cubicBezTo>
                  <a:pt x="6985" y="161"/>
                  <a:pt x="6986" y="173"/>
                  <a:pt x="6986" y="185"/>
                </a:cubicBezTo>
                <a:lnTo>
                  <a:pt x="6986" y="2937"/>
                </a:lnTo>
                <a:cubicBezTo>
                  <a:pt x="6986" y="2950"/>
                  <a:pt x="6985" y="2962"/>
                  <a:pt x="6982" y="2974"/>
                </a:cubicBezTo>
                <a:cubicBezTo>
                  <a:pt x="6980" y="2986"/>
                  <a:pt x="6977" y="2997"/>
                  <a:pt x="6972" y="3008"/>
                </a:cubicBezTo>
                <a:cubicBezTo>
                  <a:pt x="6967" y="3020"/>
                  <a:pt x="6962" y="3030"/>
                  <a:pt x="6955" y="3040"/>
                </a:cubicBezTo>
                <a:cubicBezTo>
                  <a:pt x="6948" y="3051"/>
                  <a:pt x="6940" y="3060"/>
                  <a:pt x="6932" y="3068"/>
                </a:cubicBezTo>
                <a:cubicBezTo>
                  <a:pt x="6923" y="3077"/>
                  <a:pt x="6914" y="3085"/>
                  <a:pt x="6904" y="3091"/>
                </a:cubicBezTo>
                <a:cubicBezTo>
                  <a:pt x="6894" y="3098"/>
                  <a:pt x="6883" y="3104"/>
                  <a:pt x="6872" y="3109"/>
                </a:cubicBezTo>
                <a:cubicBezTo>
                  <a:pt x="6860" y="3113"/>
                  <a:pt x="6849" y="3117"/>
                  <a:pt x="6837" y="3119"/>
                </a:cubicBezTo>
                <a:cubicBezTo>
                  <a:pt x="6825" y="3122"/>
                  <a:pt x="6813" y="3123"/>
                  <a:pt x="6801" y="3123"/>
                </a:cubicBezTo>
                <a:lnTo>
                  <a:pt x="185" y="3123"/>
                </a:lnTo>
                <a:cubicBezTo>
                  <a:pt x="173" y="3123"/>
                  <a:pt x="161" y="3122"/>
                  <a:pt x="149" y="3119"/>
                </a:cubicBezTo>
                <a:cubicBezTo>
                  <a:pt x="137" y="3117"/>
                  <a:pt x="126" y="3113"/>
                  <a:pt x="114" y="3109"/>
                </a:cubicBezTo>
                <a:cubicBezTo>
                  <a:pt x="103" y="3104"/>
                  <a:pt x="92" y="3098"/>
                  <a:pt x="82" y="3091"/>
                </a:cubicBezTo>
                <a:cubicBezTo>
                  <a:pt x="72" y="3085"/>
                  <a:pt x="63" y="3077"/>
                  <a:pt x="54" y="3068"/>
                </a:cubicBezTo>
                <a:cubicBezTo>
                  <a:pt x="46" y="3060"/>
                  <a:pt x="38" y="3051"/>
                  <a:pt x="31" y="3040"/>
                </a:cubicBezTo>
                <a:cubicBezTo>
                  <a:pt x="24" y="3030"/>
                  <a:pt x="19" y="3020"/>
                  <a:pt x="14" y="3008"/>
                </a:cubicBezTo>
                <a:cubicBezTo>
                  <a:pt x="9" y="2997"/>
                  <a:pt x="6" y="2986"/>
                  <a:pt x="4" y="2974"/>
                </a:cubicBezTo>
                <a:cubicBezTo>
                  <a:pt x="1" y="2962"/>
                  <a:pt x="0" y="2950"/>
                  <a:pt x="0" y="293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2" name=""/>
          <p:cNvSpPr/>
          <p:nvPr/>
        </p:nvSpPr>
        <p:spPr>
          <a:xfrm>
            <a:off x="7657920" y="3514680"/>
            <a:ext cx="2514960" cy="1124280"/>
          </a:xfrm>
          <a:custGeom>
            <a:avLst/>
            <a:gdLst/>
            <a:ahLst/>
            <a:rect l="0" t="0" r="r" b="b"/>
            <a:pathLst>
              <a:path w="6986" h="3123">
                <a:moveTo>
                  <a:pt x="0" y="2937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801" y="0"/>
                </a:lnTo>
                <a:cubicBezTo>
                  <a:pt x="6813" y="0"/>
                  <a:pt x="6825" y="1"/>
                  <a:pt x="6837" y="3"/>
                </a:cubicBezTo>
                <a:cubicBezTo>
                  <a:pt x="6849" y="6"/>
                  <a:pt x="6860" y="9"/>
                  <a:pt x="6872" y="14"/>
                </a:cubicBezTo>
                <a:cubicBezTo>
                  <a:pt x="6883" y="18"/>
                  <a:pt x="6894" y="24"/>
                  <a:pt x="6904" y="31"/>
                </a:cubicBezTo>
                <a:cubicBezTo>
                  <a:pt x="6914" y="38"/>
                  <a:pt x="6923" y="45"/>
                  <a:pt x="6932" y="54"/>
                </a:cubicBezTo>
                <a:cubicBezTo>
                  <a:pt x="6940" y="62"/>
                  <a:pt x="6948" y="72"/>
                  <a:pt x="6955" y="82"/>
                </a:cubicBezTo>
                <a:cubicBezTo>
                  <a:pt x="6962" y="92"/>
                  <a:pt x="6967" y="103"/>
                  <a:pt x="6972" y="114"/>
                </a:cubicBezTo>
                <a:cubicBezTo>
                  <a:pt x="6977" y="125"/>
                  <a:pt x="6980" y="137"/>
                  <a:pt x="6982" y="149"/>
                </a:cubicBezTo>
                <a:cubicBezTo>
                  <a:pt x="6985" y="161"/>
                  <a:pt x="6986" y="173"/>
                  <a:pt x="6986" y="185"/>
                </a:cubicBezTo>
                <a:lnTo>
                  <a:pt x="6986" y="2937"/>
                </a:lnTo>
                <a:cubicBezTo>
                  <a:pt x="6986" y="2950"/>
                  <a:pt x="6985" y="2962"/>
                  <a:pt x="6982" y="2974"/>
                </a:cubicBezTo>
                <a:cubicBezTo>
                  <a:pt x="6980" y="2986"/>
                  <a:pt x="6977" y="2997"/>
                  <a:pt x="6972" y="3008"/>
                </a:cubicBezTo>
                <a:cubicBezTo>
                  <a:pt x="6967" y="3020"/>
                  <a:pt x="6962" y="3030"/>
                  <a:pt x="6955" y="3040"/>
                </a:cubicBezTo>
                <a:cubicBezTo>
                  <a:pt x="6948" y="3051"/>
                  <a:pt x="6940" y="3060"/>
                  <a:pt x="6932" y="3068"/>
                </a:cubicBezTo>
                <a:cubicBezTo>
                  <a:pt x="6923" y="3077"/>
                  <a:pt x="6914" y="3085"/>
                  <a:pt x="6904" y="3091"/>
                </a:cubicBezTo>
                <a:cubicBezTo>
                  <a:pt x="6894" y="3098"/>
                  <a:pt x="6883" y="3104"/>
                  <a:pt x="6872" y="3109"/>
                </a:cubicBezTo>
                <a:cubicBezTo>
                  <a:pt x="6860" y="3113"/>
                  <a:pt x="6849" y="3117"/>
                  <a:pt x="6837" y="3119"/>
                </a:cubicBezTo>
                <a:cubicBezTo>
                  <a:pt x="6825" y="3122"/>
                  <a:pt x="6813" y="3123"/>
                  <a:pt x="6801" y="3123"/>
                </a:cubicBezTo>
                <a:lnTo>
                  <a:pt x="185" y="3123"/>
                </a:lnTo>
                <a:cubicBezTo>
                  <a:pt x="173" y="3123"/>
                  <a:pt x="161" y="3122"/>
                  <a:pt x="149" y="3119"/>
                </a:cubicBezTo>
                <a:cubicBezTo>
                  <a:pt x="137" y="3117"/>
                  <a:pt x="126" y="3113"/>
                  <a:pt x="114" y="3109"/>
                </a:cubicBezTo>
                <a:cubicBezTo>
                  <a:pt x="103" y="3104"/>
                  <a:pt x="92" y="3098"/>
                  <a:pt x="82" y="3091"/>
                </a:cubicBezTo>
                <a:cubicBezTo>
                  <a:pt x="72" y="3085"/>
                  <a:pt x="63" y="3077"/>
                  <a:pt x="54" y="3068"/>
                </a:cubicBezTo>
                <a:cubicBezTo>
                  <a:pt x="46" y="3060"/>
                  <a:pt x="38" y="3051"/>
                  <a:pt x="31" y="3040"/>
                </a:cubicBezTo>
                <a:cubicBezTo>
                  <a:pt x="24" y="3030"/>
                  <a:pt x="19" y="3020"/>
                  <a:pt x="14" y="3008"/>
                </a:cubicBezTo>
                <a:cubicBezTo>
                  <a:pt x="9" y="2997"/>
                  <a:pt x="6" y="2986"/>
                  <a:pt x="4" y="2974"/>
                </a:cubicBezTo>
                <a:cubicBezTo>
                  <a:pt x="1" y="2962"/>
                  <a:pt x="0" y="2950"/>
                  <a:pt x="0" y="2937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3" name=""/>
          <p:cNvSpPr/>
          <p:nvPr/>
        </p:nvSpPr>
        <p:spPr>
          <a:xfrm>
            <a:off x="7858080" y="3657240"/>
            <a:ext cx="229320" cy="229320"/>
          </a:xfrm>
          <a:custGeom>
            <a:avLst/>
            <a:gdLst/>
            <a:ahLst/>
            <a:rect l="0" t="0" r="r" b="b"/>
            <a:pathLst>
              <a:path w="637" h="637">
                <a:moveTo>
                  <a:pt x="598" y="637"/>
                </a:moveTo>
                <a:lnTo>
                  <a:pt x="365" y="404"/>
                </a:lnTo>
                <a:cubicBezTo>
                  <a:pt x="347" y="419"/>
                  <a:pt x="327" y="431"/>
                  <a:pt x="303" y="439"/>
                </a:cubicBezTo>
                <a:cubicBezTo>
                  <a:pt x="280" y="448"/>
                  <a:pt x="255" y="452"/>
                  <a:pt x="228" y="452"/>
                </a:cubicBezTo>
                <a:cubicBezTo>
                  <a:pt x="164" y="452"/>
                  <a:pt x="110" y="430"/>
                  <a:pt x="66" y="386"/>
                </a:cubicBezTo>
                <a:cubicBezTo>
                  <a:pt x="22" y="342"/>
                  <a:pt x="0" y="289"/>
                  <a:pt x="0" y="226"/>
                </a:cubicBezTo>
                <a:cubicBezTo>
                  <a:pt x="0" y="164"/>
                  <a:pt x="22" y="110"/>
                  <a:pt x="66" y="66"/>
                </a:cubicBezTo>
                <a:cubicBezTo>
                  <a:pt x="110" y="22"/>
                  <a:pt x="163" y="0"/>
                  <a:pt x="227" y="0"/>
                </a:cubicBezTo>
                <a:cubicBezTo>
                  <a:pt x="290" y="0"/>
                  <a:pt x="343" y="22"/>
                  <a:pt x="386" y="66"/>
                </a:cubicBezTo>
                <a:cubicBezTo>
                  <a:pt x="430" y="110"/>
                  <a:pt x="452" y="164"/>
                  <a:pt x="452" y="226"/>
                </a:cubicBezTo>
                <a:cubicBezTo>
                  <a:pt x="452" y="252"/>
                  <a:pt x="448" y="276"/>
                  <a:pt x="440" y="300"/>
                </a:cubicBezTo>
                <a:cubicBezTo>
                  <a:pt x="432" y="323"/>
                  <a:pt x="419" y="345"/>
                  <a:pt x="403" y="366"/>
                </a:cubicBezTo>
                <a:lnTo>
                  <a:pt x="637" y="598"/>
                </a:lnTo>
                <a:lnTo>
                  <a:pt x="598" y="637"/>
                </a:lnTo>
                <a:moveTo>
                  <a:pt x="227" y="399"/>
                </a:moveTo>
                <a:cubicBezTo>
                  <a:pt x="275" y="399"/>
                  <a:pt x="315" y="382"/>
                  <a:pt x="349" y="349"/>
                </a:cubicBezTo>
                <a:cubicBezTo>
                  <a:pt x="383" y="315"/>
                  <a:pt x="399" y="274"/>
                  <a:pt x="399" y="226"/>
                </a:cubicBezTo>
                <a:cubicBezTo>
                  <a:pt x="399" y="179"/>
                  <a:pt x="383" y="137"/>
                  <a:pt x="349" y="103"/>
                </a:cubicBezTo>
                <a:cubicBezTo>
                  <a:pt x="315" y="69"/>
                  <a:pt x="275" y="53"/>
                  <a:pt x="227" y="53"/>
                </a:cubicBezTo>
                <a:cubicBezTo>
                  <a:pt x="178" y="53"/>
                  <a:pt x="137" y="69"/>
                  <a:pt x="103" y="103"/>
                </a:cubicBezTo>
                <a:cubicBezTo>
                  <a:pt x="69" y="137"/>
                  <a:pt x="53" y="179"/>
                  <a:pt x="53" y="226"/>
                </a:cubicBezTo>
                <a:cubicBezTo>
                  <a:pt x="53" y="274"/>
                  <a:pt x="69" y="315"/>
                  <a:pt x="103" y="349"/>
                </a:cubicBezTo>
                <a:cubicBezTo>
                  <a:pt x="137" y="382"/>
                  <a:pt x="178" y="399"/>
                  <a:pt x="227" y="399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8867880" y="280800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起動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8203320" y="362700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確認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7822440" y="3922560"/>
            <a:ext cx="2253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example.com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に届かない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7" name=""/>
          <p:cNvSpPr/>
          <p:nvPr/>
        </p:nvSpPr>
        <p:spPr>
          <a:xfrm>
            <a:off x="7495920" y="5190840"/>
            <a:ext cx="1143360" cy="476640"/>
          </a:xfrm>
          <a:custGeom>
            <a:avLst/>
            <a:gdLst/>
            <a:ahLst/>
            <a:rect l="0" t="0" r="r" b="b"/>
            <a:pathLst>
              <a:path w="3176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2991" y="0"/>
                </a:lnTo>
                <a:cubicBezTo>
                  <a:pt x="3003" y="0"/>
                  <a:pt x="3015" y="1"/>
                  <a:pt x="3027" y="4"/>
                </a:cubicBezTo>
                <a:cubicBezTo>
                  <a:pt x="3039" y="6"/>
                  <a:pt x="3051" y="10"/>
                  <a:pt x="3062" y="14"/>
                </a:cubicBezTo>
                <a:cubicBezTo>
                  <a:pt x="3073" y="19"/>
                  <a:pt x="3084" y="25"/>
                  <a:pt x="3094" y="32"/>
                </a:cubicBezTo>
                <a:cubicBezTo>
                  <a:pt x="3104" y="38"/>
                  <a:pt x="3113" y="46"/>
                  <a:pt x="3122" y="55"/>
                </a:cubicBezTo>
                <a:cubicBezTo>
                  <a:pt x="3131" y="63"/>
                  <a:pt x="3138" y="72"/>
                  <a:pt x="3145" y="83"/>
                </a:cubicBezTo>
                <a:cubicBezTo>
                  <a:pt x="3152" y="93"/>
                  <a:pt x="3157" y="103"/>
                  <a:pt x="3162" y="115"/>
                </a:cubicBezTo>
                <a:cubicBezTo>
                  <a:pt x="3167" y="126"/>
                  <a:pt x="3170" y="137"/>
                  <a:pt x="3173" y="149"/>
                </a:cubicBezTo>
                <a:cubicBezTo>
                  <a:pt x="3175" y="161"/>
                  <a:pt x="3176" y="173"/>
                  <a:pt x="3176" y="185"/>
                </a:cubicBezTo>
                <a:lnTo>
                  <a:pt x="3176" y="1139"/>
                </a:lnTo>
                <a:cubicBezTo>
                  <a:pt x="3176" y="1151"/>
                  <a:pt x="3175" y="1163"/>
                  <a:pt x="3173" y="1175"/>
                </a:cubicBezTo>
                <a:cubicBezTo>
                  <a:pt x="3170" y="1187"/>
                  <a:pt x="3167" y="1199"/>
                  <a:pt x="3162" y="1210"/>
                </a:cubicBezTo>
                <a:cubicBezTo>
                  <a:pt x="3157" y="1221"/>
                  <a:pt x="3152" y="1232"/>
                  <a:pt x="3145" y="1242"/>
                </a:cubicBezTo>
                <a:cubicBezTo>
                  <a:pt x="3138" y="1252"/>
                  <a:pt x="3131" y="1261"/>
                  <a:pt x="3122" y="1270"/>
                </a:cubicBezTo>
                <a:cubicBezTo>
                  <a:pt x="3113" y="1279"/>
                  <a:pt x="3104" y="1286"/>
                  <a:pt x="3094" y="1293"/>
                </a:cubicBezTo>
                <a:cubicBezTo>
                  <a:pt x="3084" y="1300"/>
                  <a:pt x="3073" y="1305"/>
                  <a:pt x="3062" y="1310"/>
                </a:cubicBezTo>
                <a:cubicBezTo>
                  <a:pt x="3051" y="1315"/>
                  <a:pt x="3039" y="1318"/>
                  <a:pt x="3027" y="1321"/>
                </a:cubicBezTo>
                <a:cubicBezTo>
                  <a:pt x="3015" y="1323"/>
                  <a:pt x="3003" y="1324"/>
                  <a:pt x="2991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6" y="1315"/>
                  <a:pt x="115" y="1310"/>
                </a:cubicBezTo>
                <a:cubicBezTo>
                  <a:pt x="103" y="1305"/>
                  <a:pt x="93" y="1300"/>
                  <a:pt x="83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5" y="1232"/>
                  <a:pt x="19" y="1221"/>
                  <a:pt x="14" y="1210"/>
                </a:cubicBezTo>
                <a:cubicBezTo>
                  <a:pt x="10" y="1199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8" name=""/>
          <p:cNvSpPr/>
          <p:nvPr/>
        </p:nvSpPr>
        <p:spPr>
          <a:xfrm>
            <a:off x="7495920" y="5190840"/>
            <a:ext cx="1143360" cy="476640"/>
          </a:xfrm>
          <a:custGeom>
            <a:avLst/>
            <a:gdLst/>
            <a:ahLst/>
            <a:rect l="0" t="0" r="r" b="b"/>
            <a:pathLst>
              <a:path w="3176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2991" y="0"/>
                </a:lnTo>
                <a:cubicBezTo>
                  <a:pt x="3003" y="0"/>
                  <a:pt x="3015" y="1"/>
                  <a:pt x="3027" y="4"/>
                </a:cubicBezTo>
                <a:cubicBezTo>
                  <a:pt x="3039" y="6"/>
                  <a:pt x="3051" y="10"/>
                  <a:pt x="3062" y="14"/>
                </a:cubicBezTo>
                <a:cubicBezTo>
                  <a:pt x="3073" y="19"/>
                  <a:pt x="3084" y="25"/>
                  <a:pt x="3094" y="32"/>
                </a:cubicBezTo>
                <a:cubicBezTo>
                  <a:pt x="3104" y="38"/>
                  <a:pt x="3113" y="46"/>
                  <a:pt x="3122" y="55"/>
                </a:cubicBezTo>
                <a:cubicBezTo>
                  <a:pt x="3131" y="63"/>
                  <a:pt x="3138" y="72"/>
                  <a:pt x="3145" y="83"/>
                </a:cubicBezTo>
                <a:cubicBezTo>
                  <a:pt x="3152" y="93"/>
                  <a:pt x="3157" y="103"/>
                  <a:pt x="3162" y="115"/>
                </a:cubicBezTo>
                <a:cubicBezTo>
                  <a:pt x="3167" y="126"/>
                  <a:pt x="3170" y="137"/>
                  <a:pt x="3173" y="149"/>
                </a:cubicBezTo>
                <a:cubicBezTo>
                  <a:pt x="3175" y="161"/>
                  <a:pt x="3176" y="173"/>
                  <a:pt x="3176" y="185"/>
                </a:cubicBezTo>
                <a:lnTo>
                  <a:pt x="3176" y="1139"/>
                </a:lnTo>
                <a:cubicBezTo>
                  <a:pt x="3176" y="1151"/>
                  <a:pt x="3175" y="1163"/>
                  <a:pt x="3173" y="1175"/>
                </a:cubicBezTo>
                <a:cubicBezTo>
                  <a:pt x="3170" y="1187"/>
                  <a:pt x="3167" y="1199"/>
                  <a:pt x="3162" y="1210"/>
                </a:cubicBezTo>
                <a:cubicBezTo>
                  <a:pt x="3157" y="1221"/>
                  <a:pt x="3152" y="1232"/>
                  <a:pt x="3145" y="1242"/>
                </a:cubicBezTo>
                <a:cubicBezTo>
                  <a:pt x="3138" y="1252"/>
                  <a:pt x="3131" y="1261"/>
                  <a:pt x="3122" y="1270"/>
                </a:cubicBezTo>
                <a:cubicBezTo>
                  <a:pt x="3113" y="1279"/>
                  <a:pt x="3104" y="1286"/>
                  <a:pt x="3094" y="1293"/>
                </a:cubicBezTo>
                <a:cubicBezTo>
                  <a:pt x="3084" y="1300"/>
                  <a:pt x="3073" y="1305"/>
                  <a:pt x="3062" y="1310"/>
                </a:cubicBezTo>
                <a:cubicBezTo>
                  <a:pt x="3051" y="1315"/>
                  <a:pt x="3039" y="1318"/>
                  <a:pt x="3027" y="1321"/>
                </a:cubicBezTo>
                <a:cubicBezTo>
                  <a:pt x="3015" y="1323"/>
                  <a:pt x="3003" y="1324"/>
                  <a:pt x="2991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6" y="1315"/>
                  <a:pt x="115" y="1310"/>
                </a:cubicBezTo>
                <a:cubicBezTo>
                  <a:pt x="103" y="1305"/>
                  <a:pt x="93" y="1300"/>
                  <a:pt x="83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5" y="1232"/>
                  <a:pt x="19" y="1221"/>
                  <a:pt x="14" y="1210"/>
                </a:cubicBezTo>
                <a:cubicBezTo>
                  <a:pt x="10" y="1199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197a4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9" name=""/>
          <p:cNvSpPr/>
          <p:nvPr/>
        </p:nvSpPr>
        <p:spPr>
          <a:xfrm>
            <a:off x="7740360" y="5339160"/>
            <a:ext cx="140040" cy="178200"/>
          </a:xfrm>
          <a:custGeom>
            <a:avLst/>
            <a:gdLst/>
            <a:ahLst/>
            <a:rect l="0" t="0" r="r" b="b"/>
            <a:pathLst>
              <a:path w="389" h="495">
                <a:moveTo>
                  <a:pt x="0" y="495"/>
                </a:moveTo>
                <a:lnTo>
                  <a:pt x="0" y="0"/>
                </a:lnTo>
                <a:lnTo>
                  <a:pt x="389" y="248"/>
                </a:lnTo>
                <a:lnTo>
                  <a:pt x="0" y="495"/>
                </a:lnTo>
                <a:moveTo>
                  <a:pt x="54" y="248"/>
                </a:moveTo>
                <a:lnTo>
                  <a:pt x="54" y="248"/>
                </a:lnTo>
                <a:moveTo>
                  <a:pt x="54" y="399"/>
                </a:moveTo>
                <a:lnTo>
                  <a:pt x="291" y="248"/>
                </a:lnTo>
                <a:lnTo>
                  <a:pt x="54" y="96"/>
                </a:lnTo>
                <a:lnTo>
                  <a:pt x="54" y="399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7822440" y="4208040"/>
            <a:ext cx="20235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api.github.com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に届く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1" name=""/>
          <p:cNvSpPr/>
          <p:nvPr/>
        </p:nvSpPr>
        <p:spPr>
          <a:xfrm>
            <a:off x="9191520" y="5190840"/>
            <a:ext cx="1143360" cy="476640"/>
          </a:xfrm>
          <a:custGeom>
            <a:avLst/>
            <a:gdLst/>
            <a:ahLst/>
            <a:rect l="0" t="0" r="r" b="b"/>
            <a:pathLst>
              <a:path w="3176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2991" y="0"/>
                </a:lnTo>
                <a:cubicBezTo>
                  <a:pt x="3003" y="0"/>
                  <a:pt x="3015" y="1"/>
                  <a:pt x="3027" y="4"/>
                </a:cubicBezTo>
                <a:cubicBezTo>
                  <a:pt x="3039" y="6"/>
                  <a:pt x="3050" y="10"/>
                  <a:pt x="3061" y="14"/>
                </a:cubicBezTo>
                <a:cubicBezTo>
                  <a:pt x="3073" y="19"/>
                  <a:pt x="3083" y="25"/>
                  <a:pt x="3093" y="32"/>
                </a:cubicBezTo>
                <a:cubicBezTo>
                  <a:pt x="3104" y="38"/>
                  <a:pt x="3113" y="46"/>
                  <a:pt x="3122" y="55"/>
                </a:cubicBezTo>
                <a:cubicBezTo>
                  <a:pt x="3130" y="63"/>
                  <a:pt x="3138" y="72"/>
                  <a:pt x="3145" y="83"/>
                </a:cubicBezTo>
                <a:cubicBezTo>
                  <a:pt x="3151" y="93"/>
                  <a:pt x="3157" y="103"/>
                  <a:pt x="3162" y="115"/>
                </a:cubicBezTo>
                <a:cubicBezTo>
                  <a:pt x="3166" y="126"/>
                  <a:pt x="3170" y="137"/>
                  <a:pt x="3172" y="149"/>
                </a:cubicBezTo>
                <a:cubicBezTo>
                  <a:pt x="3175" y="161"/>
                  <a:pt x="3176" y="173"/>
                  <a:pt x="3176" y="185"/>
                </a:cubicBezTo>
                <a:lnTo>
                  <a:pt x="3176" y="1139"/>
                </a:lnTo>
                <a:cubicBezTo>
                  <a:pt x="3176" y="1151"/>
                  <a:pt x="3175" y="1163"/>
                  <a:pt x="3172" y="1175"/>
                </a:cubicBezTo>
                <a:cubicBezTo>
                  <a:pt x="3170" y="1187"/>
                  <a:pt x="3166" y="1199"/>
                  <a:pt x="3162" y="1210"/>
                </a:cubicBezTo>
                <a:cubicBezTo>
                  <a:pt x="3157" y="1221"/>
                  <a:pt x="3151" y="1232"/>
                  <a:pt x="3145" y="1242"/>
                </a:cubicBezTo>
                <a:cubicBezTo>
                  <a:pt x="3138" y="1252"/>
                  <a:pt x="3130" y="1261"/>
                  <a:pt x="3122" y="1270"/>
                </a:cubicBezTo>
                <a:cubicBezTo>
                  <a:pt x="3113" y="1279"/>
                  <a:pt x="3104" y="1286"/>
                  <a:pt x="3093" y="1293"/>
                </a:cubicBezTo>
                <a:cubicBezTo>
                  <a:pt x="3083" y="1300"/>
                  <a:pt x="3073" y="1305"/>
                  <a:pt x="3061" y="1310"/>
                </a:cubicBezTo>
                <a:cubicBezTo>
                  <a:pt x="3050" y="1315"/>
                  <a:pt x="3039" y="1318"/>
                  <a:pt x="3027" y="1321"/>
                </a:cubicBezTo>
                <a:cubicBezTo>
                  <a:pt x="3015" y="1323"/>
                  <a:pt x="3003" y="1324"/>
                  <a:pt x="2991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9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2" name=""/>
          <p:cNvSpPr/>
          <p:nvPr/>
        </p:nvSpPr>
        <p:spPr>
          <a:xfrm>
            <a:off x="9191520" y="5190840"/>
            <a:ext cx="1143360" cy="476640"/>
          </a:xfrm>
          <a:custGeom>
            <a:avLst/>
            <a:gdLst/>
            <a:ahLst/>
            <a:rect l="0" t="0" r="r" b="b"/>
            <a:pathLst>
              <a:path w="3176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2991" y="0"/>
                </a:lnTo>
                <a:cubicBezTo>
                  <a:pt x="3003" y="0"/>
                  <a:pt x="3015" y="1"/>
                  <a:pt x="3027" y="4"/>
                </a:cubicBezTo>
                <a:cubicBezTo>
                  <a:pt x="3039" y="6"/>
                  <a:pt x="3050" y="10"/>
                  <a:pt x="3061" y="14"/>
                </a:cubicBezTo>
                <a:cubicBezTo>
                  <a:pt x="3073" y="19"/>
                  <a:pt x="3083" y="25"/>
                  <a:pt x="3093" y="32"/>
                </a:cubicBezTo>
                <a:cubicBezTo>
                  <a:pt x="3104" y="38"/>
                  <a:pt x="3113" y="46"/>
                  <a:pt x="3122" y="55"/>
                </a:cubicBezTo>
                <a:cubicBezTo>
                  <a:pt x="3130" y="63"/>
                  <a:pt x="3138" y="72"/>
                  <a:pt x="3145" y="83"/>
                </a:cubicBezTo>
                <a:cubicBezTo>
                  <a:pt x="3151" y="93"/>
                  <a:pt x="3157" y="103"/>
                  <a:pt x="3162" y="115"/>
                </a:cubicBezTo>
                <a:cubicBezTo>
                  <a:pt x="3166" y="126"/>
                  <a:pt x="3170" y="137"/>
                  <a:pt x="3172" y="149"/>
                </a:cubicBezTo>
                <a:cubicBezTo>
                  <a:pt x="3175" y="161"/>
                  <a:pt x="3176" y="173"/>
                  <a:pt x="3176" y="185"/>
                </a:cubicBezTo>
                <a:lnTo>
                  <a:pt x="3176" y="1139"/>
                </a:lnTo>
                <a:cubicBezTo>
                  <a:pt x="3176" y="1151"/>
                  <a:pt x="3175" y="1163"/>
                  <a:pt x="3172" y="1175"/>
                </a:cubicBezTo>
                <a:cubicBezTo>
                  <a:pt x="3170" y="1187"/>
                  <a:pt x="3166" y="1199"/>
                  <a:pt x="3162" y="1210"/>
                </a:cubicBezTo>
                <a:cubicBezTo>
                  <a:pt x="3157" y="1221"/>
                  <a:pt x="3151" y="1232"/>
                  <a:pt x="3145" y="1242"/>
                </a:cubicBezTo>
                <a:cubicBezTo>
                  <a:pt x="3138" y="1252"/>
                  <a:pt x="3130" y="1261"/>
                  <a:pt x="3122" y="1270"/>
                </a:cubicBezTo>
                <a:cubicBezTo>
                  <a:pt x="3113" y="1279"/>
                  <a:pt x="3104" y="1286"/>
                  <a:pt x="3093" y="1293"/>
                </a:cubicBezTo>
                <a:cubicBezTo>
                  <a:pt x="3083" y="1300"/>
                  <a:pt x="3073" y="1305"/>
                  <a:pt x="3061" y="1310"/>
                </a:cubicBezTo>
                <a:cubicBezTo>
                  <a:pt x="3050" y="1315"/>
                  <a:pt x="3039" y="1318"/>
                  <a:pt x="3027" y="1321"/>
                </a:cubicBezTo>
                <a:cubicBezTo>
                  <a:pt x="3015" y="1323"/>
                  <a:pt x="3003" y="1324"/>
                  <a:pt x="2991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9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3" name=""/>
          <p:cNvSpPr/>
          <p:nvPr/>
        </p:nvSpPr>
        <p:spPr>
          <a:xfrm>
            <a:off x="9359640" y="5302080"/>
            <a:ext cx="254520" cy="254520"/>
          </a:xfrm>
          <a:custGeom>
            <a:avLst/>
            <a:gdLst/>
            <a:ahLst/>
            <a:rect l="0" t="0" r="r" b="b"/>
            <a:pathLst>
              <a:path w="707" h="707">
                <a:moveTo>
                  <a:pt x="215" y="679"/>
                </a:moveTo>
                <a:cubicBezTo>
                  <a:pt x="172" y="660"/>
                  <a:pt x="135" y="635"/>
                  <a:pt x="103" y="603"/>
                </a:cubicBezTo>
                <a:cubicBezTo>
                  <a:pt x="72" y="572"/>
                  <a:pt x="47" y="534"/>
                  <a:pt x="28" y="491"/>
                </a:cubicBezTo>
                <a:cubicBezTo>
                  <a:pt x="9" y="448"/>
                  <a:pt x="0" y="402"/>
                  <a:pt x="0" y="353"/>
                </a:cubicBezTo>
                <a:cubicBezTo>
                  <a:pt x="0" y="304"/>
                  <a:pt x="9" y="258"/>
                  <a:pt x="28" y="215"/>
                </a:cubicBezTo>
                <a:cubicBezTo>
                  <a:pt x="47" y="172"/>
                  <a:pt x="72" y="135"/>
                  <a:pt x="103" y="103"/>
                </a:cubicBezTo>
                <a:cubicBezTo>
                  <a:pt x="135" y="71"/>
                  <a:pt x="172" y="46"/>
                  <a:pt x="215" y="28"/>
                </a:cubicBezTo>
                <a:cubicBezTo>
                  <a:pt x="258" y="9"/>
                  <a:pt x="304" y="0"/>
                  <a:pt x="353" y="0"/>
                </a:cubicBezTo>
                <a:cubicBezTo>
                  <a:pt x="402" y="0"/>
                  <a:pt x="449" y="9"/>
                  <a:pt x="492" y="28"/>
                </a:cubicBezTo>
                <a:cubicBezTo>
                  <a:pt x="535" y="46"/>
                  <a:pt x="572" y="71"/>
                  <a:pt x="604" y="103"/>
                </a:cubicBezTo>
                <a:cubicBezTo>
                  <a:pt x="635" y="135"/>
                  <a:pt x="660" y="172"/>
                  <a:pt x="679" y="215"/>
                </a:cubicBezTo>
                <a:cubicBezTo>
                  <a:pt x="698" y="258"/>
                  <a:pt x="707" y="304"/>
                  <a:pt x="707" y="353"/>
                </a:cubicBezTo>
                <a:cubicBezTo>
                  <a:pt x="707" y="402"/>
                  <a:pt x="698" y="448"/>
                  <a:pt x="679" y="491"/>
                </a:cubicBezTo>
                <a:cubicBezTo>
                  <a:pt x="660" y="534"/>
                  <a:pt x="635" y="572"/>
                  <a:pt x="604" y="603"/>
                </a:cubicBezTo>
                <a:cubicBezTo>
                  <a:pt x="572" y="635"/>
                  <a:pt x="535" y="660"/>
                  <a:pt x="492" y="679"/>
                </a:cubicBezTo>
                <a:cubicBezTo>
                  <a:pt x="449" y="697"/>
                  <a:pt x="402" y="707"/>
                  <a:pt x="353" y="707"/>
                </a:cubicBezTo>
                <a:cubicBezTo>
                  <a:pt x="304" y="707"/>
                  <a:pt x="258" y="697"/>
                  <a:pt x="215" y="679"/>
                </a:cubicBezTo>
                <a:moveTo>
                  <a:pt x="353" y="654"/>
                </a:moveTo>
                <a:cubicBezTo>
                  <a:pt x="389" y="654"/>
                  <a:pt x="423" y="648"/>
                  <a:pt x="458" y="636"/>
                </a:cubicBezTo>
                <a:cubicBezTo>
                  <a:pt x="491" y="623"/>
                  <a:pt x="521" y="606"/>
                  <a:pt x="547" y="583"/>
                </a:cubicBezTo>
                <a:lnTo>
                  <a:pt x="124" y="160"/>
                </a:lnTo>
                <a:cubicBezTo>
                  <a:pt x="101" y="187"/>
                  <a:pt x="84" y="217"/>
                  <a:pt x="72" y="250"/>
                </a:cubicBezTo>
                <a:cubicBezTo>
                  <a:pt x="59" y="283"/>
                  <a:pt x="53" y="317"/>
                  <a:pt x="53" y="353"/>
                </a:cubicBezTo>
                <a:cubicBezTo>
                  <a:pt x="53" y="437"/>
                  <a:pt x="82" y="508"/>
                  <a:pt x="140" y="566"/>
                </a:cubicBezTo>
                <a:cubicBezTo>
                  <a:pt x="198" y="625"/>
                  <a:pt x="269" y="654"/>
                  <a:pt x="353" y="654"/>
                </a:cubicBezTo>
                <a:moveTo>
                  <a:pt x="582" y="547"/>
                </a:moveTo>
                <a:cubicBezTo>
                  <a:pt x="604" y="520"/>
                  <a:pt x="622" y="491"/>
                  <a:pt x="634" y="457"/>
                </a:cubicBezTo>
                <a:cubicBezTo>
                  <a:pt x="647" y="423"/>
                  <a:pt x="654" y="389"/>
                  <a:pt x="654" y="353"/>
                </a:cubicBezTo>
                <a:cubicBezTo>
                  <a:pt x="654" y="269"/>
                  <a:pt x="625" y="198"/>
                  <a:pt x="567" y="140"/>
                </a:cubicBezTo>
                <a:cubicBezTo>
                  <a:pt x="509" y="82"/>
                  <a:pt x="437" y="53"/>
                  <a:pt x="353" y="53"/>
                </a:cubicBezTo>
                <a:cubicBezTo>
                  <a:pt x="317" y="53"/>
                  <a:pt x="283" y="59"/>
                  <a:pt x="250" y="71"/>
                </a:cubicBezTo>
                <a:cubicBezTo>
                  <a:pt x="217" y="84"/>
                  <a:pt x="187" y="101"/>
                  <a:pt x="160" y="124"/>
                </a:cubicBezTo>
                <a:lnTo>
                  <a:pt x="582" y="547"/>
                </a:lnTo>
                <a:moveTo>
                  <a:pt x="353" y="353"/>
                </a:moveTo>
                <a:lnTo>
                  <a:pt x="353" y="353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8020080" y="528444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開始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9715320" y="528444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中止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6" name=""/>
          <p:cNvSpPr/>
          <p:nvPr/>
        </p:nvSpPr>
        <p:spPr>
          <a:xfrm>
            <a:off x="2209680" y="4181400"/>
            <a:ext cx="152640" cy="19440"/>
          </a:xfrm>
          <a:custGeom>
            <a:avLst/>
            <a:gdLst/>
            <a:ahLst/>
            <a:rect l="0" t="0" r="r" b="b"/>
            <a:pathLst>
              <a:path w="424" h="54">
                <a:moveTo>
                  <a:pt x="0" y="0"/>
                </a:moveTo>
                <a:lnTo>
                  <a:pt x="424" y="0"/>
                </a:lnTo>
                <a:lnTo>
                  <a:pt x="42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57" name=""/>
          <p:cNvSpPr/>
          <p:nvPr/>
        </p:nvSpPr>
        <p:spPr>
          <a:xfrm>
            <a:off x="2638080" y="2866680"/>
            <a:ext cx="2953440" cy="1848240"/>
          </a:xfrm>
          <a:custGeom>
            <a:avLst/>
            <a:gdLst/>
            <a:ahLst/>
            <a:rect l="0" t="0" r="r" b="b"/>
            <a:pathLst>
              <a:path w="8204" h="5134">
                <a:moveTo>
                  <a:pt x="0" y="4949"/>
                </a:moveTo>
                <a:lnTo>
                  <a:pt x="0" y="186"/>
                </a:lnTo>
                <a:cubicBezTo>
                  <a:pt x="0" y="174"/>
                  <a:pt x="2" y="161"/>
                  <a:pt x="4" y="150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1" y="2"/>
                  <a:pt x="174" y="0"/>
                  <a:pt x="186" y="0"/>
                </a:cubicBezTo>
                <a:lnTo>
                  <a:pt x="8018" y="0"/>
                </a:lnTo>
                <a:cubicBezTo>
                  <a:pt x="8030" y="0"/>
                  <a:pt x="8043" y="2"/>
                  <a:pt x="8054" y="4"/>
                </a:cubicBezTo>
                <a:cubicBezTo>
                  <a:pt x="8066" y="6"/>
                  <a:pt x="8078" y="10"/>
                  <a:pt x="8089" y="15"/>
                </a:cubicBezTo>
                <a:cubicBezTo>
                  <a:pt x="8100" y="19"/>
                  <a:pt x="8111" y="25"/>
                  <a:pt x="8121" y="32"/>
                </a:cubicBezTo>
                <a:cubicBezTo>
                  <a:pt x="8131" y="38"/>
                  <a:pt x="8141" y="46"/>
                  <a:pt x="8149" y="55"/>
                </a:cubicBezTo>
                <a:cubicBezTo>
                  <a:pt x="8158" y="63"/>
                  <a:pt x="8166" y="73"/>
                  <a:pt x="8172" y="83"/>
                </a:cubicBezTo>
                <a:cubicBezTo>
                  <a:pt x="8179" y="93"/>
                  <a:pt x="8185" y="104"/>
                  <a:pt x="8189" y="115"/>
                </a:cubicBezTo>
                <a:cubicBezTo>
                  <a:pt x="8194" y="126"/>
                  <a:pt x="8198" y="138"/>
                  <a:pt x="8200" y="150"/>
                </a:cubicBezTo>
                <a:cubicBezTo>
                  <a:pt x="8202" y="161"/>
                  <a:pt x="8204" y="174"/>
                  <a:pt x="8204" y="186"/>
                </a:cubicBezTo>
                <a:lnTo>
                  <a:pt x="8204" y="4949"/>
                </a:lnTo>
                <a:cubicBezTo>
                  <a:pt x="8204" y="4961"/>
                  <a:pt x="8202" y="4973"/>
                  <a:pt x="8200" y="4985"/>
                </a:cubicBezTo>
                <a:cubicBezTo>
                  <a:pt x="8198" y="4997"/>
                  <a:pt x="8194" y="5009"/>
                  <a:pt x="8189" y="5020"/>
                </a:cubicBezTo>
                <a:cubicBezTo>
                  <a:pt x="8185" y="5031"/>
                  <a:pt x="8179" y="5042"/>
                  <a:pt x="8172" y="5052"/>
                </a:cubicBezTo>
                <a:cubicBezTo>
                  <a:pt x="8166" y="5062"/>
                  <a:pt x="8158" y="5072"/>
                  <a:pt x="8149" y="5080"/>
                </a:cubicBezTo>
                <a:cubicBezTo>
                  <a:pt x="8141" y="5089"/>
                  <a:pt x="8131" y="5096"/>
                  <a:pt x="8121" y="5103"/>
                </a:cubicBezTo>
                <a:cubicBezTo>
                  <a:pt x="8111" y="5110"/>
                  <a:pt x="8100" y="5116"/>
                  <a:pt x="8089" y="5120"/>
                </a:cubicBezTo>
                <a:cubicBezTo>
                  <a:pt x="8078" y="5125"/>
                  <a:pt x="8066" y="5128"/>
                  <a:pt x="8054" y="5131"/>
                </a:cubicBezTo>
                <a:cubicBezTo>
                  <a:pt x="8043" y="5133"/>
                  <a:pt x="8030" y="5134"/>
                  <a:pt x="8018" y="5134"/>
                </a:cubicBezTo>
                <a:lnTo>
                  <a:pt x="186" y="5134"/>
                </a:lnTo>
                <a:cubicBezTo>
                  <a:pt x="174" y="5134"/>
                  <a:pt x="161" y="5133"/>
                  <a:pt x="150" y="5131"/>
                </a:cubicBezTo>
                <a:cubicBezTo>
                  <a:pt x="138" y="5128"/>
                  <a:pt x="126" y="5125"/>
                  <a:pt x="115" y="5120"/>
                </a:cubicBezTo>
                <a:cubicBezTo>
                  <a:pt x="104" y="5116"/>
                  <a:pt x="93" y="5110"/>
                  <a:pt x="83" y="5103"/>
                </a:cubicBezTo>
                <a:cubicBezTo>
                  <a:pt x="73" y="5096"/>
                  <a:pt x="63" y="5089"/>
                  <a:pt x="55" y="5080"/>
                </a:cubicBezTo>
                <a:cubicBezTo>
                  <a:pt x="46" y="5072"/>
                  <a:pt x="38" y="5062"/>
                  <a:pt x="32" y="5052"/>
                </a:cubicBezTo>
                <a:cubicBezTo>
                  <a:pt x="25" y="5042"/>
                  <a:pt x="19" y="5031"/>
                  <a:pt x="15" y="5020"/>
                </a:cubicBezTo>
                <a:cubicBezTo>
                  <a:pt x="10" y="5009"/>
                  <a:pt x="6" y="4997"/>
                  <a:pt x="4" y="4985"/>
                </a:cubicBezTo>
                <a:cubicBezTo>
                  <a:pt x="2" y="4973"/>
                  <a:pt x="0" y="4961"/>
                  <a:pt x="0" y="49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8" name=""/>
          <p:cNvSpPr/>
          <p:nvPr/>
        </p:nvSpPr>
        <p:spPr>
          <a:xfrm>
            <a:off x="2638080" y="2866680"/>
            <a:ext cx="2953440" cy="1848240"/>
          </a:xfrm>
          <a:custGeom>
            <a:avLst/>
            <a:gdLst/>
            <a:ahLst/>
            <a:rect l="0" t="0" r="r" b="b"/>
            <a:pathLst>
              <a:path w="8204" h="5134">
                <a:moveTo>
                  <a:pt x="0" y="4949"/>
                </a:moveTo>
                <a:lnTo>
                  <a:pt x="0" y="186"/>
                </a:lnTo>
                <a:cubicBezTo>
                  <a:pt x="0" y="174"/>
                  <a:pt x="2" y="161"/>
                  <a:pt x="4" y="150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1" y="2"/>
                  <a:pt x="174" y="0"/>
                  <a:pt x="186" y="0"/>
                </a:cubicBezTo>
                <a:lnTo>
                  <a:pt x="8018" y="0"/>
                </a:lnTo>
                <a:cubicBezTo>
                  <a:pt x="8030" y="0"/>
                  <a:pt x="8043" y="2"/>
                  <a:pt x="8054" y="4"/>
                </a:cubicBezTo>
                <a:cubicBezTo>
                  <a:pt x="8066" y="6"/>
                  <a:pt x="8078" y="10"/>
                  <a:pt x="8089" y="15"/>
                </a:cubicBezTo>
                <a:cubicBezTo>
                  <a:pt x="8100" y="19"/>
                  <a:pt x="8111" y="25"/>
                  <a:pt x="8121" y="32"/>
                </a:cubicBezTo>
                <a:cubicBezTo>
                  <a:pt x="8131" y="38"/>
                  <a:pt x="8141" y="46"/>
                  <a:pt x="8149" y="55"/>
                </a:cubicBezTo>
                <a:cubicBezTo>
                  <a:pt x="8158" y="63"/>
                  <a:pt x="8166" y="73"/>
                  <a:pt x="8172" y="83"/>
                </a:cubicBezTo>
                <a:cubicBezTo>
                  <a:pt x="8179" y="93"/>
                  <a:pt x="8185" y="104"/>
                  <a:pt x="8189" y="115"/>
                </a:cubicBezTo>
                <a:cubicBezTo>
                  <a:pt x="8194" y="126"/>
                  <a:pt x="8198" y="138"/>
                  <a:pt x="8200" y="150"/>
                </a:cubicBezTo>
                <a:cubicBezTo>
                  <a:pt x="8202" y="161"/>
                  <a:pt x="8204" y="174"/>
                  <a:pt x="8204" y="186"/>
                </a:cubicBezTo>
                <a:lnTo>
                  <a:pt x="8204" y="4949"/>
                </a:lnTo>
                <a:cubicBezTo>
                  <a:pt x="8204" y="4961"/>
                  <a:pt x="8202" y="4973"/>
                  <a:pt x="8200" y="4985"/>
                </a:cubicBezTo>
                <a:cubicBezTo>
                  <a:pt x="8198" y="4997"/>
                  <a:pt x="8194" y="5009"/>
                  <a:pt x="8189" y="5020"/>
                </a:cubicBezTo>
                <a:cubicBezTo>
                  <a:pt x="8185" y="5031"/>
                  <a:pt x="8179" y="5042"/>
                  <a:pt x="8172" y="5052"/>
                </a:cubicBezTo>
                <a:cubicBezTo>
                  <a:pt x="8166" y="5062"/>
                  <a:pt x="8158" y="5072"/>
                  <a:pt x="8149" y="5080"/>
                </a:cubicBezTo>
                <a:cubicBezTo>
                  <a:pt x="8141" y="5089"/>
                  <a:pt x="8131" y="5096"/>
                  <a:pt x="8121" y="5103"/>
                </a:cubicBezTo>
                <a:cubicBezTo>
                  <a:pt x="8111" y="5110"/>
                  <a:pt x="8100" y="5116"/>
                  <a:pt x="8089" y="5120"/>
                </a:cubicBezTo>
                <a:cubicBezTo>
                  <a:pt x="8078" y="5125"/>
                  <a:pt x="8066" y="5128"/>
                  <a:pt x="8054" y="5131"/>
                </a:cubicBezTo>
                <a:cubicBezTo>
                  <a:pt x="8043" y="5133"/>
                  <a:pt x="8030" y="5134"/>
                  <a:pt x="8018" y="5134"/>
                </a:cubicBezTo>
                <a:lnTo>
                  <a:pt x="186" y="5134"/>
                </a:lnTo>
                <a:cubicBezTo>
                  <a:pt x="174" y="5134"/>
                  <a:pt x="161" y="5133"/>
                  <a:pt x="150" y="5131"/>
                </a:cubicBezTo>
                <a:cubicBezTo>
                  <a:pt x="138" y="5128"/>
                  <a:pt x="126" y="5125"/>
                  <a:pt x="115" y="5120"/>
                </a:cubicBezTo>
                <a:cubicBezTo>
                  <a:pt x="104" y="5116"/>
                  <a:pt x="93" y="5110"/>
                  <a:pt x="83" y="5103"/>
                </a:cubicBezTo>
                <a:cubicBezTo>
                  <a:pt x="73" y="5096"/>
                  <a:pt x="63" y="5089"/>
                  <a:pt x="55" y="5080"/>
                </a:cubicBezTo>
                <a:cubicBezTo>
                  <a:pt x="46" y="5072"/>
                  <a:pt x="38" y="5062"/>
                  <a:pt x="32" y="5052"/>
                </a:cubicBezTo>
                <a:cubicBezTo>
                  <a:pt x="25" y="5042"/>
                  <a:pt x="19" y="5031"/>
                  <a:pt x="15" y="5020"/>
                </a:cubicBezTo>
                <a:cubicBezTo>
                  <a:pt x="10" y="5009"/>
                  <a:pt x="6" y="4997"/>
                  <a:pt x="4" y="4985"/>
                </a:cubicBezTo>
                <a:cubicBezTo>
                  <a:pt x="2" y="4973"/>
                  <a:pt x="0" y="4961"/>
                  <a:pt x="0" y="4949"/>
                </a:cubicBezTo>
                <a:close/>
              </a:path>
            </a:pathLst>
          </a:custGeom>
          <a:noFill/>
          <a:ln w="18720">
            <a:solidFill>
              <a:srgbClr val="197a4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9" name=""/>
          <p:cNvSpPr/>
          <p:nvPr/>
        </p:nvSpPr>
        <p:spPr>
          <a:xfrm>
            <a:off x="2825640" y="2997000"/>
            <a:ext cx="254160" cy="254520"/>
          </a:xfrm>
          <a:custGeom>
            <a:avLst/>
            <a:gdLst/>
            <a:ahLst/>
            <a:rect l="0" t="0" r="r" b="b"/>
            <a:pathLst>
              <a:path w="706" h="707">
                <a:moveTo>
                  <a:pt x="302" y="514"/>
                </a:moveTo>
                <a:lnTo>
                  <a:pt x="551" y="264"/>
                </a:lnTo>
                <a:lnTo>
                  <a:pt x="511" y="224"/>
                </a:lnTo>
                <a:lnTo>
                  <a:pt x="302" y="433"/>
                </a:lnTo>
                <a:lnTo>
                  <a:pt x="195" y="327"/>
                </a:lnTo>
                <a:lnTo>
                  <a:pt x="155" y="367"/>
                </a:lnTo>
                <a:lnTo>
                  <a:pt x="302" y="514"/>
                </a:lnTo>
                <a:moveTo>
                  <a:pt x="354" y="707"/>
                </a:moveTo>
                <a:cubicBezTo>
                  <a:pt x="305" y="707"/>
                  <a:pt x="260" y="697"/>
                  <a:pt x="216" y="679"/>
                </a:cubicBezTo>
                <a:cubicBezTo>
                  <a:pt x="173" y="660"/>
                  <a:pt x="135" y="635"/>
                  <a:pt x="103" y="603"/>
                </a:cubicBezTo>
                <a:cubicBezTo>
                  <a:pt x="71" y="571"/>
                  <a:pt x="46" y="533"/>
                  <a:pt x="28" y="491"/>
                </a:cubicBezTo>
                <a:cubicBezTo>
                  <a:pt x="9" y="447"/>
                  <a:pt x="0" y="401"/>
                  <a:pt x="0" y="353"/>
                </a:cubicBezTo>
                <a:cubicBezTo>
                  <a:pt x="0" y="304"/>
                  <a:pt x="9" y="258"/>
                  <a:pt x="28" y="215"/>
                </a:cubicBezTo>
                <a:cubicBezTo>
                  <a:pt x="46" y="172"/>
                  <a:pt x="71" y="135"/>
                  <a:pt x="103" y="103"/>
                </a:cubicBezTo>
                <a:cubicBezTo>
                  <a:pt x="135" y="71"/>
                  <a:pt x="173" y="46"/>
                  <a:pt x="216" y="28"/>
                </a:cubicBezTo>
                <a:cubicBezTo>
                  <a:pt x="260" y="9"/>
                  <a:pt x="305" y="0"/>
                  <a:pt x="354" y="0"/>
                </a:cubicBezTo>
                <a:cubicBezTo>
                  <a:pt x="402" y="0"/>
                  <a:pt x="448" y="9"/>
                  <a:pt x="491" y="28"/>
                </a:cubicBezTo>
                <a:cubicBezTo>
                  <a:pt x="534" y="46"/>
                  <a:pt x="571" y="71"/>
                  <a:pt x="603" y="103"/>
                </a:cubicBezTo>
                <a:cubicBezTo>
                  <a:pt x="635" y="135"/>
                  <a:pt x="660" y="172"/>
                  <a:pt x="679" y="215"/>
                </a:cubicBezTo>
                <a:cubicBezTo>
                  <a:pt x="697" y="258"/>
                  <a:pt x="706" y="304"/>
                  <a:pt x="706" y="353"/>
                </a:cubicBezTo>
                <a:cubicBezTo>
                  <a:pt x="706" y="401"/>
                  <a:pt x="697" y="447"/>
                  <a:pt x="679" y="491"/>
                </a:cubicBezTo>
                <a:cubicBezTo>
                  <a:pt x="660" y="533"/>
                  <a:pt x="635" y="571"/>
                  <a:pt x="603" y="603"/>
                </a:cubicBezTo>
                <a:cubicBezTo>
                  <a:pt x="571" y="635"/>
                  <a:pt x="534" y="660"/>
                  <a:pt x="491" y="679"/>
                </a:cubicBezTo>
                <a:cubicBezTo>
                  <a:pt x="448" y="697"/>
                  <a:pt x="402" y="707"/>
                  <a:pt x="354" y="707"/>
                </a:cubicBezTo>
                <a:moveTo>
                  <a:pt x="354" y="654"/>
                </a:moveTo>
                <a:cubicBezTo>
                  <a:pt x="437" y="654"/>
                  <a:pt x="508" y="624"/>
                  <a:pt x="566" y="566"/>
                </a:cubicBezTo>
                <a:cubicBezTo>
                  <a:pt x="624" y="507"/>
                  <a:pt x="653" y="436"/>
                  <a:pt x="653" y="353"/>
                </a:cubicBezTo>
                <a:cubicBezTo>
                  <a:pt x="653" y="269"/>
                  <a:pt x="624" y="198"/>
                  <a:pt x="566" y="140"/>
                </a:cubicBezTo>
                <a:cubicBezTo>
                  <a:pt x="508" y="82"/>
                  <a:pt x="437" y="53"/>
                  <a:pt x="354" y="53"/>
                </a:cubicBezTo>
                <a:cubicBezTo>
                  <a:pt x="271" y="53"/>
                  <a:pt x="199" y="82"/>
                  <a:pt x="140" y="140"/>
                </a:cubicBezTo>
                <a:cubicBezTo>
                  <a:pt x="82" y="198"/>
                  <a:pt x="53" y="269"/>
                  <a:pt x="53" y="353"/>
                </a:cubicBezTo>
                <a:cubicBezTo>
                  <a:pt x="53" y="436"/>
                  <a:pt x="82" y="507"/>
                  <a:pt x="140" y="566"/>
                </a:cubicBezTo>
                <a:cubicBezTo>
                  <a:pt x="199" y="624"/>
                  <a:pt x="271" y="654"/>
                  <a:pt x="354" y="654"/>
                </a:cubicBezTo>
                <a:moveTo>
                  <a:pt x="354" y="353"/>
                </a:moveTo>
                <a:lnTo>
                  <a:pt x="354" y="35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7956360" y="556560"/>
            <a:ext cx="3472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管理策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有効性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3184200" y="2979360"/>
            <a:ext cx="1217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許可先 </a:t>
            </a:r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8</a:t>
            </a:r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種類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2803320" y="3312720"/>
            <a:ext cx="627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GitHub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4278960" y="3312720"/>
            <a:ext cx="410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npm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2803320" y="3636720"/>
            <a:ext cx="1210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Anthropic API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4278960" y="3636720"/>
            <a:ext cx="5799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Sentry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2803320" y="3960360"/>
            <a:ext cx="6134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Statsig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4278960" y="3960360"/>
            <a:ext cx="1204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VS Code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拡張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2803320" y="4284360"/>
            <a:ext cx="1204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VS Code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配布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9" name=""/>
          <p:cNvSpPr/>
          <p:nvPr/>
        </p:nvSpPr>
        <p:spPr>
          <a:xfrm>
            <a:off x="2361960" y="3790800"/>
            <a:ext cx="19440" cy="1086120"/>
          </a:xfrm>
          <a:custGeom>
            <a:avLst/>
            <a:gdLst/>
            <a:ahLst/>
            <a:rect l="0" t="0" r="r" b="b"/>
            <a:pathLst>
              <a:path w="54" h="3017">
                <a:moveTo>
                  <a:pt x="0" y="0"/>
                </a:moveTo>
                <a:lnTo>
                  <a:pt x="54" y="0"/>
                </a:lnTo>
                <a:lnTo>
                  <a:pt x="54" y="3017"/>
                </a:lnTo>
                <a:lnTo>
                  <a:pt x="0" y="301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70" name=""/>
          <p:cNvSpPr/>
          <p:nvPr/>
        </p:nvSpPr>
        <p:spPr>
          <a:xfrm>
            <a:off x="2361960" y="37810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71" name=""/>
          <p:cNvSpPr/>
          <p:nvPr/>
        </p:nvSpPr>
        <p:spPr>
          <a:xfrm>
            <a:off x="2533320" y="373356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5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72" name=""/>
          <p:cNvSpPr/>
          <p:nvPr/>
        </p:nvSpPr>
        <p:spPr>
          <a:xfrm>
            <a:off x="3057480" y="5038560"/>
            <a:ext cx="2534040" cy="476640"/>
          </a:xfrm>
          <a:custGeom>
            <a:avLst/>
            <a:gdLst/>
            <a:ahLst/>
            <a:rect l="0" t="0" r="r" b="b"/>
            <a:pathLst>
              <a:path w="7039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6853" y="0"/>
                </a:lnTo>
                <a:cubicBezTo>
                  <a:pt x="6865" y="0"/>
                  <a:pt x="6878" y="1"/>
                  <a:pt x="6889" y="4"/>
                </a:cubicBezTo>
                <a:cubicBezTo>
                  <a:pt x="6901" y="6"/>
                  <a:pt x="6913" y="9"/>
                  <a:pt x="6924" y="14"/>
                </a:cubicBezTo>
                <a:cubicBezTo>
                  <a:pt x="6935" y="19"/>
                  <a:pt x="6946" y="24"/>
                  <a:pt x="6956" y="31"/>
                </a:cubicBezTo>
                <a:cubicBezTo>
                  <a:pt x="6966" y="38"/>
                  <a:pt x="6976" y="46"/>
                  <a:pt x="6984" y="54"/>
                </a:cubicBezTo>
                <a:cubicBezTo>
                  <a:pt x="6993" y="63"/>
                  <a:pt x="7001" y="72"/>
                  <a:pt x="7007" y="82"/>
                </a:cubicBezTo>
                <a:cubicBezTo>
                  <a:pt x="7014" y="92"/>
                  <a:pt x="7020" y="103"/>
                  <a:pt x="7024" y="114"/>
                </a:cubicBezTo>
                <a:cubicBezTo>
                  <a:pt x="7029" y="126"/>
                  <a:pt x="7033" y="137"/>
                  <a:pt x="7035" y="149"/>
                </a:cubicBezTo>
                <a:cubicBezTo>
                  <a:pt x="7037" y="161"/>
                  <a:pt x="7039" y="173"/>
                  <a:pt x="7039" y="185"/>
                </a:cubicBezTo>
                <a:lnTo>
                  <a:pt x="7039" y="1138"/>
                </a:lnTo>
                <a:cubicBezTo>
                  <a:pt x="7039" y="1150"/>
                  <a:pt x="7037" y="1162"/>
                  <a:pt x="7035" y="1174"/>
                </a:cubicBezTo>
                <a:cubicBezTo>
                  <a:pt x="7033" y="1186"/>
                  <a:pt x="7029" y="1197"/>
                  <a:pt x="7024" y="1210"/>
                </a:cubicBezTo>
                <a:cubicBezTo>
                  <a:pt x="7020" y="1221"/>
                  <a:pt x="7014" y="1231"/>
                  <a:pt x="7007" y="1242"/>
                </a:cubicBezTo>
                <a:cubicBezTo>
                  <a:pt x="7001" y="1252"/>
                  <a:pt x="6993" y="1261"/>
                  <a:pt x="6984" y="1270"/>
                </a:cubicBezTo>
                <a:cubicBezTo>
                  <a:pt x="6976" y="1278"/>
                  <a:pt x="6966" y="1286"/>
                  <a:pt x="6956" y="1293"/>
                </a:cubicBezTo>
                <a:cubicBezTo>
                  <a:pt x="6946" y="1299"/>
                  <a:pt x="6935" y="1305"/>
                  <a:pt x="6924" y="1310"/>
                </a:cubicBezTo>
                <a:cubicBezTo>
                  <a:pt x="6913" y="1314"/>
                  <a:pt x="6901" y="1318"/>
                  <a:pt x="6889" y="1320"/>
                </a:cubicBezTo>
                <a:cubicBezTo>
                  <a:pt x="6878" y="1323"/>
                  <a:pt x="6865" y="1324"/>
                  <a:pt x="685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4"/>
                  <a:pt x="114" y="1310"/>
                </a:cubicBezTo>
                <a:cubicBezTo>
                  <a:pt x="103" y="1305"/>
                  <a:pt x="92" y="1299"/>
                  <a:pt x="82" y="1293"/>
                </a:cubicBezTo>
                <a:cubicBezTo>
                  <a:pt x="72" y="1286"/>
                  <a:pt x="62" y="1278"/>
                  <a:pt x="54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1"/>
                  <a:pt x="18" y="1221"/>
                  <a:pt x="14" y="1210"/>
                </a:cubicBezTo>
                <a:cubicBezTo>
                  <a:pt x="9" y="1197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3" name=""/>
          <p:cNvSpPr/>
          <p:nvPr/>
        </p:nvSpPr>
        <p:spPr>
          <a:xfrm>
            <a:off x="3057480" y="5038560"/>
            <a:ext cx="2534040" cy="476640"/>
          </a:xfrm>
          <a:custGeom>
            <a:avLst/>
            <a:gdLst/>
            <a:ahLst/>
            <a:rect l="0" t="0" r="r" b="b"/>
            <a:pathLst>
              <a:path w="7039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6853" y="0"/>
                </a:lnTo>
                <a:cubicBezTo>
                  <a:pt x="6865" y="0"/>
                  <a:pt x="6878" y="1"/>
                  <a:pt x="6889" y="4"/>
                </a:cubicBezTo>
                <a:cubicBezTo>
                  <a:pt x="6901" y="6"/>
                  <a:pt x="6913" y="9"/>
                  <a:pt x="6924" y="14"/>
                </a:cubicBezTo>
                <a:cubicBezTo>
                  <a:pt x="6935" y="19"/>
                  <a:pt x="6946" y="24"/>
                  <a:pt x="6956" y="31"/>
                </a:cubicBezTo>
                <a:cubicBezTo>
                  <a:pt x="6966" y="38"/>
                  <a:pt x="6976" y="46"/>
                  <a:pt x="6984" y="54"/>
                </a:cubicBezTo>
                <a:cubicBezTo>
                  <a:pt x="6993" y="63"/>
                  <a:pt x="7001" y="72"/>
                  <a:pt x="7007" y="82"/>
                </a:cubicBezTo>
                <a:cubicBezTo>
                  <a:pt x="7014" y="92"/>
                  <a:pt x="7020" y="103"/>
                  <a:pt x="7024" y="114"/>
                </a:cubicBezTo>
                <a:cubicBezTo>
                  <a:pt x="7029" y="126"/>
                  <a:pt x="7033" y="137"/>
                  <a:pt x="7035" y="149"/>
                </a:cubicBezTo>
                <a:cubicBezTo>
                  <a:pt x="7037" y="161"/>
                  <a:pt x="7039" y="173"/>
                  <a:pt x="7039" y="185"/>
                </a:cubicBezTo>
                <a:lnTo>
                  <a:pt x="7039" y="1138"/>
                </a:lnTo>
                <a:cubicBezTo>
                  <a:pt x="7039" y="1150"/>
                  <a:pt x="7037" y="1162"/>
                  <a:pt x="7035" y="1174"/>
                </a:cubicBezTo>
                <a:cubicBezTo>
                  <a:pt x="7033" y="1186"/>
                  <a:pt x="7029" y="1197"/>
                  <a:pt x="7024" y="1210"/>
                </a:cubicBezTo>
                <a:cubicBezTo>
                  <a:pt x="7020" y="1221"/>
                  <a:pt x="7014" y="1231"/>
                  <a:pt x="7007" y="1242"/>
                </a:cubicBezTo>
                <a:cubicBezTo>
                  <a:pt x="7001" y="1252"/>
                  <a:pt x="6993" y="1261"/>
                  <a:pt x="6984" y="1270"/>
                </a:cubicBezTo>
                <a:cubicBezTo>
                  <a:pt x="6976" y="1278"/>
                  <a:pt x="6966" y="1286"/>
                  <a:pt x="6956" y="1293"/>
                </a:cubicBezTo>
                <a:cubicBezTo>
                  <a:pt x="6946" y="1299"/>
                  <a:pt x="6935" y="1305"/>
                  <a:pt x="6924" y="1310"/>
                </a:cubicBezTo>
                <a:cubicBezTo>
                  <a:pt x="6913" y="1314"/>
                  <a:pt x="6901" y="1318"/>
                  <a:pt x="6889" y="1320"/>
                </a:cubicBezTo>
                <a:cubicBezTo>
                  <a:pt x="6878" y="1323"/>
                  <a:pt x="6865" y="1324"/>
                  <a:pt x="685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4"/>
                  <a:pt x="114" y="1310"/>
                </a:cubicBezTo>
                <a:cubicBezTo>
                  <a:pt x="103" y="1305"/>
                  <a:pt x="92" y="1299"/>
                  <a:pt x="82" y="1293"/>
                </a:cubicBezTo>
                <a:cubicBezTo>
                  <a:pt x="72" y="1286"/>
                  <a:pt x="62" y="1278"/>
                  <a:pt x="54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1"/>
                  <a:pt x="18" y="1221"/>
                  <a:pt x="14" y="1210"/>
                </a:cubicBezTo>
                <a:cubicBezTo>
                  <a:pt x="9" y="1197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4" name=""/>
          <p:cNvSpPr/>
          <p:nvPr/>
        </p:nvSpPr>
        <p:spPr>
          <a:xfrm>
            <a:off x="3225600" y="5149800"/>
            <a:ext cx="254520" cy="254160"/>
          </a:xfrm>
          <a:custGeom>
            <a:avLst/>
            <a:gdLst/>
            <a:ahLst/>
            <a:rect l="0" t="0" r="r" b="b"/>
            <a:pathLst>
              <a:path w="707" h="706">
                <a:moveTo>
                  <a:pt x="215" y="678"/>
                </a:moveTo>
                <a:cubicBezTo>
                  <a:pt x="172" y="660"/>
                  <a:pt x="135" y="635"/>
                  <a:pt x="103" y="603"/>
                </a:cubicBezTo>
                <a:cubicBezTo>
                  <a:pt x="71" y="571"/>
                  <a:pt x="46" y="534"/>
                  <a:pt x="28" y="491"/>
                </a:cubicBezTo>
                <a:cubicBezTo>
                  <a:pt x="9" y="448"/>
                  <a:pt x="0" y="402"/>
                  <a:pt x="0" y="353"/>
                </a:cubicBezTo>
                <a:cubicBezTo>
                  <a:pt x="0" y="305"/>
                  <a:pt x="9" y="259"/>
                  <a:pt x="28" y="216"/>
                </a:cubicBezTo>
                <a:cubicBezTo>
                  <a:pt x="46" y="173"/>
                  <a:pt x="71" y="135"/>
                  <a:pt x="103" y="103"/>
                </a:cubicBezTo>
                <a:cubicBezTo>
                  <a:pt x="135" y="71"/>
                  <a:pt x="172" y="46"/>
                  <a:pt x="215" y="27"/>
                </a:cubicBezTo>
                <a:cubicBezTo>
                  <a:pt x="258" y="9"/>
                  <a:pt x="304" y="0"/>
                  <a:pt x="353" y="0"/>
                </a:cubicBezTo>
                <a:cubicBezTo>
                  <a:pt x="402" y="0"/>
                  <a:pt x="447" y="9"/>
                  <a:pt x="490" y="27"/>
                </a:cubicBezTo>
                <a:cubicBezTo>
                  <a:pt x="533" y="46"/>
                  <a:pt x="572" y="71"/>
                  <a:pt x="603" y="103"/>
                </a:cubicBezTo>
                <a:cubicBezTo>
                  <a:pt x="635" y="135"/>
                  <a:pt x="660" y="173"/>
                  <a:pt x="679" y="216"/>
                </a:cubicBezTo>
                <a:cubicBezTo>
                  <a:pt x="697" y="259"/>
                  <a:pt x="707" y="305"/>
                  <a:pt x="707" y="353"/>
                </a:cubicBezTo>
                <a:cubicBezTo>
                  <a:pt x="707" y="402"/>
                  <a:pt x="697" y="448"/>
                  <a:pt x="679" y="491"/>
                </a:cubicBezTo>
                <a:cubicBezTo>
                  <a:pt x="660" y="534"/>
                  <a:pt x="635" y="571"/>
                  <a:pt x="603" y="603"/>
                </a:cubicBezTo>
                <a:cubicBezTo>
                  <a:pt x="572" y="635"/>
                  <a:pt x="533" y="660"/>
                  <a:pt x="490" y="678"/>
                </a:cubicBezTo>
                <a:cubicBezTo>
                  <a:pt x="447" y="697"/>
                  <a:pt x="402" y="706"/>
                  <a:pt x="353" y="706"/>
                </a:cubicBezTo>
                <a:cubicBezTo>
                  <a:pt x="304" y="706"/>
                  <a:pt x="258" y="697"/>
                  <a:pt x="215" y="678"/>
                </a:cubicBezTo>
                <a:moveTo>
                  <a:pt x="315" y="652"/>
                </a:moveTo>
                <a:lnTo>
                  <a:pt x="315" y="580"/>
                </a:lnTo>
                <a:cubicBezTo>
                  <a:pt x="294" y="580"/>
                  <a:pt x="277" y="572"/>
                  <a:pt x="263" y="557"/>
                </a:cubicBezTo>
                <a:cubicBezTo>
                  <a:pt x="249" y="542"/>
                  <a:pt x="242" y="524"/>
                  <a:pt x="242" y="503"/>
                </a:cubicBezTo>
                <a:lnTo>
                  <a:pt x="242" y="465"/>
                </a:lnTo>
                <a:lnTo>
                  <a:pt x="61" y="284"/>
                </a:lnTo>
                <a:cubicBezTo>
                  <a:pt x="58" y="296"/>
                  <a:pt x="56" y="307"/>
                  <a:pt x="55" y="319"/>
                </a:cubicBezTo>
                <a:cubicBezTo>
                  <a:pt x="54" y="330"/>
                  <a:pt x="53" y="342"/>
                  <a:pt x="53" y="353"/>
                </a:cubicBezTo>
                <a:cubicBezTo>
                  <a:pt x="53" y="430"/>
                  <a:pt x="78" y="497"/>
                  <a:pt x="127" y="554"/>
                </a:cubicBezTo>
                <a:cubicBezTo>
                  <a:pt x="177" y="611"/>
                  <a:pt x="240" y="644"/>
                  <a:pt x="315" y="652"/>
                </a:cubicBezTo>
                <a:moveTo>
                  <a:pt x="575" y="557"/>
                </a:moveTo>
                <a:cubicBezTo>
                  <a:pt x="601" y="529"/>
                  <a:pt x="621" y="497"/>
                  <a:pt x="634" y="462"/>
                </a:cubicBezTo>
                <a:cubicBezTo>
                  <a:pt x="647" y="427"/>
                  <a:pt x="654" y="391"/>
                  <a:pt x="654" y="353"/>
                </a:cubicBezTo>
                <a:cubicBezTo>
                  <a:pt x="654" y="291"/>
                  <a:pt x="637" y="235"/>
                  <a:pt x="603" y="184"/>
                </a:cubicBezTo>
                <a:cubicBezTo>
                  <a:pt x="568" y="132"/>
                  <a:pt x="522" y="95"/>
                  <a:pt x="465" y="71"/>
                </a:cubicBezTo>
                <a:lnTo>
                  <a:pt x="465" y="87"/>
                </a:lnTo>
                <a:cubicBezTo>
                  <a:pt x="465" y="108"/>
                  <a:pt x="458" y="125"/>
                  <a:pt x="444" y="141"/>
                </a:cubicBezTo>
                <a:cubicBezTo>
                  <a:pt x="430" y="157"/>
                  <a:pt x="412" y="165"/>
                  <a:pt x="392" y="165"/>
                </a:cubicBezTo>
                <a:lnTo>
                  <a:pt x="315" y="165"/>
                </a:lnTo>
                <a:lnTo>
                  <a:pt x="315" y="241"/>
                </a:lnTo>
                <a:cubicBezTo>
                  <a:pt x="315" y="251"/>
                  <a:pt x="311" y="260"/>
                  <a:pt x="303" y="266"/>
                </a:cubicBezTo>
                <a:cubicBezTo>
                  <a:pt x="295" y="273"/>
                  <a:pt x="286" y="276"/>
                  <a:pt x="276" y="276"/>
                </a:cubicBezTo>
                <a:lnTo>
                  <a:pt x="203" y="276"/>
                </a:lnTo>
                <a:lnTo>
                  <a:pt x="203" y="353"/>
                </a:lnTo>
                <a:lnTo>
                  <a:pt x="430" y="353"/>
                </a:lnTo>
                <a:cubicBezTo>
                  <a:pt x="440" y="353"/>
                  <a:pt x="449" y="357"/>
                  <a:pt x="455" y="365"/>
                </a:cubicBezTo>
                <a:cubicBezTo>
                  <a:pt x="462" y="373"/>
                  <a:pt x="465" y="381"/>
                  <a:pt x="465" y="391"/>
                </a:cubicBezTo>
                <a:lnTo>
                  <a:pt x="465" y="503"/>
                </a:lnTo>
                <a:lnTo>
                  <a:pt x="503" y="503"/>
                </a:lnTo>
                <a:cubicBezTo>
                  <a:pt x="520" y="503"/>
                  <a:pt x="535" y="508"/>
                  <a:pt x="548" y="518"/>
                </a:cubicBezTo>
                <a:cubicBezTo>
                  <a:pt x="562" y="528"/>
                  <a:pt x="570" y="541"/>
                  <a:pt x="575" y="557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4278960" y="4284360"/>
            <a:ext cx="1204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VS Code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更新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6" name=""/>
          <p:cNvSpPr/>
          <p:nvPr/>
        </p:nvSpPr>
        <p:spPr>
          <a:xfrm>
            <a:off x="2361960" y="4876560"/>
            <a:ext cx="19440" cy="400320"/>
          </a:xfrm>
          <a:custGeom>
            <a:avLst/>
            <a:gdLst/>
            <a:ahLst/>
            <a:rect l="0" t="0" r="r" b="b"/>
            <a:pathLst>
              <a:path w="54" h="1112">
                <a:moveTo>
                  <a:pt x="0" y="0"/>
                </a:moveTo>
                <a:lnTo>
                  <a:pt x="54" y="0"/>
                </a:lnTo>
                <a:lnTo>
                  <a:pt x="5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77" name=""/>
          <p:cNvSpPr/>
          <p:nvPr/>
        </p:nvSpPr>
        <p:spPr>
          <a:xfrm>
            <a:off x="2361960" y="526716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60" y="0"/>
                </a:lnTo>
                <a:lnTo>
                  <a:pt x="160" y="54"/>
                </a:lnTo>
                <a:lnTo>
                  <a:pt x="0" y="54"/>
                </a:lnTo>
                <a:lnTo>
                  <a:pt x="0" y="0"/>
                </a:lnTo>
                <a:moveTo>
                  <a:pt x="251" y="0"/>
                </a:moveTo>
                <a:lnTo>
                  <a:pt x="409" y="0"/>
                </a:lnTo>
                <a:lnTo>
                  <a:pt x="409" y="54"/>
                </a:lnTo>
                <a:lnTo>
                  <a:pt x="251" y="54"/>
                </a:lnTo>
                <a:lnTo>
                  <a:pt x="251" y="0"/>
                </a:lnTo>
                <a:moveTo>
                  <a:pt x="500" y="0"/>
                </a:moveTo>
                <a:lnTo>
                  <a:pt x="659" y="0"/>
                </a:lnTo>
                <a:lnTo>
                  <a:pt x="659" y="54"/>
                </a:lnTo>
                <a:lnTo>
                  <a:pt x="500" y="54"/>
                </a:lnTo>
                <a:lnTo>
                  <a:pt x="500" y="0"/>
                </a:lnTo>
                <a:moveTo>
                  <a:pt x="750" y="0"/>
                </a:moveTo>
                <a:lnTo>
                  <a:pt x="908" y="0"/>
                </a:lnTo>
                <a:lnTo>
                  <a:pt x="908" y="54"/>
                </a:lnTo>
                <a:lnTo>
                  <a:pt x="750" y="54"/>
                </a:lnTo>
                <a:lnTo>
                  <a:pt x="750" y="0"/>
                </a:lnTo>
                <a:moveTo>
                  <a:pt x="999" y="0"/>
                </a:moveTo>
                <a:lnTo>
                  <a:pt x="1158" y="0"/>
                </a:lnTo>
                <a:lnTo>
                  <a:pt x="1158" y="54"/>
                </a:lnTo>
                <a:lnTo>
                  <a:pt x="999" y="54"/>
                </a:lnTo>
                <a:lnTo>
                  <a:pt x="999" y="0"/>
                </a:lnTo>
                <a:moveTo>
                  <a:pt x="1248" y="0"/>
                </a:moveTo>
                <a:lnTo>
                  <a:pt x="1407" y="0"/>
                </a:lnTo>
                <a:lnTo>
                  <a:pt x="1407" y="54"/>
                </a:lnTo>
                <a:lnTo>
                  <a:pt x="1248" y="54"/>
                </a:lnTo>
                <a:lnTo>
                  <a:pt x="1248" y="0"/>
                </a:lnTo>
                <a:moveTo>
                  <a:pt x="1498" y="0"/>
                </a:moveTo>
                <a:lnTo>
                  <a:pt x="1657" y="0"/>
                </a:lnTo>
                <a:lnTo>
                  <a:pt x="1657" y="54"/>
                </a:lnTo>
                <a:lnTo>
                  <a:pt x="1498" y="54"/>
                </a:lnTo>
                <a:lnTo>
                  <a:pt x="1498" y="0"/>
                </a:lnTo>
                <a:moveTo>
                  <a:pt x="1747" y="0"/>
                </a:moveTo>
                <a:lnTo>
                  <a:pt x="1906" y="0"/>
                </a:lnTo>
                <a:lnTo>
                  <a:pt x="1906" y="54"/>
                </a:lnTo>
                <a:lnTo>
                  <a:pt x="1747" y="54"/>
                </a:lnTo>
                <a:lnTo>
                  <a:pt x="1747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78" name=""/>
          <p:cNvSpPr/>
          <p:nvPr/>
        </p:nvSpPr>
        <p:spPr>
          <a:xfrm>
            <a:off x="2552400" y="512424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0" y="0"/>
                </a:moveTo>
                <a:lnTo>
                  <a:pt x="848" y="0"/>
                </a:lnTo>
                <a:lnTo>
                  <a:pt x="84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9" name=""/>
          <p:cNvSpPr/>
          <p:nvPr/>
        </p:nvSpPr>
        <p:spPr>
          <a:xfrm>
            <a:off x="2577960" y="5149800"/>
            <a:ext cx="254160" cy="254160"/>
          </a:xfrm>
          <a:custGeom>
            <a:avLst/>
            <a:gdLst/>
            <a:ahLst/>
            <a:rect l="0" t="0" r="r" b="b"/>
            <a:pathLst>
              <a:path w="706" h="706">
                <a:moveTo>
                  <a:pt x="215" y="678"/>
                </a:moveTo>
                <a:cubicBezTo>
                  <a:pt x="172" y="660"/>
                  <a:pt x="135" y="635"/>
                  <a:pt x="103" y="603"/>
                </a:cubicBezTo>
                <a:cubicBezTo>
                  <a:pt x="71" y="571"/>
                  <a:pt x="46" y="534"/>
                  <a:pt x="28" y="491"/>
                </a:cubicBezTo>
                <a:cubicBezTo>
                  <a:pt x="9" y="448"/>
                  <a:pt x="0" y="402"/>
                  <a:pt x="0" y="353"/>
                </a:cubicBezTo>
                <a:cubicBezTo>
                  <a:pt x="0" y="305"/>
                  <a:pt x="9" y="259"/>
                  <a:pt x="28" y="216"/>
                </a:cubicBezTo>
                <a:cubicBezTo>
                  <a:pt x="46" y="173"/>
                  <a:pt x="71" y="135"/>
                  <a:pt x="103" y="103"/>
                </a:cubicBezTo>
                <a:cubicBezTo>
                  <a:pt x="135" y="71"/>
                  <a:pt x="172" y="46"/>
                  <a:pt x="215" y="27"/>
                </a:cubicBezTo>
                <a:cubicBezTo>
                  <a:pt x="259" y="9"/>
                  <a:pt x="305" y="0"/>
                  <a:pt x="354" y="0"/>
                </a:cubicBezTo>
                <a:cubicBezTo>
                  <a:pt x="402" y="0"/>
                  <a:pt x="448" y="9"/>
                  <a:pt x="491" y="27"/>
                </a:cubicBezTo>
                <a:cubicBezTo>
                  <a:pt x="534" y="46"/>
                  <a:pt x="572" y="71"/>
                  <a:pt x="603" y="103"/>
                </a:cubicBezTo>
                <a:cubicBezTo>
                  <a:pt x="635" y="135"/>
                  <a:pt x="660" y="173"/>
                  <a:pt x="679" y="216"/>
                </a:cubicBezTo>
                <a:cubicBezTo>
                  <a:pt x="697" y="259"/>
                  <a:pt x="706" y="305"/>
                  <a:pt x="706" y="353"/>
                </a:cubicBezTo>
                <a:cubicBezTo>
                  <a:pt x="706" y="402"/>
                  <a:pt x="697" y="448"/>
                  <a:pt x="679" y="491"/>
                </a:cubicBezTo>
                <a:cubicBezTo>
                  <a:pt x="660" y="534"/>
                  <a:pt x="635" y="571"/>
                  <a:pt x="603" y="603"/>
                </a:cubicBezTo>
                <a:cubicBezTo>
                  <a:pt x="572" y="635"/>
                  <a:pt x="534" y="660"/>
                  <a:pt x="491" y="678"/>
                </a:cubicBezTo>
                <a:cubicBezTo>
                  <a:pt x="448" y="697"/>
                  <a:pt x="402" y="706"/>
                  <a:pt x="354" y="706"/>
                </a:cubicBezTo>
                <a:cubicBezTo>
                  <a:pt x="305" y="706"/>
                  <a:pt x="259" y="697"/>
                  <a:pt x="215" y="678"/>
                </a:cubicBezTo>
                <a:moveTo>
                  <a:pt x="354" y="653"/>
                </a:moveTo>
                <a:cubicBezTo>
                  <a:pt x="390" y="653"/>
                  <a:pt x="424" y="647"/>
                  <a:pt x="457" y="635"/>
                </a:cubicBezTo>
                <a:cubicBezTo>
                  <a:pt x="491" y="623"/>
                  <a:pt x="520" y="606"/>
                  <a:pt x="547" y="583"/>
                </a:cubicBezTo>
                <a:lnTo>
                  <a:pt x="123" y="160"/>
                </a:lnTo>
                <a:cubicBezTo>
                  <a:pt x="101" y="187"/>
                  <a:pt x="84" y="217"/>
                  <a:pt x="71" y="250"/>
                </a:cubicBezTo>
                <a:cubicBezTo>
                  <a:pt x="59" y="283"/>
                  <a:pt x="53" y="318"/>
                  <a:pt x="53" y="353"/>
                </a:cubicBezTo>
                <a:cubicBezTo>
                  <a:pt x="53" y="437"/>
                  <a:pt x="82" y="508"/>
                  <a:pt x="140" y="566"/>
                </a:cubicBezTo>
                <a:cubicBezTo>
                  <a:pt x="198" y="624"/>
                  <a:pt x="270" y="653"/>
                  <a:pt x="354" y="653"/>
                </a:cubicBezTo>
                <a:moveTo>
                  <a:pt x="582" y="547"/>
                </a:moveTo>
                <a:cubicBezTo>
                  <a:pt x="604" y="520"/>
                  <a:pt x="621" y="490"/>
                  <a:pt x="634" y="457"/>
                </a:cubicBezTo>
                <a:cubicBezTo>
                  <a:pt x="647" y="424"/>
                  <a:pt x="654" y="389"/>
                  <a:pt x="654" y="353"/>
                </a:cubicBezTo>
                <a:cubicBezTo>
                  <a:pt x="654" y="270"/>
                  <a:pt x="624" y="199"/>
                  <a:pt x="566" y="140"/>
                </a:cubicBezTo>
                <a:cubicBezTo>
                  <a:pt x="508" y="82"/>
                  <a:pt x="437" y="53"/>
                  <a:pt x="354" y="53"/>
                </a:cubicBezTo>
                <a:cubicBezTo>
                  <a:pt x="318" y="53"/>
                  <a:pt x="284" y="59"/>
                  <a:pt x="251" y="71"/>
                </a:cubicBezTo>
                <a:cubicBezTo>
                  <a:pt x="217" y="83"/>
                  <a:pt x="187" y="101"/>
                  <a:pt x="160" y="124"/>
                </a:cubicBezTo>
                <a:lnTo>
                  <a:pt x="582" y="547"/>
                </a:lnTo>
                <a:moveTo>
                  <a:pt x="354" y="353"/>
                </a:moveTo>
                <a:lnTo>
                  <a:pt x="354" y="353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80" name=""/>
          <p:cNvSpPr/>
          <p:nvPr/>
        </p:nvSpPr>
        <p:spPr>
          <a:xfrm>
            <a:off x="8905680" y="3200040"/>
            <a:ext cx="19440" cy="305280"/>
          </a:xfrm>
          <a:custGeom>
            <a:avLst/>
            <a:gdLst/>
            <a:ahLst/>
            <a:rect l="0" t="0" r="r" b="b"/>
            <a:pathLst>
              <a:path w="54" h="848">
                <a:moveTo>
                  <a:pt x="0" y="0"/>
                </a:moveTo>
                <a:lnTo>
                  <a:pt x="54" y="0"/>
                </a:lnTo>
                <a:lnTo>
                  <a:pt x="5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81" name=""/>
          <p:cNvSpPr/>
          <p:nvPr/>
        </p:nvSpPr>
        <p:spPr>
          <a:xfrm>
            <a:off x="8858160" y="3409920"/>
            <a:ext cx="114480" cy="95400"/>
          </a:xfrm>
          <a:custGeom>
            <a:avLst/>
            <a:gdLst/>
            <a:ahLst/>
            <a:rect l="0" t="0" r="r" b="b"/>
            <a:pathLst>
              <a:path w="318" h="265">
                <a:moveTo>
                  <a:pt x="0" y="0"/>
                </a:moveTo>
                <a:lnTo>
                  <a:pt x="158" y="265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82" name=""/>
          <p:cNvSpPr/>
          <p:nvPr/>
        </p:nvSpPr>
        <p:spPr>
          <a:xfrm>
            <a:off x="8057880" y="4647960"/>
            <a:ext cx="19440" cy="533880"/>
          </a:xfrm>
          <a:custGeom>
            <a:avLst/>
            <a:gdLst/>
            <a:ahLst/>
            <a:rect l="0" t="0" r="r" b="b"/>
            <a:pathLst>
              <a:path w="54" h="1483">
                <a:moveTo>
                  <a:pt x="0" y="0"/>
                </a:moveTo>
                <a:lnTo>
                  <a:pt x="54" y="0"/>
                </a:lnTo>
                <a:lnTo>
                  <a:pt x="5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3584520" y="5132160"/>
            <a:ext cx="1143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その他の宛先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84" name=""/>
          <p:cNvSpPr/>
          <p:nvPr/>
        </p:nvSpPr>
        <p:spPr>
          <a:xfrm>
            <a:off x="8010360" y="5086080"/>
            <a:ext cx="114480" cy="95760"/>
          </a:xfrm>
          <a:custGeom>
            <a:avLst/>
            <a:gdLst/>
            <a:ahLst/>
            <a:rect l="0" t="0" r="r" b="b"/>
            <a:pathLst>
              <a:path w="318" h="266">
                <a:moveTo>
                  <a:pt x="0" y="0"/>
                </a:moveTo>
                <a:lnTo>
                  <a:pt x="160" y="266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85" name=""/>
          <p:cNvSpPr/>
          <p:nvPr/>
        </p:nvSpPr>
        <p:spPr>
          <a:xfrm>
            <a:off x="9753480" y="4647960"/>
            <a:ext cx="19440" cy="533880"/>
          </a:xfrm>
          <a:custGeom>
            <a:avLst/>
            <a:gdLst/>
            <a:ahLst/>
            <a:rect l="0" t="0" r="r" b="b"/>
            <a:pathLst>
              <a:path w="54" h="1483">
                <a:moveTo>
                  <a:pt x="0" y="0"/>
                </a:moveTo>
                <a:lnTo>
                  <a:pt x="54" y="0"/>
                </a:lnTo>
                <a:lnTo>
                  <a:pt x="5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6819840" y="4722480"/>
            <a:ext cx="1143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両方を満たす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87" name=""/>
          <p:cNvSpPr/>
          <p:nvPr/>
        </p:nvSpPr>
        <p:spPr>
          <a:xfrm>
            <a:off x="9705960" y="5086080"/>
            <a:ext cx="114480" cy="95760"/>
          </a:xfrm>
          <a:custGeom>
            <a:avLst/>
            <a:gdLst/>
            <a:ahLst/>
            <a:rect l="0" t="0" r="r" b="b"/>
            <a:pathLst>
              <a:path w="318" h="266">
                <a:moveTo>
                  <a:pt x="0" y="0"/>
                </a:moveTo>
                <a:lnTo>
                  <a:pt x="159" y="266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9867960" y="4722480"/>
            <a:ext cx="1334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どちらか外れる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7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3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609480" y="392760"/>
            <a:ext cx="195084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非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root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実行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5" name=""/>
          <p:cNvSpPr/>
          <p:nvPr/>
        </p:nvSpPr>
        <p:spPr>
          <a:xfrm>
            <a:off x="609480" y="1599840"/>
            <a:ext cx="5334120" cy="4800960"/>
          </a:xfrm>
          <a:custGeom>
            <a:avLst/>
            <a:gdLst/>
            <a:ahLst/>
            <a:rect l="0" t="0" r="r" b="b"/>
            <a:pathLst>
              <a:path w="14817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3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5" y="72"/>
                  <a:pt x="14774" y="83"/>
                  <a:pt x="14782" y="95"/>
                </a:cubicBezTo>
                <a:cubicBezTo>
                  <a:pt x="14790" y="106"/>
                  <a:pt x="14796" y="118"/>
                  <a:pt x="14801" y="131"/>
                </a:cubicBezTo>
                <a:cubicBezTo>
                  <a:pt x="14807" y="144"/>
                  <a:pt x="14811" y="157"/>
                  <a:pt x="14813" y="171"/>
                </a:cubicBezTo>
                <a:cubicBezTo>
                  <a:pt x="14816" y="185"/>
                  <a:pt x="14817" y="198"/>
                  <a:pt x="14817" y="212"/>
                </a:cubicBezTo>
                <a:lnTo>
                  <a:pt x="14817" y="13125"/>
                </a:lnTo>
                <a:cubicBezTo>
                  <a:pt x="14817" y="13139"/>
                  <a:pt x="14816" y="13152"/>
                  <a:pt x="14813" y="13166"/>
                </a:cubicBezTo>
                <a:cubicBezTo>
                  <a:pt x="14811" y="13180"/>
                  <a:pt x="14807" y="13193"/>
                  <a:pt x="14801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5" y="13265"/>
                  <a:pt x="14756" y="13275"/>
                </a:cubicBezTo>
                <a:cubicBezTo>
                  <a:pt x="14746" y="13284"/>
                  <a:pt x="14735" y="13293"/>
                  <a:pt x="14723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3" y="13335"/>
                  <a:pt x="14620" y="13336"/>
                  <a:pt x="14606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609480" y="1090800"/>
            <a:ext cx="72018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許可リストは、一般ユーザーで動かすので書き換えられない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7" name=""/>
          <p:cNvSpPr/>
          <p:nvPr/>
        </p:nvSpPr>
        <p:spPr>
          <a:xfrm>
            <a:off x="714240" y="3257280"/>
            <a:ext cx="1771920" cy="1867320"/>
          </a:xfrm>
          <a:custGeom>
            <a:avLst/>
            <a:gdLst/>
            <a:ahLst/>
            <a:rect l="0" t="0" r="r" b="b"/>
            <a:pathLst>
              <a:path w="4922" h="5187">
                <a:moveTo>
                  <a:pt x="0" y="500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737" y="0"/>
                </a:lnTo>
                <a:cubicBezTo>
                  <a:pt x="4749" y="0"/>
                  <a:pt x="4761" y="1"/>
                  <a:pt x="4773" y="4"/>
                </a:cubicBezTo>
                <a:cubicBezTo>
                  <a:pt x="4785" y="6"/>
                  <a:pt x="4797" y="10"/>
                  <a:pt x="4808" y="14"/>
                </a:cubicBezTo>
                <a:cubicBezTo>
                  <a:pt x="4819" y="19"/>
                  <a:pt x="4830" y="25"/>
                  <a:pt x="4840" y="31"/>
                </a:cubicBezTo>
                <a:cubicBezTo>
                  <a:pt x="4850" y="38"/>
                  <a:pt x="4859" y="46"/>
                  <a:pt x="4868" y="54"/>
                </a:cubicBezTo>
                <a:cubicBezTo>
                  <a:pt x="4876" y="63"/>
                  <a:pt x="4884" y="72"/>
                  <a:pt x="4891" y="83"/>
                </a:cubicBezTo>
                <a:cubicBezTo>
                  <a:pt x="4898" y="93"/>
                  <a:pt x="4903" y="103"/>
                  <a:pt x="4908" y="115"/>
                </a:cubicBezTo>
                <a:cubicBezTo>
                  <a:pt x="4913" y="126"/>
                  <a:pt x="4916" y="137"/>
                  <a:pt x="4919" y="149"/>
                </a:cubicBezTo>
                <a:cubicBezTo>
                  <a:pt x="4921" y="161"/>
                  <a:pt x="4922" y="173"/>
                  <a:pt x="4922" y="185"/>
                </a:cubicBezTo>
                <a:lnTo>
                  <a:pt x="4922" y="5002"/>
                </a:lnTo>
                <a:cubicBezTo>
                  <a:pt x="4922" y="5014"/>
                  <a:pt x="4921" y="5026"/>
                  <a:pt x="4919" y="5038"/>
                </a:cubicBezTo>
                <a:cubicBezTo>
                  <a:pt x="4916" y="5050"/>
                  <a:pt x="4913" y="5062"/>
                  <a:pt x="4908" y="5073"/>
                </a:cubicBezTo>
                <a:cubicBezTo>
                  <a:pt x="4903" y="5084"/>
                  <a:pt x="4898" y="5095"/>
                  <a:pt x="4891" y="5105"/>
                </a:cubicBezTo>
                <a:cubicBezTo>
                  <a:pt x="4884" y="5115"/>
                  <a:pt x="4876" y="5124"/>
                  <a:pt x="4868" y="5133"/>
                </a:cubicBezTo>
                <a:cubicBezTo>
                  <a:pt x="4859" y="5141"/>
                  <a:pt x="4850" y="5149"/>
                  <a:pt x="4840" y="5156"/>
                </a:cubicBezTo>
                <a:cubicBezTo>
                  <a:pt x="4830" y="5163"/>
                  <a:pt x="4819" y="5168"/>
                  <a:pt x="4808" y="5173"/>
                </a:cubicBezTo>
                <a:cubicBezTo>
                  <a:pt x="4797" y="5178"/>
                  <a:pt x="4785" y="5181"/>
                  <a:pt x="4773" y="5184"/>
                </a:cubicBezTo>
                <a:cubicBezTo>
                  <a:pt x="4761" y="5186"/>
                  <a:pt x="4749" y="5187"/>
                  <a:pt x="4737" y="5187"/>
                </a:cubicBezTo>
                <a:lnTo>
                  <a:pt x="185" y="5187"/>
                </a:lnTo>
                <a:cubicBezTo>
                  <a:pt x="173" y="5187"/>
                  <a:pt x="161" y="5186"/>
                  <a:pt x="149" y="5184"/>
                </a:cubicBezTo>
                <a:cubicBezTo>
                  <a:pt x="137" y="5181"/>
                  <a:pt x="125" y="5178"/>
                  <a:pt x="114" y="5173"/>
                </a:cubicBezTo>
                <a:cubicBezTo>
                  <a:pt x="103" y="5168"/>
                  <a:pt x="92" y="5163"/>
                  <a:pt x="82" y="5156"/>
                </a:cubicBezTo>
                <a:cubicBezTo>
                  <a:pt x="72" y="5149"/>
                  <a:pt x="63" y="5141"/>
                  <a:pt x="54" y="5133"/>
                </a:cubicBezTo>
                <a:cubicBezTo>
                  <a:pt x="46" y="5124"/>
                  <a:pt x="38" y="5115"/>
                  <a:pt x="31" y="5105"/>
                </a:cubicBezTo>
                <a:cubicBezTo>
                  <a:pt x="24" y="5095"/>
                  <a:pt x="19" y="5084"/>
                  <a:pt x="14" y="5073"/>
                </a:cubicBezTo>
                <a:cubicBezTo>
                  <a:pt x="9" y="5062"/>
                  <a:pt x="6" y="5050"/>
                  <a:pt x="3" y="5038"/>
                </a:cubicBezTo>
                <a:cubicBezTo>
                  <a:pt x="1" y="5026"/>
                  <a:pt x="0" y="5014"/>
                  <a:pt x="0" y="50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8" name=""/>
          <p:cNvSpPr/>
          <p:nvPr/>
        </p:nvSpPr>
        <p:spPr>
          <a:xfrm>
            <a:off x="714240" y="3257280"/>
            <a:ext cx="1771920" cy="1867320"/>
          </a:xfrm>
          <a:custGeom>
            <a:avLst/>
            <a:gdLst/>
            <a:ahLst/>
            <a:rect l="0" t="0" r="r" b="b"/>
            <a:pathLst>
              <a:path w="4922" h="5187">
                <a:moveTo>
                  <a:pt x="0" y="500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737" y="0"/>
                </a:lnTo>
                <a:cubicBezTo>
                  <a:pt x="4749" y="0"/>
                  <a:pt x="4761" y="1"/>
                  <a:pt x="4773" y="4"/>
                </a:cubicBezTo>
                <a:cubicBezTo>
                  <a:pt x="4785" y="6"/>
                  <a:pt x="4797" y="10"/>
                  <a:pt x="4808" y="14"/>
                </a:cubicBezTo>
                <a:cubicBezTo>
                  <a:pt x="4819" y="19"/>
                  <a:pt x="4830" y="25"/>
                  <a:pt x="4840" y="31"/>
                </a:cubicBezTo>
                <a:cubicBezTo>
                  <a:pt x="4850" y="38"/>
                  <a:pt x="4859" y="46"/>
                  <a:pt x="4868" y="54"/>
                </a:cubicBezTo>
                <a:cubicBezTo>
                  <a:pt x="4876" y="63"/>
                  <a:pt x="4884" y="72"/>
                  <a:pt x="4891" y="83"/>
                </a:cubicBezTo>
                <a:cubicBezTo>
                  <a:pt x="4898" y="93"/>
                  <a:pt x="4903" y="103"/>
                  <a:pt x="4908" y="115"/>
                </a:cubicBezTo>
                <a:cubicBezTo>
                  <a:pt x="4913" y="126"/>
                  <a:pt x="4916" y="137"/>
                  <a:pt x="4919" y="149"/>
                </a:cubicBezTo>
                <a:cubicBezTo>
                  <a:pt x="4921" y="161"/>
                  <a:pt x="4922" y="173"/>
                  <a:pt x="4922" y="185"/>
                </a:cubicBezTo>
                <a:lnTo>
                  <a:pt x="4922" y="5002"/>
                </a:lnTo>
                <a:cubicBezTo>
                  <a:pt x="4922" y="5014"/>
                  <a:pt x="4921" y="5026"/>
                  <a:pt x="4919" y="5038"/>
                </a:cubicBezTo>
                <a:cubicBezTo>
                  <a:pt x="4916" y="5050"/>
                  <a:pt x="4913" y="5062"/>
                  <a:pt x="4908" y="5073"/>
                </a:cubicBezTo>
                <a:cubicBezTo>
                  <a:pt x="4903" y="5084"/>
                  <a:pt x="4898" y="5095"/>
                  <a:pt x="4891" y="5105"/>
                </a:cubicBezTo>
                <a:cubicBezTo>
                  <a:pt x="4884" y="5115"/>
                  <a:pt x="4876" y="5124"/>
                  <a:pt x="4868" y="5133"/>
                </a:cubicBezTo>
                <a:cubicBezTo>
                  <a:pt x="4859" y="5141"/>
                  <a:pt x="4850" y="5149"/>
                  <a:pt x="4840" y="5156"/>
                </a:cubicBezTo>
                <a:cubicBezTo>
                  <a:pt x="4830" y="5163"/>
                  <a:pt x="4819" y="5168"/>
                  <a:pt x="4808" y="5173"/>
                </a:cubicBezTo>
                <a:cubicBezTo>
                  <a:pt x="4797" y="5178"/>
                  <a:pt x="4785" y="5181"/>
                  <a:pt x="4773" y="5184"/>
                </a:cubicBezTo>
                <a:cubicBezTo>
                  <a:pt x="4761" y="5186"/>
                  <a:pt x="4749" y="5187"/>
                  <a:pt x="4737" y="5187"/>
                </a:cubicBezTo>
                <a:lnTo>
                  <a:pt x="185" y="5187"/>
                </a:lnTo>
                <a:cubicBezTo>
                  <a:pt x="173" y="5187"/>
                  <a:pt x="161" y="5186"/>
                  <a:pt x="149" y="5184"/>
                </a:cubicBezTo>
                <a:cubicBezTo>
                  <a:pt x="137" y="5181"/>
                  <a:pt x="125" y="5178"/>
                  <a:pt x="114" y="5173"/>
                </a:cubicBezTo>
                <a:cubicBezTo>
                  <a:pt x="103" y="5168"/>
                  <a:pt x="92" y="5163"/>
                  <a:pt x="82" y="5156"/>
                </a:cubicBezTo>
                <a:cubicBezTo>
                  <a:pt x="72" y="5149"/>
                  <a:pt x="63" y="5141"/>
                  <a:pt x="54" y="5133"/>
                </a:cubicBezTo>
                <a:cubicBezTo>
                  <a:pt x="46" y="5124"/>
                  <a:pt x="38" y="5115"/>
                  <a:pt x="31" y="5105"/>
                </a:cubicBezTo>
                <a:cubicBezTo>
                  <a:pt x="24" y="5095"/>
                  <a:pt x="19" y="5084"/>
                  <a:pt x="14" y="5073"/>
                </a:cubicBezTo>
                <a:cubicBezTo>
                  <a:pt x="9" y="5062"/>
                  <a:pt x="6" y="5050"/>
                  <a:pt x="3" y="5038"/>
                </a:cubicBezTo>
                <a:cubicBezTo>
                  <a:pt x="1" y="5026"/>
                  <a:pt x="0" y="5014"/>
                  <a:pt x="0" y="5002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9" name=""/>
          <p:cNvSpPr/>
          <p:nvPr/>
        </p:nvSpPr>
        <p:spPr>
          <a:xfrm>
            <a:off x="1371240" y="3661560"/>
            <a:ext cx="457920" cy="443880"/>
          </a:xfrm>
          <a:custGeom>
            <a:avLst/>
            <a:gdLst/>
            <a:ahLst/>
            <a:rect l="0" t="0" r="r" b="b"/>
            <a:pathLst>
              <a:path w="1272" h="1233">
                <a:moveTo>
                  <a:pt x="422" y="513"/>
                </a:moveTo>
                <a:cubicBezTo>
                  <a:pt x="367" y="457"/>
                  <a:pt x="339" y="386"/>
                  <a:pt x="339" y="297"/>
                </a:cubicBezTo>
                <a:cubicBezTo>
                  <a:pt x="339" y="210"/>
                  <a:pt x="367" y="139"/>
                  <a:pt x="422" y="83"/>
                </a:cubicBezTo>
                <a:cubicBezTo>
                  <a:pt x="478" y="28"/>
                  <a:pt x="549" y="0"/>
                  <a:pt x="636" y="0"/>
                </a:cubicBezTo>
                <a:cubicBezTo>
                  <a:pt x="724" y="0"/>
                  <a:pt x="795" y="28"/>
                  <a:pt x="851" y="83"/>
                </a:cubicBezTo>
                <a:cubicBezTo>
                  <a:pt x="906" y="139"/>
                  <a:pt x="934" y="210"/>
                  <a:pt x="934" y="297"/>
                </a:cubicBezTo>
                <a:cubicBezTo>
                  <a:pt x="934" y="386"/>
                  <a:pt x="906" y="457"/>
                  <a:pt x="851" y="513"/>
                </a:cubicBezTo>
                <a:cubicBezTo>
                  <a:pt x="795" y="568"/>
                  <a:pt x="724" y="596"/>
                  <a:pt x="636" y="596"/>
                </a:cubicBezTo>
                <a:cubicBezTo>
                  <a:pt x="549" y="596"/>
                  <a:pt x="478" y="568"/>
                  <a:pt x="422" y="513"/>
                </a:cubicBezTo>
                <a:moveTo>
                  <a:pt x="0" y="1233"/>
                </a:moveTo>
                <a:lnTo>
                  <a:pt x="0" y="1047"/>
                </a:lnTo>
                <a:cubicBezTo>
                  <a:pt x="0" y="996"/>
                  <a:pt x="13" y="953"/>
                  <a:pt x="38" y="918"/>
                </a:cubicBezTo>
                <a:cubicBezTo>
                  <a:pt x="63" y="882"/>
                  <a:pt x="96" y="855"/>
                  <a:pt x="135" y="836"/>
                </a:cubicBezTo>
                <a:cubicBezTo>
                  <a:pt x="224" y="796"/>
                  <a:pt x="309" y="767"/>
                  <a:pt x="391" y="747"/>
                </a:cubicBezTo>
                <a:cubicBezTo>
                  <a:pt x="473" y="727"/>
                  <a:pt x="554" y="717"/>
                  <a:pt x="636" y="717"/>
                </a:cubicBezTo>
                <a:cubicBezTo>
                  <a:pt x="719" y="717"/>
                  <a:pt x="800" y="727"/>
                  <a:pt x="881" y="748"/>
                </a:cubicBezTo>
                <a:cubicBezTo>
                  <a:pt x="962" y="768"/>
                  <a:pt x="1047" y="798"/>
                  <a:pt x="1136" y="836"/>
                </a:cubicBezTo>
                <a:cubicBezTo>
                  <a:pt x="1177" y="855"/>
                  <a:pt x="1210" y="882"/>
                  <a:pt x="1235" y="918"/>
                </a:cubicBezTo>
                <a:cubicBezTo>
                  <a:pt x="1260" y="953"/>
                  <a:pt x="1272" y="996"/>
                  <a:pt x="1272" y="1047"/>
                </a:cubicBezTo>
                <a:lnTo>
                  <a:pt x="1272" y="1233"/>
                </a:lnTo>
                <a:lnTo>
                  <a:pt x="0" y="1233"/>
                </a:lnTo>
                <a:moveTo>
                  <a:pt x="120" y="1114"/>
                </a:moveTo>
                <a:lnTo>
                  <a:pt x="1153" y="1114"/>
                </a:lnTo>
                <a:lnTo>
                  <a:pt x="1153" y="1047"/>
                </a:lnTo>
                <a:cubicBezTo>
                  <a:pt x="1153" y="1025"/>
                  <a:pt x="1147" y="1005"/>
                  <a:pt x="1135" y="986"/>
                </a:cubicBezTo>
                <a:cubicBezTo>
                  <a:pt x="1122" y="967"/>
                  <a:pt x="1106" y="953"/>
                  <a:pt x="1088" y="943"/>
                </a:cubicBezTo>
                <a:cubicBezTo>
                  <a:pt x="1003" y="902"/>
                  <a:pt x="925" y="874"/>
                  <a:pt x="855" y="859"/>
                </a:cubicBezTo>
                <a:cubicBezTo>
                  <a:pt x="785" y="844"/>
                  <a:pt x="712" y="836"/>
                  <a:pt x="636" y="836"/>
                </a:cubicBezTo>
                <a:cubicBezTo>
                  <a:pt x="561" y="836"/>
                  <a:pt x="488" y="844"/>
                  <a:pt x="416" y="859"/>
                </a:cubicBezTo>
                <a:cubicBezTo>
                  <a:pt x="345" y="874"/>
                  <a:pt x="266" y="902"/>
                  <a:pt x="183" y="943"/>
                </a:cubicBezTo>
                <a:cubicBezTo>
                  <a:pt x="165" y="953"/>
                  <a:pt x="149" y="967"/>
                  <a:pt x="137" y="986"/>
                </a:cubicBezTo>
                <a:cubicBezTo>
                  <a:pt x="126" y="1005"/>
                  <a:pt x="120" y="1025"/>
                  <a:pt x="120" y="1047"/>
                </a:cubicBezTo>
                <a:lnTo>
                  <a:pt x="120" y="1114"/>
                </a:lnTo>
                <a:moveTo>
                  <a:pt x="764" y="426"/>
                </a:moveTo>
                <a:cubicBezTo>
                  <a:pt x="798" y="393"/>
                  <a:pt x="815" y="350"/>
                  <a:pt x="815" y="297"/>
                </a:cubicBezTo>
                <a:cubicBezTo>
                  <a:pt x="815" y="246"/>
                  <a:pt x="798" y="203"/>
                  <a:pt x="764" y="169"/>
                </a:cubicBezTo>
                <a:cubicBezTo>
                  <a:pt x="731" y="136"/>
                  <a:pt x="688" y="119"/>
                  <a:pt x="636" y="119"/>
                </a:cubicBezTo>
                <a:cubicBezTo>
                  <a:pt x="585" y="119"/>
                  <a:pt x="542" y="136"/>
                  <a:pt x="509" y="169"/>
                </a:cubicBezTo>
                <a:cubicBezTo>
                  <a:pt x="475" y="203"/>
                  <a:pt x="458" y="246"/>
                  <a:pt x="458" y="297"/>
                </a:cubicBezTo>
                <a:cubicBezTo>
                  <a:pt x="458" y="350"/>
                  <a:pt x="475" y="393"/>
                  <a:pt x="509" y="426"/>
                </a:cubicBezTo>
                <a:cubicBezTo>
                  <a:pt x="542" y="460"/>
                  <a:pt x="585" y="477"/>
                  <a:pt x="636" y="477"/>
                </a:cubicBezTo>
                <a:cubicBezTo>
                  <a:pt x="688" y="477"/>
                  <a:pt x="731" y="460"/>
                  <a:pt x="764" y="426"/>
                </a:cubicBezTo>
                <a:moveTo>
                  <a:pt x="636" y="297"/>
                </a:moveTo>
                <a:lnTo>
                  <a:pt x="636" y="297"/>
                </a:lnTo>
                <a:moveTo>
                  <a:pt x="636" y="1114"/>
                </a:moveTo>
                <a:lnTo>
                  <a:pt x="636" y="111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799920" y="1716120"/>
            <a:ext cx="3201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実行は一般ユーザーに限られる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916560" y="4221000"/>
            <a:ext cx="1372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一般ユーザー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2" name=""/>
          <p:cNvSpPr/>
          <p:nvPr/>
        </p:nvSpPr>
        <p:spPr>
          <a:xfrm>
            <a:off x="6248160" y="1599840"/>
            <a:ext cx="5334480" cy="4800960"/>
          </a:xfrm>
          <a:custGeom>
            <a:avLst/>
            <a:gdLst/>
            <a:ahLst/>
            <a:rect l="0" t="0" r="r" b="b"/>
            <a:pathLst>
              <a:path w="14818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2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5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5"/>
                </a:cubicBezTo>
                <a:cubicBezTo>
                  <a:pt x="184" y="2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4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6" y="72"/>
                  <a:pt x="14774" y="83"/>
                  <a:pt x="14782" y="95"/>
                </a:cubicBezTo>
                <a:cubicBezTo>
                  <a:pt x="14790" y="106"/>
                  <a:pt x="14796" y="118"/>
                  <a:pt x="14802" y="131"/>
                </a:cubicBezTo>
                <a:cubicBezTo>
                  <a:pt x="14807" y="144"/>
                  <a:pt x="14811" y="157"/>
                  <a:pt x="14814" y="171"/>
                </a:cubicBezTo>
                <a:cubicBezTo>
                  <a:pt x="14816" y="185"/>
                  <a:pt x="14818" y="198"/>
                  <a:pt x="14818" y="212"/>
                </a:cubicBezTo>
                <a:lnTo>
                  <a:pt x="14818" y="13125"/>
                </a:lnTo>
                <a:cubicBezTo>
                  <a:pt x="14818" y="13139"/>
                  <a:pt x="14816" y="13152"/>
                  <a:pt x="14814" y="13166"/>
                </a:cubicBezTo>
                <a:cubicBezTo>
                  <a:pt x="14811" y="13180"/>
                  <a:pt x="14807" y="13193"/>
                  <a:pt x="14802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6" y="13265"/>
                  <a:pt x="14756" y="13275"/>
                </a:cubicBezTo>
                <a:cubicBezTo>
                  <a:pt x="14746" y="13284"/>
                  <a:pt x="14735" y="13293"/>
                  <a:pt x="14724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4" y="13335"/>
                  <a:pt x="14620" y="13336"/>
                  <a:pt x="14606" y="13336"/>
                </a:cubicBezTo>
                <a:lnTo>
                  <a:pt x="212" y="13336"/>
                </a:lnTo>
                <a:cubicBezTo>
                  <a:pt x="198" y="13336"/>
                  <a:pt x="184" y="13335"/>
                  <a:pt x="171" y="13332"/>
                </a:cubicBezTo>
                <a:cubicBezTo>
                  <a:pt x="157" y="13330"/>
                  <a:pt x="144" y="13326"/>
                  <a:pt x="131" y="13320"/>
                </a:cubicBezTo>
                <a:cubicBezTo>
                  <a:pt x="118" y="13315"/>
                  <a:pt x="106" y="13309"/>
                  <a:pt x="94" y="13301"/>
                </a:cubicBezTo>
                <a:cubicBezTo>
                  <a:pt x="83" y="13293"/>
                  <a:pt x="72" y="13284"/>
                  <a:pt x="62" y="13275"/>
                </a:cubicBezTo>
                <a:cubicBezTo>
                  <a:pt x="52" y="13265"/>
                  <a:pt x="44" y="13254"/>
                  <a:pt x="36" y="13242"/>
                </a:cubicBezTo>
                <a:cubicBezTo>
                  <a:pt x="28" y="13231"/>
                  <a:pt x="22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2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1372320" y="4560480"/>
            <a:ext cx="455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node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4" name=""/>
          <p:cNvSpPr/>
          <p:nvPr/>
        </p:nvSpPr>
        <p:spPr>
          <a:xfrm>
            <a:off x="6467400" y="3257280"/>
            <a:ext cx="1543320" cy="1867320"/>
          </a:xfrm>
          <a:custGeom>
            <a:avLst/>
            <a:gdLst/>
            <a:ahLst/>
            <a:rect l="0" t="0" r="r" b="b"/>
            <a:pathLst>
              <a:path w="4287" h="5187">
                <a:moveTo>
                  <a:pt x="0" y="500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102" y="0"/>
                </a:lnTo>
                <a:cubicBezTo>
                  <a:pt x="4114" y="0"/>
                  <a:pt x="4126" y="1"/>
                  <a:pt x="4138" y="4"/>
                </a:cubicBezTo>
                <a:cubicBezTo>
                  <a:pt x="4150" y="6"/>
                  <a:pt x="4161" y="10"/>
                  <a:pt x="4173" y="14"/>
                </a:cubicBezTo>
                <a:cubicBezTo>
                  <a:pt x="4184" y="19"/>
                  <a:pt x="4195" y="25"/>
                  <a:pt x="4205" y="31"/>
                </a:cubicBezTo>
                <a:cubicBezTo>
                  <a:pt x="4215" y="38"/>
                  <a:pt x="4224" y="46"/>
                  <a:pt x="4233" y="54"/>
                </a:cubicBezTo>
                <a:cubicBezTo>
                  <a:pt x="4241" y="63"/>
                  <a:pt x="4249" y="72"/>
                  <a:pt x="4256" y="83"/>
                </a:cubicBezTo>
                <a:cubicBezTo>
                  <a:pt x="4262" y="93"/>
                  <a:pt x="4268" y="103"/>
                  <a:pt x="4273" y="115"/>
                </a:cubicBezTo>
                <a:cubicBezTo>
                  <a:pt x="4278" y="126"/>
                  <a:pt x="4281" y="137"/>
                  <a:pt x="4283" y="149"/>
                </a:cubicBezTo>
                <a:cubicBezTo>
                  <a:pt x="4286" y="161"/>
                  <a:pt x="4287" y="173"/>
                  <a:pt x="4287" y="185"/>
                </a:cubicBezTo>
                <a:lnTo>
                  <a:pt x="4287" y="5002"/>
                </a:lnTo>
                <a:cubicBezTo>
                  <a:pt x="4287" y="5014"/>
                  <a:pt x="4286" y="5026"/>
                  <a:pt x="4283" y="5038"/>
                </a:cubicBezTo>
                <a:cubicBezTo>
                  <a:pt x="4281" y="5050"/>
                  <a:pt x="4278" y="5062"/>
                  <a:pt x="4273" y="5073"/>
                </a:cubicBezTo>
                <a:cubicBezTo>
                  <a:pt x="4268" y="5084"/>
                  <a:pt x="4262" y="5095"/>
                  <a:pt x="4256" y="5105"/>
                </a:cubicBezTo>
                <a:cubicBezTo>
                  <a:pt x="4249" y="5115"/>
                  <a:pt x="4241" y="5124"/>
                  <a:pt x="4233" y="5133"/>
                </a:cubicBezTo>
                <a:cubicBezTo>
                  <a:pt x="4224" y="5141"/>
                  <a:pt x="4215" y="5149"/>
                  <a:pt x="4205" y="5156"/>
                </a:cubicBezTo>
                <a:cubicBezTo>
                  <a:pt x="4195" y="5163"/>
                  <a:pt x="4184" y="5168"/>
                  <a:pt x="4173" y="5173"/>
                </a:cubicBezTo>
                <a:cubicBezTo>
                  <a:pt x="4161" y="5178"/>
                  <a:pt x="4150" y="5181"/>
                  <a:pt x="4138" y="5184"/>
                </a:cubicBezTo>
                <a:cubicBezTo>
                  <a:pt x="4126" y="5186"/>
                  <a:pt x="4114" y="5187"/>
                  <a:pt x="4102" y="5187"/>
                </a:cubicBezTo>
                <a:lnTo>
                  <a:pt x="185" y="5187"/>
                </a:lnTo>
                <a:cubicBezTo>
                  <a:pt x="173" y="5187"/>
                  <a:pt x="161" y="5186"/>
                  <a:pt x="149" y="5184"/>
                </a:cubicBezTo>
                <a:cubicBezTo>
                  <a:pt x="137" y="5181"/>
                  <a:pt x="125" y="5178"/>
                  <a:pt x="114" y="5173"/>
                </a:cubicBezTo>
                <a:cubicBezTo>
                  <a:pt x="103" y="5168"/>
                  <a:pt x="92" y="5163"/>
                  <a:pt x="82" y="5156"/>
                </a:cubicBezTo>
                <a:cubicBezTo>
                  <a:pt x="72" y="5149"/>
                  <a:pt x="63" y="5141"/>
                  <a:pt x="54" y="5133"/>
                </a:cubicBezTo>
                <a:cubicBezTo>
                  <a:pt x="45" y="5124"/>
                  <a:pt x="38" y="5115"/>
                  <a:pt x="31" y="5105"/>
                </a:cubicBezTo>
                <a:cubicBezTo>
                  <a:pt x="24" y="5095"/>
                  <a:pt x="18" y="5084"/>
                  <a:pt x="14" y="5073"/>
                </a:cubicBezTo>
                <a:cubicBezTo>
                  <a:pt x="9" y="5062"/>
                  <a:pt x="6" y="5050"/>
                  <a:pt x="3" y="5038"/>
                </a:cubicBezTo>
                <a:cubicBezTo>
                  <a:pt x="1" y="5026"/>
                  <a:pt x="0" y="5014"/>
                  <a:pt x="0" y="50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5" name=""/>
          <p:cNvSpPr/>
          <p:nvPr/>
        </p:nvSpPr>
        <p:spPr>
          <a:xfrm>
            <a:off x="6467400" y="3257280"/>
            <a:ext cx="1543320" cy="1867320"/>
          </a:xfrm>
          <a:custGeom>
            <a:avLst/>
            <a:gdLst/>
            <a:ahLst/>
            <a:rect l="0" t="0" r="r" b="b"/>
            <a:pathLst>
              <a:path w="4287" h="5187">
                <a:moveTo>
                  <a:pt x="0" y="500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102" y="0"/>
                </a:lnTo>
                <a:cubicBezTo>
                  <a:pt x="4114" y="0"/>
                  <a:pt x="4126" y="1"/>
                  <a:pt x="4138" y="4"/>
                </a:cubicBezTo>
                <a:cubicBezTo>
                  <a:pt x="4150" y="6"/>
                  <a:pt x="4161" y="10"/>
                  <a:pt x="4173" y="14"/>
                </a:cubicBezTo>
                <a:cubicBezTo>
                  <a:pt x="4184" y="19"/>
                  <a:pt x="4195" y="25"/>
                  <a:pt x="4205" y="31"/>
                </a:cubicBezTo>
                <a:cubicBezTo>
                  <a:pt x="4215" y="38"/>
                  <a:pt x="4224" y="46"/>
                  <a:pt x="4233" y="54"/>
                </a:cubicBezTo>
                <a:cubicBezTo>
                  <a:pt x="4241" y="63"/>
                  <a:pt x="4249" y="72"/>
                  <a:pt x="4256" y="83"/>
                </a:cubicBezTo>
                <a:cubicBezTo>
                  <a:pt x="4262" y="93"/>
                  <a:pt x="4268" y="103"/>
                  <a:pt x="4273" y="115"/>
                </a:cubicBezTo>
                <a:cubicBezTo>
                  <a:pt x="4278" y="126"/>
                  <a:pt x="4281" y="137"/>
                  <a:pt x="4283" y="149"/>
                </a:cubicBezTo>
                <a:cubicBezTo>
                  <a:pt x="4286" y="161"/>
                  <a:pt x="4287" y="173"/>
                  <a:pt x="4287" y="185"/>
                </a:cubicBezTo>
                <a:lnTo>
                  <a:pt x="4287" y="5002"/>
                </a:lnTo>
                <a:cubicBezTo>
                  <a:pt x="4287" y="5014"/>
                  <a:pt x="4286" y="5026"/>
                  <a:pt x="4283" y="5038"/>
                </a:cubicBezTo>
                <a:cubicBezTo>
                  <a:pt x="4281" y="5050"/>
                  <a:pt x="4278" y="5062"/>
                  <a:pt x="4273" y="5073"/>
                </a:cubicBezTo>
                <a:cubicBezTo>
                  <a:pt x="4268" y="5084"/>
                  <a:pt x="4262" y="5095"/>
                  <a:pt x="4256" y="5105"/>
                </a:cubicBezTo>
                <a:cubicBezTo>
                  <a:pt x="4249" y="5115"/>
                  <a:pt x="4241" y="5124"/>
                  <a:pt x="4233" y="5133"/>
                </a:cubicBezTo>
                <a:cubicBezTo>
                  <a:pt x="4224" y="5141"/>
                  <a:pt x="4215" y="5149"/>
                  <a:pt x="4205" y="5156"/>
                </a:cubicBezTo>
                <a:cubicBezTo>
                  <a:pt x="4195" y="5163"/>
                  <a:pt x="4184" y="5168"/>
                  <a:pt x="4173" y="5173"/>
                </a:cubicBezTo>
                <a:cubicBezTo>
                  <a:pt x="4161" y="5178"/>
                  <a:pt x="4150" y="5181"/>
                  <a:pt x="4138" y="5184"/>
                </a:cubicBezTo>
                <a:cubicBezTo>
                  <a:pt x="4126" y="5186"/>
                  <a:pt x="4114" y="5187"/>
                  <a:pt x="4102" y="5187"/>
                </a:cubicBezTo>
                <a:lnTo>
                  <a:pt x="185" y="5187"/>
                </a:lnTo>
                <a:cubicBezTo>
                  <a:pt x="173" y="5187"/>
                  <a:pt x="161" y="5186"/>
                  <a:pt x="149" y="5184"/>
                </a:cubicBezTo>
                <a:cubicBezTo>
                  <a:pt x="137" y="5181"/>
                  <a:pt x="125" y="5178"/>
                  <a:pt x="114" y="5173"/>
                </a:cubicBezTo>
                <a:cubicBezTo>
                  <a:pt x="103" y="5168"/>
                  <a:pt x="92" y="5163"/>
                  <a:pt x="82" y="5156"/>
                </a:cubicBezTo>
                <a:cubicBezTo>
                  <a:pt x="72" y="5149"/>
                  <a:pt x="63" y="5141"/>
                  <a:pt x="54" y="5133"/>
                </a:cubicBezTo>
                <a:cubicBezTo>
                  <a:pt x="45" y="5124"/>
                  <a:pt x="38" y="5115"/>
                  <a:pt x="31" y="5105"/>
                </a:cubicBezTo>
                <a:cubicBezTo>
                  <a:pt x="24" y="5095"/>
                  <a:pt x="18" y="5084"/>
                  <a:pt x="14" y="5073"/>
                </a:cubicBezTo>
                <a:cubicBezTo>
                  <a:pt x="9" y="5062"/>
                  <a:pt x="6" y="5050"/>
                  <a:pt x="3" y="5038"/>
                </a:cubicBezTo>
                <a:cubicBezTo>
                  <a:pt x="1" y="5026"/>
                  <a:pt x="0" y="5014"/>
                  <a:pt x="0" y="5002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6" name=""/>
          <p:cNvSpPr/>
          <p:nvPr/>
        </p:nvSpPr>
        <p:spPr>
          <a:xfrm>
            <a:off x="7010280" y="3589920"/>
            <a:ext cx="515520" cy="572760"/>
          </a:xfrm>
          <a:custGeom>
            <a:avLst/>
            <a:gdLst/>
            <a:ahLst/>
            <a:rect l="0" t="0" r="r" b="b"/>
            <a:pathLst>
              <a:path w="1432" h="1591">
                <a:moveTo>
                  <a:pt x="1141" y="1176"/>
                </a:moveTo>
                <a:cubicBezTo>
                  <a:pt x="1165" y="1151"/>
                  <a:pt x="1177" y="1121"/>
                  <a:pt x="1177" y="1087"/>
                </a:cubicBezTo>
                <a:cubicBezTo>
                  <a:pt x="1177" y="1053"/>
                  <a:pt x="1165" y="1024"/>
                  <a:pt x="1141" y="1000"/>
                </a:cubicBezTo>
                <a:cubicBezTo>
                  <a:pt x="1117" y="976"/>
                  <a:pt x="1088" y="964"/>
                  <a:pt x="1053" y="964"/>
                </a:cubicBezTo>
                <a:cubicBezTo>
                  <a:pt x="1019" y="964"/>
                  <a:pt x="989" y="976"/>
                  <a:pt x="964" y="1000"/>
                </a:cubicBezTo>
                <a:cubicBezTo>
                  <a:pt x="939" y="1024"/>
                  <a:pt x="927" y="1053"/>
                  <a:pt x="927" y="1087"/>
                </a:cubicBezTo>
                <a:cubicBezTo>
                  <a:pt x="927" y="1121"/>
                  <a:pt x="939" y="1151"/>
                  <a:pt x="964" y="1176"/>
                </a:cubicBezTo>
                <a:cubicBezTo>
                  <a:pt x="989" y="1201"/>
                  <a:pt x="1019" y="1214"/>
                  <a:pt x="1053" y="1214"/>
                </a:cubicBezTo>
                <a:cubicBezTo>
                  <a:pt x="1088" y="1214"/>
                  <a:pt x="1117" y="1201"/>
                  <a:pt x="1141" y="1176"/>
                </a:cubicBezTo>
                <a:moveTo>
                  <a:pt x="1051" y="1462"/>
                </a:moveTo>
                <a:cubicBezTo>
                  <a:pt x="1095" y="1462"/>
                  <a:pt x="1135" y="1453"/>
                  <a:pt x="1171" y="1434"/>
                </a:cubicBezTo>
                <a:cubicBezTo>
                  <a:pt x="1206" y="1416"/>
                  <a:pt x="1237" y="1389"/>
                  <a:pt x="1263" y="1355"/>
                </a:cubicBezTo>
                <a:cubicBezTo>
                  <a:pt x="1227" y="1336"/>
                  <a:pt x="1193" y="1322"/>
                  <a:pt x="1159" y="1313"/>
                </a:cubicBezTo>
                <a:cubicBezTo>
                  <a:pt x="1124" y="1304"/>
                  <a:pt x="1089" y="1299"/>
                  <a:pt x="1052" y="1299"/>
                </a:cubicBezTo>
                <a:cubicBezTo>
                  <a:pt x="1015" y="1299"/>
                  <a:pt x="978" y="1304"/>
                  <a:pt x="943" y="1313"/>
                </a:cubicBezTo>
                <a:cubicBezTo>
                  <a:pt x="908" y="1322"/>
                  <a:pt x="874" y="1336"/>
                  <a:pt x="841" y="1355"/>
                </a:cubicBezTo>
                <a:cubicBezTo>
                  <a:pt x="866" y="1389"/>
                  <a:pt x="896" y="1416"/>
                  <a:pt x="931" y="1434"/>
                </a:cubicBezTo>
                <a:cubicBezTo>
                  <a:pt x="967" y="1453"/>
                  <a:pt x="1006" y="1462"/>
                  <a:pt x="1051" y="1462"/>
                </a:cubicBezTo>
                <a:moveTo>
                  <a:pt x="635" y="1591"/>
                </a:moveTo>
                <a:cubicBezTo>
                  <a:pt x="452" y="1548"/>
                  <a:pt x="301" y="1445"/>
                  <a:pt x="180" y="1280"/>
                </a:cubicBezTo>
                <a:cubicBezTo>
                  <a:pt x="60" y="1116"/>
                  <a:pt x="0" y="927"/>
                  <a:pt x="0" y="714"/>
                </a:cubicBezTo>
                <a:lnTo>
                  <a:pt x="0" y="238"/>
                </a:lnTo>
                <a:lnTo>
                  <a:pt x="635" y="0"/>
                </a:lnTo>
                <a:lnTo>
                  <a:pt x="1271" y="238"/>
                </a:lnTo>
                <a:lnTo>
                  <a:pt x="1271" y="775"/>
                </a:lnTo>
                <a:cubicBezTo>
                  <a:pt x="1251" y="766"/>
                  <a:pt x="1231" y="758"/>
                  <a:pt x="1210" y="750"/>
                </a:cubicBezTo>
                <a:cubicBezTo>
                  <a:pt x="1189" y="743"/>
                  <a:pt x="1169" y="738"/>
                  <a:pt x="1151" y="736"/>
                </a:cubicBezTo>
                <a:lnTo>
                  <a:pt x="1151" y="322"/>
                </a:lnTo>
                <a:lnTo>
                  <a:pt x="635" y="131"/>
                </a:lnTo>
                <a:lnTo>
                  <a:pt x="119" y="322"/>
                </a:lnTo>
                <a:lnTo>
                  <a:pt x="119" y="714"/>
                </a:lnTo>
                <a:cubicBezTo>
                  <a:pt x="119" y="814"/>
                  <a:pt x="135" y="907"/>
                  <a:pt x="168" y="992"/>
                </a:cubicBezTo>
                <a:cubicBezTo>
                  <a:pt x="200" y="1076"/>
                  <a:pt x="241" y="1151"/>
                  <a:pt x="292" y="1215"/>
                </a:cubicBezTo>
                <a:cubicBezTo>
                  <a:pt x="342" y="1279"/>
                  <a:pt x="397" y="1332"/>
                  <a:pt x="458" y="1374"/>
                </a:cubicBezTo>
                <a:cubicBezTo>
                  <a:pt x="519" y="1417"/>
                  <a:pt x="578" y="1447"/>
                  <a:pt x="635" y="1466"/>
                </a:cubicBezTo>
                <a:cubicBezTo>
                  <a:pt x="643" y="1482"/>
                  <a:pt x="655" y="1500"/>
                  <a:pt x="671" y="1519"/>
                </a:cubicBezTo>
                <a:cubicBezTo>
                  <a:pt x="686" y="1539"/>
                  <a:pt x="700" y="1554"/>
                  <a:pt x="710" y="1565"/>
                </a:cubicBezTo>
                <a:cubicBezTo>
                  <a:pt x="698" y="1572"/>
                  <a:pt x="686" y="1577"/>
                  <a:pt x="673" y="1580"/>
                </a:cubicBezTo>
                <a:cubicBezTo>
                  <a:pt x="659" y="1583"/>
                  <a:pt x="647" y="1587"/>
                  <a:pt x="635" y="1591"/>
                </a:cubicBezTo>
                <a:moveTo>
                  <a:pt x="1057" y="1591"/>
                </a:moveTo>
                <a:cubicBezTo>
                  <a:pt x="954" y="1591"/>
                  <a:pt x="866" y="1554"/>
                  <a:pt x="794" y="1481"/>
                </a:cubicBezTo>
                <a:cubicBezTo>
                  <a:pt x="721" y="1407"/>
                  <a:pt x="684" y="1320"/>
                  <a:pt x="684" y="1220"/>
                </a:cubicBezTo>
                <a:cubicBezTo>
                  <a:pt x="684" y="1116"/>
                  <a:pt x="721" y="1028"/>
                  <a:pt x="794" y="954"/>
                </a:cubicBezTo>
                <a:cubicBezTo>
                  <a:pt x="866" y="881"/>
                  <a:pt x="954" y="845"/>
                  <a:pt x="1058" y="845"/>
                </a:cubicBezTo>
                <a:cubicBezTo>
                  <a:pt x="1159" y="845"/>
                  <a:pt x="1247" y="881"/>
                  <a:pt x="1321" y="954"/>
                </a:cubicBezTo>
                <a:cubicBezTo>
                  <a:pt x="1395" y="1028"/>
                  <a:pt x="1432" y="1116"/>
                  <a:pt x="1432" y="1220"/>
                </a:cubicBezTo>
                <a:cubicBezTo>
                  <a:pt x="1432" y="1320"/>
                  <a:pt x="1395" y="1407"/>
                  <a:pt x="1321" y="1481"/>
                </a:cubicBezTo>
                <a:cubicBezTo>
                  <a:pt x="1247" y="1554"/>
                  <a:pt x="1159" y="1591"/>
                  <a:pt x="1057" y="1591"/>
                </a:cubicBezTo>
                <a:moveTo>
                  <a:pt x="635" y="799"/>
                </a:moveTo>
                <a:lnTo>
                  <a:pt x="635" y="79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6438960" y="1716120"/>
            <a:ext cx="3658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管理者権限は初期化にしか使えない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6667560" y="4221000"/>
            <a:ext cx="1143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管理者権限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7019640" y="4560480"/>
            <a:ext cx="438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sudo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0" name=""/>
          <p:cNvSpPr/>
          <p:nvPr/>
        </p:nvSpPr>
        <p:spPr>
          <a:xfrm>
            <a:off x="2495520" y="4181400"/>
            <a:ext cx="152640" cy="19440"/>
          </a:xfrm>
          <a:custGeom>
            <a:avLst/>
            <a:gdLst/>
            <a:ahLst/>
            <a:rect l="0" t="0" r="r" b="b"/>
            <a:pathLst>
              <a:path w="424" h="54">
                <a:moveTo>
                  <a:pt x="0" y="0"/>
                </a:moveTo>
                <a:lnTo>
                  <a:pt x="424" y="0"/>
                </a:lnTo>
                <a:lnTo>
                  <a:pt x="42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11" name=""/>
          <p:cNvSpPr/>
          <p:nvPr/>
        </p:nvSpPr>
        <p:spPr>
          <a:xfrm>
            <a:off x="3342960" y="25239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2" name=""/>
          <p:cNvSpPr/>
          <p:nvPr/>
        </p:nvSpPr>
        <p:spPr>
          <a:xfrm>
            <a:off x="3342960" y="25239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197a4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3" name=""/>
          <p:cNvSpPr/>
          <p:nvPr/>
        </p:nvSpPr>
        <p:spPr>
          <a:xfrm>
            <a:off x="3530520" y="2717640"/>
            <a:ext cx="254160" cy="203400"/>
          </a:xfrm>
          <a:custGeom>
            <a:avLst/>
            <a:gdLst/>
            <a:ahLst/>
            <a:rect l="0" t="0" r="r" b="b"/>
            <a:pathLst>
              <a:path w="706" h="565">
                <a:moveTo>
                  <a:pt x="53" y="565"/>
                </a:moveTo>
                <a:cubicBezTo>
                  <a:pt x="39" y="565"/>
                  <a:pt x="26" y="560"/>
                  <a:pt x="16" y="550"/>
                </a:cubicBezTo>
                <a:cubicBezTo>
                  <a:pt x="5" y="539"/>
                  <a:pt x="0" y="527"/>
                  <a:pt x="0" y="512"/>
                </a:cubicBezTo>
                <a:lnTo>
                  <a:pt x="0" y="53"/>
                </a:lnTo>
                <a:cubicBezTo>
                  <a:pt x="0" y="39"/>
                  <a:pt x="5" y="26"/>
                  <a:pt x="16" y="16"/>
                </a:cubicBezTo>
                <a:cubicBezTo>
                  <a:pt x="26" y="5"/>
                  <a:pt x="39" y="0"/>
                  <a:pt x="53" y="0"/>
                </a:cubicBezTo>
                <a:lnTo>
                  <a:pt x="653" y="0"/>
                </a:lnTo>
                <a:cubicBezTo>
                  <a:pt x="667" y="0"/>
                  <a:pt x="680" y="5"/>
                  <a:pt x="690" y="16"/>
                </a:cubicBezTo>
                <a:cubicBezTo>
                  <a:pt x="701" y="26"/>
                  <a:pt x="706" y="39"/>
                  <a:pt x="706" y="53"/>
                </a:cubicBezTo>
                <a:lnTo>
                  <a:pt x="706" y="512"/>
                </a:lnTo>
                <a:cubicBezTo>
                  <a:pt x="706" y="527"/>
                  <a:pt x="701" y="539"/>
                  <a:pt x="690" y="550"/>
                </a:cubicBezTo>
                <a:cubicBezTo>
                  <a:pt x="680" y="560"/>
                  <a:pt x="667" y="565"/>
                  <a:pt x="653" y="565"/>
                </a:cubicBezTo>
                <a:lnTo>
                  <a:pt x="53" y="565"/>
                </a:lnTo>
                <a:moveTo>
                  <a:pt x="53" y="512"/>
                </a:moveTo>
                <a:lnTo>
                  <a:pt x="653" y="512"/>
                </a:lnTo>
                <a:lnTo>
                  <a:pt x="653" y="128"/>
                </a:lnTo>
                <a:lnTo>
                  <a:pt x="53" y="128"/>
                </a:lnTo>
                <a:lnTo>
                  <a:pt x="53" y="512"/>
                </a:lnTo>
                <a:moveTo>
                  <a:pt x="194" y="449"/>
                </a:moveTo>
                <a:lnTo>
                  <a:pt x="157" y="412"/>
                </a:lnTo>
                <a:lnTo>
                  <a:pt x="248" y="320"/>
                </a:lnTo>
                <a:lnTo>
                  <a:pt x="156" y="228"/>
                </a:lnTo>
                <a:lnTo>
                  <a:pt x="194" y="191"/>
                </a:lnTo>
                <a:lnTo>
                  <a:pt x="323" y="320"/>
                </a:lnTo>
                <a:lnTo>
                  <a:pt x="194" y="449"/>
                </a:lnTo>
                <a:moveTo>
                  <a:pt x="361" y="452"/>
                </a:moveTo>
                <a:lnTo>
                  <a:pt x="361" y="400"/>
                </a:lnTo>
                <a:lnTo>
                  <a:pt x="556" y="400"/>
                </a:lnTo>
                <a:lnTo>
                  <a:pt x="556" y="452"/>
                </a:lnTo>
                <a:lnTo>
                  <a:pt x="361" y="452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7956360" y="556560"/>
            <a:ext cx="3472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管理策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有効性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5" name=""/>
          <p:cNvSpPr/>
          <p:nvPr/>
        </p:nvSpPr>
        <p:spPr>
          <a:xfrm>
            <a:off x="2647800" y="2819160"/>
            <a:ext cx="19440" cy="457560"/>
          </a:xfrm>
          <a:custGeom>
            <a:avLst/>
            <a:gdLst/>
            <a:ah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16" name=""/>
          <p:cNvSpPr/>
          <p:nvPr/>
        </p:nvSpPr>
        <p:spPr>
          <a:xfrm>
            <a:off x="2647800" y="28098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906" y="0"/>
                </a:lnTo>
                <a:lnTo>
                  <a:pt x="190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17" name=""/>
          <p:cNvSpPr/>
          <p:nvPr/>
        </p:nvSpPr>
        <p:spPr>
          <a:xfrm>
            <a:off x="3238200" y="27619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18" name=""/>
          <p:cNvSpPr/>
          <p:nvPr/>
        </p:nvSpPr>
        <p:spPr>
          <a:xfrm>
            <a:off x="3342960" y="34383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9" name=""/>
          <p:cNvSpPr/>
          <p:nvPr/>
        </p:nvSpPr>
        <p:spPr>
          <a:xfrm>
            <a:off x="3342960" y="34383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197a4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0" name=""/>
          <p:cNvSpPr/>
          <p:nvPr/>
        </p:nvSpPr>
        <p:spPr>
          <a:xfrm>
            <a:off x="3543120" y="3605760"/>
            <a:ext cx="229320" cy="256320"/>
          </a:xfrm>
          <a:custGeom>
            <a:avLst/>
            <a:gdLst/>
            <a:ahLst/>
            <a:rect l="0" t="0" r="r" b="b"/>
            <a:pathLst>
              <a:path w="637" h="712">
                <a:moveTo>
                  <a:pt x="292" y="644"/>
                </a:moveTo>
                <a:lnTo>
                  <a:pt x="292" y="371"/>
                </a:lnTo>
                <a:lnTo>
                  <a:pt x="53" y="233"/>
                </a:lnTo>
                <a:lnTo>
                  <a:pt x="53" y="506"/>
                </a:lnTo>
                <a:lnTo>
                  <a:pt x="292" y="644"/>
                </a:lnTo>
                <a:moveTo>
                  <a:pt x="345" y="644"/>
                </a:moveTo>
                <a:lnTo>
                  <a:pt x="584" y="506"/>
                </a:lnTo>
                <a:lnTo>
                  <a:pt x="584" y="232"/>
                </a:lnTo>
                <a:lnTo>
                  <a:pt x="345" y="371"/>
                </a:lnTo>
                <a:lnTo>
                  <a:pt x="345" y="644"/>
                </a:lnTo>
                <a:moveTo>
                  <a:pt x="318" y="326"/>
                </a:moveTo>
                <a:lnTo>
                  <a:pt x="554" y="188"/>
                </a:lnTo>
                <a:lnTo>
                  <a:pt x="318" y="53"/>
                </a:lnTo>
                <a:lnTo>
                  <a:pt x="82" y="188"/>
                </a:lnTo>
                <a:lnTo>
                  <a:pt x="318" y="326"/>
                </a:lnTo>
                <a:moveTo>
                  <a:pt x="26" y="552"/>
                </a:moveTo>
                <a:cubicBezTo>
                  <a:pt x="18" y="547"/>
                  <a:pt x="12" y="540"/>
                  <a:pt x="7" y="532"/>
                </a:cubicBezTo>
                <a:cubicBezTo>
                  <a:pt x="2" y="524"/>
                  <a:pt x="0" y="516"/>
                  <a:pt x="0" y="506"/>
                </a:cubicBezTo>
                <a:lnTo>
                  <a:pt x="0" y="205"/>
                </a:lnTo>
                <a:cubicBezTo>
                  <a:pt x="0" y="196"/>
                  <a:pt x="2" y="187"/>
                  <a:pt x="7" y="179"/>
                </a:cubicBezTo>
                <a:cubicBezTo>
                  <a:pt x="12" y="171"/>
                  <a:pt x="18" y="164"/>
                  <a:pt x="26" y="159"/>
                </a:cubicBezTo>
                <a:lnTo>
                  <a:pt x="292" y="7"/>
                </a:lnTo>
                <a:cubicBezTo>
                  <a:pt x="300" y="2"/>
                  <a:pt x="309" y="0"/>
                  <a:pt x="319" y="0"/>
                </a:cubicBezTo>
                <a:cubicBezTo>
                  <a:pt x="328" y="0"/>
                  <a:pt x="337" y="2"/>
                  <a:pt x="345" y="7"/>
                </a:cubicBezTo>
                <a:lnTo>
                  <a:pt x="611" y="159"/>
                </a:lnTo>
                <a:cubicBezTo>
                  <a:pt x="619" y="164"/>
                  <a:pt x="625" y="171"/>
                  <a:pt x="630" y="179"/>
                </a:cubicBezTo>
                <a:cubicBezTo>
                  <a:pt x="635" y="187"/>
                  <a:pt x="637" y="196"/>
                  <a:pt x="637" y="205"/>
                </a:cubicBezTo>
                <a:lnTo>
                  <a:pt x="637" y="506"/>
                </a:lnTo>
                <a:cubicBezTo>
                  <a:pt x="637" y="516"/>
                  <a:pt x="635" y="524"/>
                  <a:pt x="630" y="532"/>
                </a:cubicBezTo>
                <a:cubicBezTo>
                  <a:pt x="625" y="540"/>
                  <a:pt x="619" y="547"/>
                  <a:pt x="611" y="552"/>
                </a:cubicBezTo>
                <a:lnTo>
                  <a:pt x="345" y="705"/>
                </a:lnTo>
                <a:cubicBezTo>
                  <a:pt x="337" y="709"/>
                  <a:pt x="328" y="712"/>
                  <a:pt x="318" y="712"/>
                </a:cubicBezTo>
                <a:cubicBezTo>
                  <a:pt x="309" y="712"/>
                  <a:pt x="300" y="709"/>
                  <a:pt x="292" y="705"/>
                </a:cubicBezTo>
                <a:lnTo>
                  <a:pt x="26" y="552"/>
                </a:lnTo>
                <a:moveTo>
                  <a:pt x="318" y="356"/>
                </a:moveTo>
                <a:lnTo>
                  <a:pt x="318" y="35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3884040" y="2674440"/>
            <a:ext cx="1143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コマンド実行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2" name=""/>
          <p:cNvSpPr/>
          <p:nvPr/>
        </p:nvSpPr>
        <p:spPr>
          <a:xfrm>
            <a:off x="2647800" y="327636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23" name=""/>
          <p:cNvSpPr/>
          <p:nvPr/>
        </p:nvSpPr>
        <p:spPr>
          <a:xfrm>
            <a:off x="2647800" y="37242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906" y="0"/>
                </a:lnTo>
                <a:lnTo>
                  <a:pt x="190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24" name=""/>
          <p:cNvSpPr/>
          <p:nvPr/>
        </p:nvSpPr>
        <p:spPr>
          <a:xfrm>
            <a:off x="3238200" y="36763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25" name=""/>
          <p:cNvSpPr/>
          <p:nvPr/>
        </p:nvSpPr>
        <p:spPr>
          <a:xfrm>
            <a:off x="3342960" y="43527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6" name=""/>
          <p:cNvSpPr/>
          <p:nvPr/>
        </p:nvSpPr>
        <p:spPr>
          <a:xfrm>
            <a:off x="3342960" y="43527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7" name=""/>
          <p:cNvSpPr/>
          <p:nvPr/>
        </p:nvSpPr>
        <p:spPr>
          <a:xfrm>
            <a:off x="3555720" y="4520880"/>
            <a:ext cx="203760" cy="254160"/>
          </a:xfrm>
          <a:custGeom>
            <a:avLst/>
            <a:gdLst/>
            <a:ahLst/>
            <a:rect l="0" t="0" r="r" b="b"/>
            <a:pathLst>
              <a:path w="566" h="706">
                <a:moveTo>
                  <a:pt x="282" y="706"/>
                </a:moveTo>
                <a:cubicBezTo>
                  <a:pt x="200" y="685"/>
                  <a:pt x="133" y="638"/>
                  <a:pt x="80" y="563"/>
                </a:cubicBezTo>
                <a:cubicBezTo>
                  <a:pt x="27" y="488"/>
                  <a:pt x="0" y="405"/>
                  <a:pt x="0" y="315"/>
                </a:cubicBezTo>
                <a:lnTo>
                  <a:pt x="0" y="105"/>
                </a:lnTo>
                <a:lnTo>
                  <a:pt x="282" y="0"/>
                </a:lnTo>
                <a:lnTo>
                  <a:pt x="566" y="105"/>
                </a:lnTo>
                <a:lnTo>
                  <a:pt x="566" y="315"/>
                </a:lnTo>
                <a:cubicBezTo>
                  <a:pt x="566" y="405"/>
                  <a:pt x="538" y="488"/>
                  <a:pt x="485" y="563"/>
                </a:cubicBezTo>
                <a:cubicBezTo>
                  <a:pt x="432" y="638"/>
                  <a:pt x="365" y="685"/>
                  <a:pt x="282" y="706"/>
                </a:cubicBezTo>
                <a:moveTo>
                  <a:pt x="282" y="651"/>
                </a:moveTo>
                <a:cubicBezTo>
                  <a:pt x="350" y="629"/>
                  <a:pt x="405" y="587"/>
                  <a:pt x="448" y="525"/>
                </a:cubicBezTo>
                <a:cubicBezTo>
                  <a:pt x="490" y="462"/>
                  <a:pt x="512" y="392"/>
                  <a:pt x="512" y="315"/>
                </a:cubicBezTo>
                <a:lnTo>
                  <a:pt x="512" y="142"/>
                </a:lnTo>
                <a:lnTo>
                  <a:pt x="282" y="56"/>
                </a:lnTo>
                <a:lnTo>
                  <a:pt x="53" y="142"/>
                </a:lnTo>
                <a:lnTo>
                  <a:pt x="53" y="315"/>
                </a:lnTo>
                <a:cubicBezTo>
                  <a:pt x="53" y="392"/>
                  <a:pt x="75" y="462"/>
                  <a:pt x="117" y="525"/>
                </a:cubicBezTo>
                <a:cubicBezTo>
                  <a:pt x="160" y="587"/>
                  <a:pt x="215" y="629"/>
                  <a:pt x="282" y="651"/>
                </a:cubicBezTo>
                <a:moveTo>
                  <a:pt x="282" y="353"/>
                </a:moveTo>
                <a:lnTo>
                  <a:pt x="282" y="35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3884040" y="3588840"/>
            <a:ext cx="171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作業フォルダの編集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9" name=""/>
          <p:cNvSpPr/>
          <p:nvPr/>
        </p:nvSpPr>
        <p:spPr>
          <a:xfrm>
            <a:off x="2647800" y="419076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30" name=""/>
          <p:cNvSpPr/>
          <p:nvPr/>
        </p:nvSpPr>
        <p:spPr>
          <a:xfrm>
            <a:off x="2647800" y="46386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59" y="0"/>
                </a:lnTo>
                <a:lnTo>
                  <a:pt x="159" y="54"/>
                </a:lnTo>
                <a:lnTo>
                  <a:pt x="0" y="54"/>
                </a:lnTo>
                <a:lnTo>
                  <a:pt x="0" y="0"/>
                </a:lnTo>
                <a:moveTo>
                  <a:pt x="249" y="0"/>
                </a:moveTo>
                <a:lnTo>
                  <a:pt x="408" y="0"/>
                </a:lnTo>
                <a:lnTo>
                  <a:pt x="408" y="54"/>
                </a:lnTo>
                <a:lnTo>
                  <a:pt x="249" y="54"/>
                </a:lnTo>
                <a:lnTo>
                  <a:pt x="249" y="0"/>
                </a:lnTo>
                <a:moveTo>
                  <a:pt x="499" y="0"/>
                </a:moveTo>
                <a:lnTo>
                  <a:pt x="658" y="0"/>
                </a:lnTo>
                <a:lnTo>
                  <a:pt x="658" y="54"/>
                </a:lnTo>
                <a:lnTo>
                  <a:pt x="499" y="54"/>
                </a:lnTo>
                <a:lnTo>
                  <a:pt x="499" y="0"/>
                </a:lnTo>
                <a:moveTo>
                  <a:pt x="748" y="0"/>
                </a:moveTo>
                <a:lnTo>
                  <a:pt x="907" y="0"/>
                </a:lnTo>
                <a:lnTo>
                  <a:pt x="907" y="54"/>
                </a:lnTo>
                <a:lnTo>
                  <a:pt x="748" y="54"/>
                </a:lnTo>
                <a:lnTo>
                  <a:pt x="748" y="0"/>
                </a:lnTo>
                <a:moveTo>
                  <a:pt x="998" y="0"/>
                </a:moveTo>
                <a:lnTo>
                  <a:pt x="1157" y="0"/>
                </a:lnTo>
                <a:lnTo>
                  <a:pt x="1157" y="54"/>
                </a:lnTo>
                <a:lnTo>
                  <a:pt x="998" y="54"/>
                </a:lnTo>
                <a:lnTo>
                  <a:pt x="998" y="0"/>
                </a:lnTo>
                <a:moveTo>
                  <a:pt x="1248" y="0"/>
                </a:moveTo>
                <a:lnTo>
                  <a:pt x="1407" y="0"/>
                </a:lnTo>
                <a:lnTo>
                  <a:pt x="1407" y="54"/>
                </a:lnTo>
                <a:lnTo>
                  <a:pt x="1248" y="54"/>
                </a:lnTo>
                <a:lnTo>
                  <a:pt x="1248" y="0"/>
                </a:lnTo>
                <a:moveTo>
                  <a:pt x="1498" y="0"/>
                </a:moveTo>
                <a:lnTo>
                  <a:pt x="1656" y="0"/>
                </a:lnTo>
                <a:lnTo>
                  <a:pt x="1656" y="54"/>
                </a:lnTo>
                <a:lnTo>
                  <a:pt x="1498" y="54"/>
                </a:lnTo>
                <a:lnTo>
                  <a:pt x="1498" y="0"/>
                </a:lnTo>
                <a:moveTo>
                  <a:pt x="1747" y="0"/>
                </a:moveTo>
                <a:lnTo>
                  <a:pt x="1906" y="0"/>
                </a:lnTo>
                <a:lnTo>
                  <a:pt x="1906" y="54"/>
                </a:lnTo>
                <a:lnTo>
                  <a:pt x="1747" y="54"/>
                </a:lnTo>
                <a:lnTo>
                  <a:pt x="1747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31" name=""/>
          <p:cNvSpPr/>
          <p:nvPr/>
        </p:nvSpPr>
        <p:spPr>
          <a:xfrm>
            <a:off x="2838240" y="449568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0" y="0"/>
                </a:moveTo>
                <a:lnTo>
                  <a:pt x="848" y="0"/>
                </a:lnTo>
                <a:lnTo>
                  <a:pt x="84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2" name=""/>
          <p:cNvSpPr/>
          <p:nvPr/>
        </p:nvSpPr>
        <p:spPr>
          <a:xfrm>
            <a:off x="2863800" y="4520880"/>
            <a:ext cx="254160" cy="254520"/>
          </a:xfrm>
          <a:custGeom>
            <a:avLst/>
            <a:gdLst/>
            <a:ahLst/>
            <a:rect l="0" t="0" r="r" b="b"/>
            <a:pathLst>
              <a:path w="706" h="707">
                <a:moveTo>
                  <a:pt x="216" y="679"/>
                </a:moveTo>
                <a:cubicBezTo>
                  <a:pt x="173" y="661"/>
                  <a:pt x="135" y="636"/>
                  <a:pt x="103" y="604"/>
                </a:cubicBezTo>
                <a:cubicBezTo>
                  <a:pt x="71" y="572"/>
                  <a:pt x="46" y="535"/>
                  <a:pt x="27" y="492"/>
                </a:cubicBezTo>
                <a:cubicBezTo>
                  <a:pt x="9" y="448"/>
                  <a:pt x="0" y="402"/>
                  <a:pt x="0" y="353"/>
                </a:cubicBezTo>
                <a:cubicBezTo>
                  <a:pt x="0" y="304"/>
                  <a:pt x="9" y="259"/>
                  <a:pt x="27" y="216"/>
                </a:cubicBezTo>
                <a:cubicBezTo>
                  <a:pt x="46" y="173"/>
                  <a:pt x="71" y="135"/>
                  <a:pt x="103" y="104"/>
                </a:cubicBezTo>
                <a:cubicBezTo>
                  <a:pt x="135" y="72"/>
                  <a:pt x="173" y="47"/>
                  <a:pt x="216" y="28"/>
                </a:cubicBezTo>
                <a:cubicBezTo>
                  <a:pt x="259" y="10"/>
                  <a:pt x="305" y="0"/>
                  <a:pt x="353" y="0"/>
                </a:cubicBezTo>
                <a:cubicBezTo>
                  <a:pt x="402" y="0"/>
                  <a:pt x="448" y="10"/>
                  <a:pt x="491" y="28"/>
                </a:cubicBezTo>
                <a:cubicBezTo>
                  <a:pt x="534" y="47"/>
                  <a:pt x="571" y="72"/>
                  <a:pt x="603" y="104"/>
                </a:cubicBezTo>
                <a:cubicBezTo>
                  <a:pt x="635" y="135"/>
                  <a:pt x="660" y="173"/>
                  <a:pt x="678" y="216"/>
                </a:cubicBezTo>
                <a:cubicBezTo>
                  <a:pt x="697" y="259"/>
                  <a:pt x="706" y="304"/>
                  <a:pt x="706" y="353"/>
                </a:cubicBezTo>
                <a:cubicBezTo>
                  <a:pt x="706" y="402"/>
                  <a:pt x="697" y="448"/>
                  <a:pt x="678" y="492"/>
                </a:cubicBezTo>
                <a:cubicBezTo>
                  <a:pt x="660" y="535"/>
                  <a:pt x="635" y="572"/>
                  <a:pt x="603" y="604"/>
                </a:cubicBezTo>
                <a:cubicBezTo>
                  <a:pt x="571" y="636"/>
                  <a:pt x="534" y="661"/>
                  <a:pt x="491" y="679"/>
                </a:cubicBezTo>
                <a:cubicBezTo>
                  <a:pt x="448" y="698"/>
                  <a:pt x="402" y="707"/>
                  <a:pt x="353" y="707"/>
                </a:cubicBezTo>
                <a:cubicBezTo>
                  <a:pt x="305" y="707"/>
                  <a:pt x="259" y="698"/>
                  <a:pt x="216" y="679"/>
                </a:cubicBezTo>
                <a:moveTo>
                  <a:pt x="353" y="654"/>
                </a:moveTo>
                <a:cubicBezTo>
                  <a:pt x="389" y="654"/>
                  <a:pt x="424" y="648"/>
                  <a:pt x="457" y="636"/>
                </a:cubicBezTo>
                <a:cubicBezTo>
                  <a:pt x="490" y="624"/>
                  <a:pt x="520" y="606"/>
                  <a:pt x="547" y="583"/>
                </a:cubicBezTo>
                <a:lnTo>
                  <a:pt x="123" y="160"/>
                </a:lnTo>
                <a:cubicBezTo>
                  <a:pt x="101" y="187"/>
                  <a:pt x="83" y="217"/>
                  <a:pt x="71" y="250"/>
                </a:cubicBezTo>
                <a:cubicBezTo>
                  <a:pt x="59" y="283"/>
                  <a:pt x="53" y="318"/>
                  <a:pt x="53" y="353"/>
                </a:cubicBezTo>
                <a:cubicBezTo>
                  <a:pt x="53" y="437"/>
                  <a:pt x="82" y="509"/>
                  <a:pt x="140" y="567"/>
                </a:cubicBezTo>
                <a:cubicBezTo>
                  <a:pt x="199" y="625"/>
                  <a:pt x="270" y="654"/>
                  <a:pt x="353" y="654"/>
                </a:cubicBezTo>
                <a:moveTo>
                  <a:pt x="582" y="547"/>
                </a:moveTo>
                <a:cubicBezTo>
                  <a:pt x="604" y="521"/>
                  <a:pt x="621" y="491"/>
                  <a:pt x="634" y="457"/>
                </a:cubicBezTo>
                <a:cubicBezTo>
                  <a:pt x="647" y="424"/>
                  <a:pt x="653" y="389"/>
                  <a:pt x="653" y="353"/>
                </a:cubicBezTo>
                <a:cubicBezTo>
                  <a:pt x="653" y="269"/>
                  <a:pt x="624" y="199"/>
                  <a:pt x="566" y="140"/>
                </a:cubicBezTo>
                <a:cubicBezTo>
                  <a:pt x="508" y="82"/>
                  <a:pt x="437" y="53"/>
                  <a:pt x="353" y="53"/>
                </a:cubicBezTo>
                <a:cubicBezTo>
                  <a:pt x="318" y="53"/>
                  <a:pt x="283" y="59"/>
                  <a:pt x="250" y="72"/>
                </a:cubicBezTo>
                <a:cubicBezTo>
                  <a:pt x="217" y="84"/>
                  <a:pt x="187" y="102"/>
                  <a:pt x="160" y="125"/>
                </a:cubicBezTo>
                <a:lnTo>
                  <a:pt x="582" y="547"/>
                </a:lnTo>
                <a:moveTo>
                  <a:pt x="353" y="353"/>
                </a:moveTo>
                <a:lnTo>
                  <a:pt x="353" y="353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33" name=""/>
          <p:cNvSpPr/>
          <p:nvPr/>
        </p:nvSpPr>
        <p:spPr>
          <a:xfrm>
            <a:off x="3342960" y="52671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4" name=""/>
          <p:cNvSpPr/>
          <p:nvPr/>
        </p:nvSpPr>
        <p:spPr>
          <a:xfrm>
            <a:off x="3342960" y="52671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5" name=""/>
          <p:cNvSpPr/>
          <p:nvPr/>
        </p:nvSpPr>
        <p:spPr>
          <a:xfrm>
            <a:off x="3530520" y="5435280"/>
            <a:ext cx="254160" cy="254520"/>
          </a:xfrm>
          <a:custGeom>
            <a:avLst/>
            <a:gdLst/>
            <a:ahLst/>
            <a:rect l="0" t="0" r="r" b="b"/>
            <a:pathLst>
              <a:path w="706" h="707">
                <a:moveTo>
                  <a:pt x="271" y="707"/>
                </a:moveTo>
                <a:lnTo>
                  <a:pt x="254" y="596"/>
                </a:lnTo>
                <a:cubicBezTo>
                  <a:pt x="243" y="592"/>
                  <a:pt x="231" y="586"/>
                  <a:pt x="218" y="579"/>
                </a:cubicBezTo>
                <a:cubicBezTo>
                  <a:pt x="206" y="572"/>
                  <a:pt x="195" y="565"/>
                  <a:pt x="186" y="557"/>
                </a:cubicBezTo>
                <a:lnTo>
                  <a:pt x="82" y="605"/>
                </a:lnTo>
                <a:lnTo>
                  <a:pt x="0" y="460"/>
                </a:lnTo>
                <a:lnTo>
                  <a:pt x="95" y="390"/>
                </a:lnTo>
                <a:cubicBezTo>
                  <a:pt x="94" y="385"/>
                  <a:pt x="93" y="379"/>
                  <a:pt x="93" y="372"/>
                </a:cubicBezTo>
                <a:cubicBezTo>
                  <a:pt x="92" y="365"/>
                  <a:pt x="92" y="359"/>
                  <a:pt x="92" y="354"/>
                </a:cubicBezTo>
                <a:cubicBezTo>
                  <a:pt x="92" y="349"/>
                  <a:pt x="92" y="343"/>
                  <a:pt x="93" y="336"/>
                </a:cubicBezTo>
                <a:cubicBezTo>
                  <a:pt x="93" y="329"/>
                  <a:pt x="94" y="323"/>
                  <a:pt x="95" y="318"/>
                </a:cubicBezTo>
                <a:lnTo>
                  <a:pt x="0" y="248"/>
                </a:lnTo>
                <a:lnTo>
                  <a:pt x="82" y="104"/>
                </a:lnTo>
                <a:lnTo>
                  <a:pt x="186" y="151"/>
                </a:lnTo>
                <a:cubicBezTo>
                  <a:pt x="195" y="144"/>
                  <a:pt x="206" y="136"/>
                  <a:pt x="218" y="129"/>
                </a:cubicBezTo>
                <a:cubicBezTo>
                  <a:pt x="231" y="122"/>
                  <a:pt x="243" y="117"/>
                  <a:pt x="254" y="113"/>
                </a:cubicBezTo>
                <a:lnTo>
                  <a:pt x="271" y="0"/>
                </a:lnTo>
                <a:lnTo>
                  <a:pt x="435" y="0"/>
                </a:lnTo>
                <a:lnTo>
                  <a:pt x="452" y="113"/>
                </a:lnTo>
                <a:cubicBezTo>
                  <a:pt x="463" y="117"/>
                  <a:pt x="475" y="122"/>
                  <a:pt x="488" y="129"/>
                </a:cubicBezTo>
                <a:cubicBezTo>
                  <a:pt x="501" y="136"/>
                  <a:pt x="511" y="143"/>
                  <a:pt x="520" y="151"/>
                </a:cubicBezTo>
                <a:lnTo>
                  <a:pt x="624" y="104"/>
                </a:lnTo>
                <a:lnTo>
                  <a:pt x="706" y="248"/>
                </a:lnTo>
                <a:lnTo>
                  <a:pt x="611" y="316"/>
                </a:lnTo>
                <a:cubicBezTo>
                  <a:pt x="612" y="322"/>
                  <a:pt x="613" y="328"/>
                  <a:pt x="613" y="335"/>
                </a:cubicBezTo>
                <a:cubicBezTo>
                  <a:pt x="614" y="342"/>
                  <a:pt x="614" y="348"/>
                  <a:pt x="614" y="354"/>
                </a:cubicBezTo>
                <a:cubicBezTo>
                  <a:pt x="614" y="360"/>
                  <a:pt x="614" y="366"/>
                  <a:pt x="613" y="373"/>
                </a:cubicBezTo>
                <a:cubicBezTo>
                  <a:pt x="613" y="379"/>
                  <a:pt x="612" y="385"/>
                  <a:pt x="611" y="391"/>
                </a:cubicBezTo>
                <a:lnTo>
                  <a:pt x="706" y="460"/>
                </a:lnTo>
                <a:lnTo>
                  <a:pt x="624" y="605"/>
                </a:lnTo>
                <a:lnTo>
                  <a:pt x="520" y="557"/>
                </a:lnTo>
                <a:cubicBezTo>
                  <a:pt x="511" y="565"/>
                  <a:pt x="500" y="572"/>
                  <a:pt x="488" y="580"/>
                </a:cubicBezTo>
                <a:cubicBezTo>
                  <a:pt x="476" y="587"/>
                  <a:pt x="464" y="592"/>
                  <a:pt x="452" y="596"/>
                </a:cubicBezTo>
                <a:lnTo>
                  <a:pt x="435" y="707"/>
                </a:lnTo>
                <a:lnTo>
                  <a:pt x="271" y="707"/>
                </a:lnTo>
                <a:moveTo>
                  <a:pt x="314" y="654"/>
                </a:moveTo>
                <a:lnTo>
                  <a:pt x="391" y="654"/>
                </a:lnTo>
                <a:lnTo>
                  <a:pt x="404" y="555"/>
                </a:lnTo>
                <a:cubicBezTo>
                  <a:pt x="424" y="551"/>
                  <a:pt x="442" y="543"/>
                  <a:pt x="460" y="533"/>
                </a:cubicBezTo>
                <a:cubicBezTo>
                  <a:pt x="477" y="523"/>
                  <a:pt x="493" y="511"/>
                  <a:pt x="507" y="497"/>
                </a:cubicBezTo>
                <a:lnTo>
                  <a:pt x="600" y="538"/>
                </a:lnTo>
                <a:lnTo>
                  <a:pt x="636" y="474"/>
                </a:lnTo>
                <a:lnTo>
                  <a:pt x="553" y="413"/>
                </a:lnTo>
                <a:cubicBezTo>
                  <a:pt x="555" y="403"/>
                  <a:pt x="557" y="393"/>
                  <a:pt x="559" y="384"/>
                </a:cubicBezTo>
                <a:cubicBezTo>
                  <a:pt x="560" y="374"/>
                  <a:pt x="561" y="364"/>
                  <a:pt x="561" y="354"/>
                </a:cubicBezTo>
                <a:cubicBezTo>
                  <a:pt x="561" y="344"/>
                  <a:pt x="560" y="334"/>
                  <a:pt x="559" y="325"/>
                </a:cubicBezTo>
                <a:cubicBezTo>
                  <a:pt x="558" y="315"/>
                  <a:pt x="556" y="305"/>
                  <a:pt x="553" y="295"/>
                </a:cubicBezTo>
                <a:lnTo>
                  <a:pt x="636" y="234"/>
                </a:lnTo>
                <a:lnTo>
                  <a:pt x="600" y="171"/>
                </a:lnTo>
                <a:lnTo>
                  <a:pt x="507" y="211"/>
                </a:lnTo>
                <a:cubicBezTo>
                  <a:pt x="493" y="196"/>
                  <a:pt x="478" y="183"/>
                  <a:pt x="461" y="173"/>
                </a:cubicBezTo>
                <a:cubicBezTo>
                  <a:pt x="444" y="163"/>
                  <a:pt x="425" y="156"/>
                  <a:pt x="404" y="153"/>
                </a:cubicBezTo>
                <a:lnTo>
                  <a:pt x="391" y="53"/>
                </a:lnTo>
                <a:lnTo>
                  <a:pt x="314" y="53"/>
                </a:lnTo>
                <a:lnTo>
                  <a:pt x="301" y="153"/>
                </a:lnTo>
                <a:cubicBezTo>
                  <a:pt x="281" y="157"/>
                  <a:pt x="263" y="164"/>
                  <a:pt x="245" y="174"/>
                </a:cubicBezTo>
                <a:cubicBezTo>
                  <a:pt x="228" y="184"/>
                  <a:pt x="213" y="197"/>
                  <a:pt x="199" y="211"/>
                </a:cubicBezTo>
                <a:lnTo>
                  <a:pt x="106" y="171"/>
                </a:lnTo>
                <a:lnTo>
                  <a:pt x="70" y="234"/>
                </a:lnTo>
                <a:lnTo>
                  <a:pt x="153" y="295"/>
                </a:lnTo>
                <a:cubicBezTo>
                  <a:pt x="151" y="305"/>
                  <a:pt x="149" y="315"/>
                  <a:pt x="147" y="325"/>
                </a:cubicBezTo>
                <a:cubicBezTo>
                  <a:pt x="146" y="334"/>
                  <a:pt x="145" y="344"/>
                  <a:pt x="145" y="354"/>
                </a:cubicBezTo>
                <a:cubicBezTo>
                  <a:pt x="145" y="364"/>
                  <a:pt x="146" y="374"/>
                  <a:pt x="147" y="384"/>
                </a:cubicBezTo>
                <a:cubicBezTo>
                  <a:pt x="149" y="393"/>
                  <a:pt x="151" y="403"/>
                  <a:pt x="153" y="413"/>
                </a:cubicBezTo>
                <a:lnTo>
                  <a:pt x="70" y="474"/>
                </a:lnTo>
                <a:lnTo>
                  <a:pt x="106" y="538"/>
                </a:lnTo>
                <a:lnTo>
                  <a:pt x="199" y="497"/>
                </a:lnTo>
                <a:cubicBezTo>
                  <a:pt x="213" y="511"/>
                  <a:pt x="229" y="523"/>
                  <a:pt x="246" y="533"/>
                </a:cubicBezTo>
                <a:cubicBezTo>
                  <a:pt x="264" y="543"/>
                  <a:pt x="282" y="551"/>
                  <a:pt x="301" y="555"/>
                </a:cubicBezTo>
                <a:lnTo>
                  <a:pt x="314" y="654"/>
                </a:lnTo>
                <a:moveTo>
                  <a:pt x="352" y="469"/>
                </a:moveTo>
                <a:cubicBezTo>
                  <a:pt x="384" y="469"/>
                  <a:pt x="411" y="458"/>
                  <a:pt x="435" y="435"/>
                </a:cubicBezTo>
                <a:cubicBezTo>
                  <a:pt x="457" y="413"/>
                  <a:pt x="468" y="386"/>
                  <a:pt x="468" y="354"/>
                </a:cubicBezTo>
                <a:cubicBezTo>
                  <a:pt x="468" y="322"/>
                  <a:pt x="457" y="295"/>
                  <a:pt x="435" y="273"/>
                </a:cubicBezTo>
                <a:cubicBezTo>
                  <a:pt x="411" y="251"/>
                  <a:pt x="384" y="240"/>
                  <a:pt x="352" y="240"/>
                </a:cubicBezTo>
                <a:cubicBezTo>
                  <a:pt x="321" y="240"/>
                  <a:pt x="294" y="251"/>
                  <a:pt x="271" y="273"/>
                </a:cubicBezTo>
                <a:cubicBezTo>
                  <a:pt x="249" y="295"/>
                  <a:pt x="238" y="322"/>
                  <a:pt x="238" y="354"/>
                </a:cubicBezTo>
                <a:cubicBezTo>
                  <a:pt x="238" y="386"/>
                  <a:pt x="249" y="413"/>
                  <a:pt x="271" y="435"/>
                </a:cubicBezTo>
                <a:cubicBezTo>
                  <a:pt x="294" y="458"/>
                  <a:pt x="321" y="469"/>
                  <a:pt x="352" y="469"/>
                </a:cubicBezTo>
                <a:moveTo>
                  <a:pt x="352" y="354"/>
                </a:moveTo>
                <a:lnTo>
                  <a:pt x="352" y="35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3884040" y="4503240"/>
            <a:ext cx="1524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許可リストの変更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7" name=""/>
          <p:cNvSpPr/>
          <p:nvPr/>
        </p:nvSpPr>
        <p:spPr>
          <a:xfrm>
            <a:off x="2647800" y="5105160"/>
            <a:ext cx="19440" cy="457560"/>
          </a:xfrm>
          <a:custGeom>
            <a:avLst/>
            <a:gdLst/>
            <a:ah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38" name=""/>
          <p:cNvSpPr/>
          <p:nvPr/>
        </p:nvSpPr>
        <p:spPr>
          <a:xfrm>
            <a:off x="2647800" y="55530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59" y="0"/>
                </a:lnTo>
                <a:lnTo>
                  <a:pt x="159" y="54"/>
                </a:lnTo>
                <a:lnTo>
                  <a:pt x="0" y="54"/>
                </a:lnTo>
                <a:lnTo>
                  <a:pt x="0" y="0"/>
                </a:lnTo>
                <a:moveTo>
                  <a:pt x="249" y="0"/>
                </a:moveTo>
                <a:lnTo>
                  <a:pt x="408" y="0"/>
                </a:lnTo>
                <a:lnTo>
                  <a:pt x="408" y="54"/>
                </a:lnTo>
                <a:lnTo>
                  <a:pt x="249" y="54"/>
                </a:lnTo>
                <a:lnTo>
                  <a:pt x="249" y="0"/>
                </a:lnTo>
                <a:moveTo>
                  <a:pt x="499" y="0"/>
                </a:moveTo>
                <a:lnTo>
                  <a:pt x="658" y="0"/>
                </a:lnTo>
                <a:lnTo>
                  <a:pt x="658" y="54"/>
                </a:lnTo>
                <a:lnTo>
                  <a:pt x="499" y="54"/>
                </a:lnTo>
                <a:lnTo>
                  <a:pt x="499" y="0"/>
                </a:lnTo>
                <a:moveTo>
                  <a:pt x="748" y="0"/>
                </a:moveTo>
                <a:lnTo>
                  <a:pt x="907" y="0"/>
                </a:lnTo>
                <a:lnTo>
                  <a:pt x="907" y="54"/>
                </a:lnTo>
                <a:lnTo>
                  <a:pt x="748" y="54"/>
                </a:lnTo>
                <a:lnTo>
                  <a:pt x="748" y="0"/>
                </a:lnTo>
                <a:moveTo>
                  <a:pt x="998" y="0"/>
                </a:moveTo>
                <a:lnTo>
                  <a:pt x="1157" y="0"/>
                </a:lnTo>
                <a:lnTo>
                  <a:pt x="1157" y="54"/>
                </a:lnTo>
                <a:lnTo>
                  <a:pt x="998" y="54"/>
                </a:lnTo>
                <a:lnTo>
                  <a:pt x="998" y="0"/>
                </a:lnTo>
                <a:moveTo>
                  <a:pt x="1248" y="0"/>
                </a:moveTo>
                <a:lnTo>
                  <a:pt x="1407" y="0"/>
                </a:lnTo>
                <a:lnTo>
                  <a:pt x="1407" y="54"/>
                </a:lnTo>
                <a:lnTo>
                  <a:pt x="1248" y="54"/>
                </a:lnTo>
                <a:lnTo>
                  <a:pt x="1248" y="0"/>
                </a:lnTo>
                <a:moveTo>
                  <a:pt x="1498" y="0"/>
                </a:moveTo>
                <a:lnTo>
                  <a:pt x="1656" y="0"/>
                </a:lnTo>
                <a:lnTo>
                  <a:pt x="1656" y="54"/>
                </a:lnTo>
                <a:lnTo>
                  <a:pt x="1498" y="54"/>
                </a:lnTo>
                <a:lnTo>
                  <a:pt x="1498" y="0"/>
                </a:lnTo>
                <a:moveTo>
                  <a:pt x="1747" y="0"/>
                </a:moveTo>
                <a:lnTo>
                  <a:pt x="1906" y="0"/>
                </a:lnTo>
                <a:lnTo>
                  <a:pt x="1906" y="54"/>
                </a:lnTo>
                <a:lnTo>
                  <a:pt x="1747" y="54"/>
                </a:lnTo>
                <a:lnTo>
                  <a:pt x="1747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39" name=""/>
          <p:cNvSpPr/>
          <p:nvPr/>
        </p:nvSpPr>
        <p:spPr>
          <a:xfrm>
            <a:off x="2838240" y="541008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0" y="0"/>
                </a:moveTo>
                <a:lnTo>
                  <a:pt x="848" y="0"/>
                </a:lnTo>
                <a:lnTo>
                  <a:pt x="84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0" name=""/>
          <p:cNvSpPr/>
          <p:nvPr/>
        </p:nvSpPr>
        <p:spPr>
          <a:xfrm>
            <a:off x="2863800" y="5435280"/>
            <a:ext cx="254160" cy="254520"/>
          </a:xfrm>
          <a:custGeom>
            <a:avLst/>
            <a:gdLst/>
            <a:ahLst/>
            <a:rect l="0" t="0" r="r" b="b"/>
            <a:pathLst>
              <a:path w="706" h="707">
                <a:moveTo>
                  <a:pt x="216" y="679"/>
                </a:moveTo>
                <a:cubicBezTo>
                  <a:pt x="173" y="661"/>
                  <a:pt x="135" y="636"/>
                  <a:pt x="103" y="604"/>
                </a:cubicBezTo>
                <a:cubicBezTo>
                  <a:pt x="71" y="572"/>
                  <a:pt x="46" y="535"/>
                  <a:pt x="27" y="492"/>
                </a:cubicBezTo>
                <a:cubicBezTo>
                  <a:pt x="9" y="449"/>
                  <a:pt x="0" y="403"/>
                  <a:pt x="0" y="354"/>
                </a:cubicBezTo>
                <a:cubicBezTo>
                  <a:pt x="0" y="305"/>
                  <a:pt x="9" y="260"/>
                  <a:pt x="27" y="217"/>
                </a:cubicBezTo>
                <a:cubicBezTo>
                  <a:pt x="46" y="174"/>
                  <a:pt x="71" y="136"/>
                  <a:pt x="103" y="105"/>
                </a:cubicBezTo>
                <a:cubicBezTo>
                  <a:pt x="135" y="73"/>
                  <a:pt x="173" y="47"/>
                  <a:pt x="216" y="28"/>
                </a:cubicBezTo>
                <a:cubicBezTo>
                  <a:pt x="259" y="10"/>
                  <a:pt x="305" y="0"/>
                  <a:pt x="353" y="0"/>
                </a:cubicBezTo>
                <a:cubicBezTo>
                  <a:pt x="402" y="0"/>
                  <a:pt x="448" y="10"/>
                  <a:pt x="491" y="28"/>
                </a:cubicBezTo>
                <a:cubicBezTo>
                  <a:pt x="534" y="47"/>
                  <a:pt x="571" y="73"/>
                  <a:pt x="603" y="105"/>
                </a:cubicBezTo>
                <a:cubicBezTo>
                  <a:pt x="635" y="136"/>
                  <a:pt x="660" y="174"/>
                  <a:pt x="678" y="217"/>
                </a:cubicBezTo>
                <a:cubicBezTo>
                  <a:pt x="697" y="260"/>
                  <a:pt x="706" y="305"/>
                  <a:pt x="706" y="354"/>
                </a:cubicBezTo>
                <a:cubicBezTo>
                  <a:pt x="706" y="403"/>
                  <a:pt x="697" y="449"/>
                  <a:pt x="678" y="492"/>
                </a:cubicBezTo>
                <a:cubicBezTo>
                  <a:pt x="660" y="535"/>
                  <a:pt x="635" y="572"/>
                  <a:pt x="603" y="604"/>
                </a:cubicBezTo>
                <a:cubicBezTo>
                  <a:pt x="571" y="636"/>
                  <a:pt x="534" y="661"/>
                  <a:pt x="491" y="679"/>
                </a:cubicBezTo>
                <a:cubicBezTo>
                  <a:pt x="448" y="698"/>
                  <a:pt x="402" y="707"/>
                  <a:pt x="353" y="707"/>
                </a:cubicBezTo>
                <a:cubicBezTo>
                  <a:pt x="305" y="707"/>
                  <a:pt x="259" y="698"/>
                  <a:pt x="216" y="679"/>
                </a:cubicBezTo>
                <a:moveTo>
                  <a:pt x="353" y="654"/>
                </a:moveTo>
                <a:cubicBezTo>
                  <a:pt x="389" y="654"/>
                  <a:pt x="424" y="648"/>
                  <a:pt x="457" y="636"/>
                </a:cubicBezTo>
                <a:cubicBezTo>
                  <a:pt x="490" y="624"/>
                  <a:pt x="520" y="606"/>
                  <a:pt x="547" y="583"/>
                </a:cubicBezTo>
                <a:lnTo>
                  <a:pt x="123" y="161"/>
                </a:lnTo>
                <a:cubicBezTo>
                  <a:pt x="101" y="188"/>
                  <a:pt x="83" y="218"/>
                  <a:pt x="71" y="251"/>
                </a:cubicBezTo>
                <a:cubicBezTo>
                  <a:pt x="59" y="284"/>
                  <a:pt x="53" y="319"/>
                  <a:pt x="53" y="354"/>
                </a:cubicBezTo>
                <a:cubicBezTo>
                  <a:pt x="53" y="438"/>
                  <a:pt x="82" y="509"/>
                  <a:pt x="140" y="567"/>
                </a:cubicBezTo>
                <a:cubicBezTo>
                  <a:pt x="199" y="625"/>
                  <a:pt x="270" y="654"/>
                  <a:pt x="353" y="654"/>
                </a:cubicBezTo>
                <a:moveTo>
                  <a:pt x="582" y="547"/>
                </a:moveTo>
                <a:cubicBezTo>
                  <a:pt x="604" y="521"/>
                  <a:pt x="621" y="491"/>
                  <a:pt x="634" y="458"/>
                </a:cubicBezTo>
                <a:cubicBezTo>
                  <a:pt x="647" y="425"/>
                  <a:pt x="653" y="390"/>
                  <a:pt x="653" y="354"/>
                </a:cubicBezTo>
                <a:cubicBezTo>
                  <a:pt x="653" y="270"/>
                  <a:pt x="624" y="200"/>
                  <a:pt x="566" y="141"/>
                </a:cubicBezTo>
                <a:cubicBezTo>
                  <a:pt x="508" y="83"/>
                  <a:pt x="437" y="53"/>
                  <a:pt x="353" y="53"/>
                </a:cubicBezTo>
                <a:cubicBezTo>
                  <a:pt x="318" y="53"/>
                  <a:pt x="283" y="59"/>
                  <a:pt x="250" y="73"/>
                </a:cubicBezTo>
                <a:cubicBezTo>
                  <a:pt x="217" y="85"/>
                  <a:pt x="187" y="103"/>
                  <a:pt x="160" y="126"/>
                </a:cubicBezTo>
                <a:lnTo>
                  <a:pt x="582" y="547"/>
                </a:lnTo>
                <a:moveTo>
                  <a:pt x="353" y="354"/>
                </a:moveTo>
                <a:lnTo>
                  <a:pt x="353" y="354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41" name=""/>
          <p:cNvSpPr/>
          <p:nvPr/>
        </p:nvSpPr>
        <p:spPr>
          <a:xfrm>
            <a:off x="8019720" y="4181400"/>
            <a:ext cx="153000" cy="19440"/>
          </a:xfrm>
          <a:custGeom>
            <a:avLst/>
            <a:gdLst/>
            <a:ahLst/>
            <a:rect l="0" t="0" r="r" b="b"/>
            <a:pathLst>
              <a:path w="425" h="54">
                <a:moveTo>
                  <a:pt x="0" y="0"/>
                </a:moveTo>
                <a:lnTo>
                  <a:pt x="425" y="0"/>
                </a:lnTo>
                <a:lnTo>
                  <a:pt x="42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42" name=""/>
          <p:cNvSpPr/>
          <p:nvPr/>
        </p:nvSpPr>
        <p:spPr>
          <a:xfrm>
            <a:off x="8867520" y="3114360"/>
            <a:ext cx="2495880" cy="1238760"/>
          </a:xfrm>
          <a:custGeom>
            <a:avLst/>
            <a:gdLst/>
            <a:ahLst/>
            <a:rect l="0" t="0" r="r" b="b"/>
            <a:pathLst>
              <a:path w="6933" h="3441">
                <a:moveTo>
                  <a:pt x="0" y="3255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2"/>
                  <a:pt x="6784" y="4"/>
                </a:cubicBezTo>
                <a:cubicBezTo>
                  <a:pt x="6796" y="6"/>
                  <a:pt x="6808" y="10"/>
                  <a:pt x="6819" y="14"/>
                </a:cubicBezTo>
                <a:cubicBezTo>
                  <a:pt x="6830" y="19"/>
                  <a:pt x="6841" y="25"/>
                  <a:pt x="6851" y="32"/>
                </a:cubicBezTo>
                <a:cubicBezTo>
                  <a:pt x="6861" y="38"/>
                  <a:pt x="6870" y="46"/>
                  <a:pt x="6879" y="55"/>
                </a:cubicBezTo>
                <a:cubicBezTo>
                  <a:pt x="6888" y="63"/>
                  <a:pt x="6895" y="73"/>
                  <a:pt x="6902" y="83"/>
                </a:cubicBezTo>
                <a:cubicBezTo>
                  <a:pt x="6909" y="93"/>
                  <a:pt x="6915" y="103"/>
                  <a:pt x="6919" y="115"/>
                </a:cubicBezTo>
                <a:cubicBezTo>
                  <a:pt x="6924" y="126"/>
                  <a:pt x="6927" y="138"/>
                  <a:pt x="6930" y="149"/>
                </a:cubicBezTo>
                <a:cubicBezTo>
                  <a:pt x="6932" y="161"/>
                  <a:pt x="6933" y="173"/>
                  <a:pt x="6933" y="186"/>
                </a:cubicBezTo>
                <a:lnTo>
                  <a:pt x="6933" y="3255"/>
                </a:lnTo>
                <a:cubicBezTo>
                  <a:pt x="6933" y="3267"/>
                  <a:pt x="6932" y="3279"/>
                  <a:pt x="6930" y="3291"/>
                </a:cubicBezTo>
                <a:cubicBezTo>
                  <a:pt x="6927" y="3303"/>
                  <a:pt x="6924" y="3314"/>
                  <a:pt x="6919" y="3326"/>
                </a:cubicBezTo>
                <a:cubicBezTo>
                  <a:pt x="6915" y="3337"/>
                  <a:pt x="6909" y="3348"/>
                  <a:pt x="6902" y="3358"/>
                </a:cubicBezTo>
                <a:cubicBezTo>
                  <a:pt x="6895" y="3368"/>
                  <a:pt x="6888" y="3377"/>
                  <a:pt x="6879" y="3387"/>
                </a:cubicBezTo>
                <a:cubicBezTo>
                  <a:pt x="6870" y="3395"/>
                  <a:pt x="6861" y="3403"/>
                  <a:pt x="6851" y="3410"/>
                </a:cubicBezTo>
                <a:cubicBezTo>
                  <a:pt x="6841" y="3416"/>
                  <a:pt x="6830" y="3422"/>
                  <a:pt x="6819" y="3427"/>
                </a:cubicBezTo>
                <a:cubicBezTo>
                  <a:pt x="6808" y="3432"/>
                  <a:pt x="6796" y="3435"/>
                  <a:pt x="6784" y="3437"/>
                </a:cubicBezTo>
                <a:cubicBezTo>
                  <a:pt x="6772" y="3440"/>
                  <a:pt x="6760" y="3441"/>
                  <a:pt x="6748" y="3441"/>
                </a:cubicBezTo>
                <a:lnTo>
                  <a:pt x="185" y="3441"/>
                </a:lnTo>
                <a:cubicBezTo>
                  <a:pt x="173" y="3441"/>
                  <a:pt x="161" y="3440"/>
                  <a:pt x="149" y="3437"/>
                </a:cubicBezTo>
                <a:cubicBezTo>
                  <a:pt x="137" y="3435"/>
                  <a:pt x="126" y="3432"/>
                  <a:pt x="115" y="3427"/>
                </a:cubicBezTo>
                <a:cubicBezTo>
                  <a:pt x="103" y="3422"/>
                  <a:pt x="93" y="3416"/>
                  <a:pt x="83" y="3410"/>
                </a:cubicBezTo>
                <a:cubicBezTo>
                  <a:pt x="72" y="3403"/>
                  <a:pt x="63" y="3395"/>
                  <a:pt x="54" y="3387"/>
                </a:cubicBezTo>
                <a:cubicBezTo>
                  <a:pt x="46" y="3377"/>
                  <a:pt x="38" y="3368"/>
                  <a:pt x="31" y="3358"/>
                </a:cubicBezTo>
                <a:cubicBezTo>
                  <a:pt x="25" y="3348"/>
                  <a:pt x="19" y="3337"/>
                  <a:pt x="14" y="3326"/>
                </a:cubicBezTo>
                <a:cubicBezTo>
                  <a:pt x="10" y="3314"/>
                  <a:pt x="6" y="3303"/>
                  <a:pt x="4" y="3291"/>
                </a:cubicBezTo>
                <a:cubicBezTo>
                  <a:pt x="1" y="3279"/>
                  <a:pt x="0" y="3267"/>
                  <a:pt x="0" y="32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3" name=""/>
          <p:cNvSpPr/>
          <p:nvPr/>
        </p:nvSpPr>
        <p:spPr>
          <a:xfrm>
            <a:off x="8867520" y="3114360"/>
            <a:ext cx="2495880" cy="1238760"/>
          </a:xfrm>
          <a:custGeom>
            <a:avLst/>
            <a:gdLst/>
            <a:ahLst/>
            <a:rect l="0" t="0" r="r" b="b"/>
            <a:pathLst>
              <a:path w="6933" h="3441">
                <a:moveTo>
                  <a:pt x="0" y="3255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2"/>
                  <a:pt x="6784" y="4"/>
                </a:cubicBezTo>
                <a:cubicBezTo>
                  <a:pt x="6796" y="6"/>
                  <a:pt x="6808" y="10"/>
                  <a:pt x="6819" y="14"/>
                </a:cubicBezTo>
                <a:cubicBezTo>
                  <a:pt x="6830" y="19"/>
                  <a:pt x="6841" y="25"/>
                  <a:pt x="6851" y="32"/>
                </a:cubicBezTo>
                <a:cubicBezTo>
                  <a:pt x="6861" y="38"/>
                  <a:pt x="6870" y="46"/>
                  <a:pt x="6879" y="55"/>
                </a:cubicBezTo>
                <a:cubicBezTo>
                  <a:pt x="6888" y="63"/>
                  <a:pt x="6895" y="73"/>
                  <a:pt x="6902" y="83"/>
                </a:cubicBezTo>
                <a:cubicBezTo>
                  <a:pt x="6909" y="93"/>
                  <a:pt x="6915" y="103"/>
                  <a:pt x="6919" y="115"/>
                </a:cubicBezTo>
                <a:cubicBezTo>
                  <a:pt x="6924" y="126"/>
                  <a:pt x="6927" y="138"/>
                  <a:pt x="6930" y="149"/>
                </a:cubicBezTo>
                <a:cubicBezTo>
                  <a:pt x="6932" y="161"/>
                  <a:pt x="6933" y="173"/>
                  <a:pt x="6933" y="186"/>
                </a:cubicBezTo>
                <a:lnTo>
                  <a:pt x="6933" y="3255"/>
                </a:lnTo>
                <a:cubicBezTo>
                  <a:pt x="6933" y="3267"/>
                  <a:pt x="6932" y="3279"/>
                  <a:pt x="6930" y="3291"/>
                </a:cubicBezTo>
                <a:cubicBezTo>
                  <a:pt x="6927" y="3303"/>
                  <a:pt x="6924" y="3314"/>
                  <a:pt x="6919" y="3326"/>
                </a:cubicBezTo>
                <a:cubicBezTo>
                  <a:pt x="6915" y="3337"/>
                  <a:pt x="6909" y="3348"/>
                  <a:pt x="6902" y="3358"/>
                </a:cubicBezTo>
                <a:cubicBezTo>
                  <a:pt x="6895" y="3368"/>
                  <a:pt x="6888" y="3377"/>
                  <a:pt x="6879" y="3387"/>
                </a:cubicBezTo>
                <a:cubicBezTo>
                  <a:pt x="6870" y="3395"/>
                  <a:pt x="6861" y="3403"/>
                  <a:pt x="6851" y="3410"/>
                </a:cubicBezTo>
                <a:cubicBezTo>
                  <a:pt x="6841" y="3416"/>
                  <a:pt x="6830" y="3422"/>
                  <a:pt x="6819" y="3427"/>
                </a:cubicBezTo>
                <a:cubicBezTo>
                  <a:pt x="6808" y="3432"/>
                  <a:pt x="6796" y="3435"/>
                  <a:pt x="6784" y="3437"/>
                </a:cubicBezTo>
                <a:cubicBezTo>
                  <a:pt x="6772" y="3440"/>
                  <a:pt x="6760" y="3441"/>
                  <a:pt x="6748" y="3441"/>
                </a:cubicBezTo>
                <a:lnTo>
                  <a:pt x="185" y="3441"/>
                </a:lnTo>
                <a:cubicBezTo>
                  <a:pt x="173" y="3441"/>
                  <a:pt x="161" y="3440"/>
                  <a:pt x="149" y="3437"/>
                </a:cubicBezTo>
                <a:cubicBezTo>
                  <a:pt x="137" y="3435"/>
                  <a:pt x="126" y="3432"/>
                  <a:pt x="115" y="3427"/>
                </a:cubicBezTo>
                <a:cubicBezTo>
                  <a:pt x="103" y="3422"/>
                  <a:pt x="93" y="3416"/>
                  <a:pt x="83" y="3410"/>
                </a:cubicBezTo>
                <a:cubicBezTo>
                  <a:pt x="72" y="3403"/>
                  <a:pt x="63" y="3395"/>
                  <a:pt x="54" y="3387"/>
                </a:cubicBezTo>
                <a:cubicBezTo>
                  <a:pt x="46" y="3377"/>
                  <a:pt x="38" y="3368"/>
                  <a:pt x="31" y="3358"/>
                </a:cubicBezTo>
                <a:cubicBezTo>
                  <a:pt x="25" y="3348"/>
                  <a:pt x="19" y="3337"/>
                  <a:pt x="14" y="3326"/>
                </a:cubicBezTo>
                <a:cubicBezTo>
                  <a:pt x="10" y="3314"/>
                  <a:pt x="6" y="3303"/>
                  <a:pt x="4" y="3291"/>
                </a:cubicBezTo>
                <a:cubicBezTo>
                  <a:pt x="1" y="3279"/>
                  <a:pt x="0" y="3267"/>
                  <a:pt x="0" y="3255"/>
                </a:cubicBezTo>
                <a:close/>
              </a:path>
            </a:pathLst>
          </a:custGeom>
          <a:noFill/>
          <a:ln w="18720">
            <a:solidFill>
              <a:srgbClr val="197a4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4" name=""/>
          <p:cNvSpPr/>
          <p:nvPr/>
        </p:nvSpPr>
        <p:spPr>
          <a:xfrm>
            <a:off x="9131040" y="3301920"/>
            <a:ext cx="254520" cy="254160"/>
          </a:xfrm>
          <a:custGeom>
            <a:avLst/>
            <a:gdLst/>
            <a:ahLst/>
            <a:rect l="0" t="0" r="r" b="b"/>
            <a:pathLst>
              <a:path w="707" h="706">
                <a:moveTo>
                  <a:pt x="301" y="514"/>
                </a:moveTo>
                <a:lnTo>
                  <a:pt x="552" y="263"/>
                </a:lnTo>
                <a:lnTo>
                  <a:pt x="511" y="224"/>
                </a:lnTo>
                <a:lnTo>
                  <a:pt x="301" y="434"/>
                </a:lnTo>
                <a:lnTo>
                  <a:pt x="195" y="327"/>
                </a:lnTo>
                <a:lnTo>
                  <a:pt x="155" y="368"/>
                </a:lnTo>
                <a:lnTo>
                  <a:pt x="301" y="514"/>
                </a:lnTo>
                <a:moveTo>
                  <a:pt x="353" y="706"/>
                </a:moveTo>
                <a:cubicBezTo>
                  <a:pt x="305" y="706"/>
                  <a:pt x="259" y="697"/>
                  <a:pt x="216" y="678"/>
                </a:cubicBezTo>
                <a:cubicBezTo>
                  <a:pt x="173" y="660"/>
                  <a:pt x="136" y="635"/>
                  <a:pt x="104" y="603"/>
                </a:cubicBezTo>
                <a:cubicBezTo>
                  <a:pt x="72" y="571"/>
                  <a:pt x="47" y="533"/>
                  <a:pt x="28" y="490"/>
                </a:cubicBezTo>
                <a:cubicBezTo>
                  <a:pt x="9" y="447"/>
                  <a:pt x="0" y="402"/>
                  <a:pt x="0" y="353"/>
                </a:cubicBezTo>
                <a:cubicBezTo>
                  <a:pt x="0" y="304"/>
                  <a:pt x="9" y="258"/>
                  <a:pt x="28" y="215"/>
                </a:cubicBezTo>
                <a:cubicBezTo>
                  <a:pt x="47" y="172"/>
                  <a:pt x="72" y="135"/>
                  <a:pt x="104" y="103"/>
                </a:cubicBezTo>
                <a:cubicBezTo>
                  <a:pt x="136" y="71"/>
                  <a:pt x="173" y="46"/>
                  <a:pt x="216" y="28"/>
                </a:cubicBezTo>
                <a:cubicBezTo>
                  <a:pt x="259" y="9"/>
                  <a:pt x="305" y="0"/>
                  <a:pt x="353" y="0"/>
                </a:cubicBezTo>
                <a:cubicBezTo>
                  <a:pt x="403" y="0"/>
                  <a:pt x="449" y="9"/>
                  <a:pt x="492" y="28"/>
                </a:cubicBezTo>
                <a:cubicBezTo>
                  <a:pt x="535" y="46"/>
                  <a:pt x="572" y="71"/>
                  <a:pt x="604" y="103"/>
                </a:cubicBezTo>
                <a:cubicBezTo>
                  <a:pt x="635" y="135"/>
                  <a:pt x="660" y="172"/>
                  <a:pt x="679" y="215"/>
                </a:cubicBezTo>
                <a:cubicBezTo>
                  <a:pt x="698" y="258"/>
                  <a:pt x="707" y="304"/>
                  <a:pt x="707" y="353"/>
                </a:cubicBezTo>
                <a:cubicBezTo>
                  <a:pt x="707" y="402"/>
                  <a:pt x="698" y="447"/>
                  <a:pt x="679" y="490"/>
                </a:cubicBezTo>
                <a:cubicBezTo>
                  <a:pt x="660" y="533"/>
                  <a:pt x="635" y="571"/>
                  <a:pt x="604" y="603"/>
                </a:cubicBezTo>
                <a:cubicBezTo>
                  <a:pt x="572" y="635"/>
                  <a:pt x="535" y="660"/>
                  <a:pt x="492" y="678"/>
                </a:cubicBezTo>
                <a:cubicBezTo>
                  <a:pt x="449" y="697"/>
                  <a:pt x="403" y="706"/>
                  <a:pt x="353" y="706"/>
                </a:cubicBezTo>
                <a:moveTo>
                  <a:pt x="353" y="653"/>
                </a:moveTo>
                <a:cubicBezTo>
                  <a:pt x="437" y="653"/>
                  <a:pt x="508" y="624"/>
                  <a:pt x="567" y="566"/>
                </a:cubicBezTo>
                <a:cubicBezTo>
                  <a:pt x="625" y="507"/>
                  <a:pt x="654" y="436"/>
                  <a:pt x="654" y="353"/>
                </a:cubicBezTo>
                <a:cubicBezTo>
                  <a:pt x="654" y="269"/>
                  <a:pt x="625" y="198"/>
                  <a:pt x="567" y="140"/>
                </a:cubicBezTo>
                <a:cubicBezTo>
                  <a:pt x="508" y="82"/>
                  <a:pt x="437" y="53"/>
                  <a:pt x="353" y="53"/>
                </a:cubicBezTo>
                <a:cubicBezTo>
                  <a:pt x="270" y="53"/>
                  <a:pt x="199" y="82"/>
                  <a:pt x="141" y="140"/>
                </a:cubicBezTo>
                <a:cubicBezTo>
                  <a:pt x="82" y="198"/>
                  <a:pt x="53" y="269"/>
                  <a:pt x="53" y="353"/>
                </a:cubicBezTo>
                <a:cubicBezTo>
                  <a:pt x="53" y="436"/>
                  <a:pt x="82" y="507"/>
                  <a:pt x="141" y="566"/>
                </a:cubicBezTo>
                <a:cubicBezTo>
                  <a:pt x="199" y="624"/>
                  <a:pt x="270" y="653"/>
                  <a:pt x="353" y="653"/>
                </a:cubicBezTo>
                <a:moveTo>
                  <a:pt x="353" y="353"/>
                </a:moveTo>
                <a:lnTo>
                  <a:pt x="353" y="35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3884040" y="5417640"/>
            <a:ext cx="171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システム領域の変更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9486720" y="3284280"/>
            <a:ext cx="1386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init-ﬁrewall.sh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9105840" y="3579480"/>
            <a:ext cx="1524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許可リストの設定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8" name=""/>
          <p:cNvSpPr/>
          <p:nvPr/>
        </p:nvSpPr>
        <p:spPr>
          <a:xfrm>
            <a:off x="8172360" y="3733560"/>
            <a:ext cx="19440" cy="781560"/>
          </a:xfrm>
          <a:custGeom>
            <a:avLst/>
            <a:gdLst/>
            <a:ahLst/>
            <a:rect l="0" t="0" r="r" b="b"/>
            <a:pathLst>
              <a:path w="54" h="2171">
                <a:moveTo>
                  <a:pt x="0" y="0"/>
                </a:moveTo>
                <a:lnTo>
                  <a:pt x="54" y="0"/>
                </a:lnTo>
                <a:lnTo>
                  <a:pt x="54" y="2171"/>
                </a:lnTo>
                <a:lnTo>
                  <a:pt x="0" y="217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49" name=""/>
          <p:cNvSpPr/>
          <p:nvPr/>
        </p:nvSpPr>
        <p:spPr>
          <a:xfrm>
            <a:off x="8172360" y="37242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906" y="0"/>
                </a:lnTo>
                <a:lnTo>
                  <a:pt x="190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50" name=""/>
          <p:cNvSpPr/>
          <p:nvPr/>
        </p:nvSpPr>
        <p:spPr>
          <a:xfrm>
            <a:off x="8762760" y="36763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51" name=""/>
          <p:cNvSpPr/>
          <p:nvPr/>
        </p:nvSpPr>
        <p:spPr>
          <a:xfrm>
            <a:off x="8867520" y="46767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2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3"/>
                </a:cubicBezTo>
                <a:cubicBezTo>
                  <a:pt x="6796" y="5"/>
                  <a:pt x="6808" y="9"/>
                  <a:pt x="6819" y="14"/>
                </a:cubicBezTo>
                <a:cubicBezTo>
                  <a:pt x="6830" y="18"/>
                  <a:pt x="6841" y="24"/>
                  <a:pt x="6851" y="31"/>
                </a:cubicBezTo>
                <a:cubicBezTo>
                  <a:pt x="6861" y="38"/>
                  <a:pt x="6870" y="45"/>
                  <a:pt x="6879" y="54"/>
                </a:cubicBezTo>
                <a:cubicBezTo>
                  <a:pt x="6888" y="62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5"/>
                  <a:pt x="6927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7" y="1504"/>
                  <a:pt x="6924" y="1515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8"/>
                  <a:pt x="6879" y="1587"/>
                </a:cubicBezTo>
                <a:cubicBezTo>
                  <a:pt x="6870" y="1595"/>
                  <a:pt x="6861" y="1603"/>
                  <a:pt x="6851" y="1610"/>
                </a:cubicBezTo>
                <a:cubicBezTo>
                  <a:pt x="6841" y="1616"/>
                  <a:pt x="6830" y="1622"/>
                  <a:pt x="6819" y="1627"/>
                </a:cubicBezTo>
                <a:cubicBezTo>
                  <a:pt x="6808" y="1632"/>
                  <a:pt x="6796" y="1635"/>
                  <a:pt x="6784" y="1637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7"/>
                </a:cubicBezTo>
                <a:cubicBezTo>
                  <a:pt x="137" y="1635"/>
                  <a:pt x="126" y="1632"/>
                  <a:pt x="115" y="1627"/>
                </a:cubicBezTo>
                <a:cubicBezTo>
                  <a:pt x="103" y="1622"/>
                  <a:pt x="93" y="1616"/>
                  <a:pt x="83" y="1610"/>
                </a:cubicBezTo>
                <a:cubicBezTo>
                  <a:pt x="72" y="1603"/>
                  <a:pt x="63" y="1595"/>
                  <a:pt x="54" y="1587"/>
                </a:cubicBezTo>
                <a:cubicBezTo>
                  <a:pt x="46" y="1578"/>
                  <a:pt x="38" y="1569"/>
                  <a:pt x="31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5"/>
                  <a:pt x="6" y="1504"/>
                  <a:pt x="4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2" name=""/>
          <p:cNvSpPr/>
          <p:nvPr/>
        </p:nvSpPr>
        <p:spPr>
          <a:xfrm>
            <a:off x="8867520" y="46767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2"/>
                  <a:pt x="54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3"/>
                </a:cubicBezTo>
                <a:cubicBezTo>
                  <a:pt x="6796" y="5"/>
                  <a:pt x="6808" y="9"/>
                  <a:pt x="6819" y="14"/>
                </a:cubicBezTo>
                <a:cubicBezTo>
                  <a:pt x="6830" y="18"/>
                  <a:pt x="6841" y="24"/>
                  <a:pt x="6851" y="31"/>
                </a:cubicBezTo>
                <a:cubicBezTo>
                  <a:pt x="6861" y="38"/>
                  <a:pt x="6870" y="45"/>
                  <a:pt x="6879" y="54"/>
                </a:cubicBezTo>
                <a:cubicBezTo>
                  <a:pt x="6888" y="62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5"/>
                  <a:pt x="6927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7" y="1504"/>
                  <a:pt x="6924" y="1515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8"/>
                  <a:pt x="6879" y="1587"/>
                </a:cubicBezTo>
                <a:cubicBezTo>
                  <a:pt x="6870" y="1595"/>
                  <a:pt x="6861" y="1603"/>
                  <a:pt x="6851" y="1610"/>
                </a:cubicBezTo>
                <a:cubicBezTo>
                  <a:pt x="6841" y="1616"/>
                  <a:pt x="6830" y="1622"/>
                  <a:pt x="6819" y="1627"/>
                </a:cubicBezTo>
                <a:cubicBezTo>
                  <a:pt x="6808" y="1632"/>
                  <a:pt x="6796" y="1635"/>
                  <a:pt x="6784" y="1637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7"/>
                </a:cubicBezTo>
                <a:cubicBezTo>
                  <a:pt x="137" y="1635"/>
                  <a:pt x="126" y="1632"/>
                  <a:pt x="115" y="1627"/>
                </a:cubicBezTo>
                <a:cubicBezTo>
                  <a:pt x="103" y="1622"/>
                  <a:pt x="93" y="1616"/>
                  <a:pt x="83" y="1610"/>
                </a:cubicBezTo>
                <a:cubicBezTo>
                  <a:pt x="72" y="1603"/>
                  <a:pt x="63" y="1595"/>
                  <a:pt x="54" y="1587"/>
                </a:cubicBezTo>
                <a:cubicBezTo>
                  <a:pt x="46" y="1578"/>
                  <a:pt x="38" y="1569"/>
                  <a:pt x="31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5"/>
                  <a:pt x="6" y="1504"/>
                  <a:pt x="4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3" name=""/>
          <p:cNvSpPr/>
          <p:nvPr/>
        </p:nvSpPr>
        <p:spPr>
          <a:xfrm>
            <a:off x="9055080" y="4870440"/>
            <a:ext cx="254160" cy="203400"/>
          </a:xfrm>
          <a:custGeom>
            <a:avLst/>
            <a:gdLst/>
            <a:ahLst/>
            <a:rect l="0" t="0" r="r" b="b"/>
            <a:pathLst>
              <a:path w="706" h="565">
                <a:moveTo>
                  <a:pt x="52" y="565"/>
                </a:moveTo>
                <a:cubicBezTo>
                  <a:pt x="38" y="565"/>
                  <a:pt x="26" y="560"/>
                  <a:pt x="15" y="549"/>
                </a:cubicBezTo>
                <a:cubicBezTo>
                  <a:pt x="5" y="539"/>
                  <a:pt x="0" y="526"/>
                  <a:pt x="0" y="512"/>
                </a:cubicBezTo>
                <a:lnTo>
                  <a:pt x="0" y="52"/>
                </a:lnTo>
                <a:cubicBezTo>
                  <a:pt x="0" y="38"/>
                  <a:pt x="5" y="26"/>
                  <a:pt x="15" y="15"/>
                </a:cubicBezTo>
                <a:cubicBezTo>
                  <a:pt x="26" y="5"/>
                  <a:pt x="38" y="0"/>
                  <a:pt x="52" y="0"/>
                </a:cubicBezTo>
                <a:lnTo>
                  <a:pt x="653" y="0"/>
                </a:lnTo>
                <a:cubicBezTo>
                  <a:pt x="667" y="0"/>
                  <a:pt x="680" y="5"/>
                  <a:pt x="690" y="15"/>
                </a:cubicBezTo>
                <a:cubicBezTo>
                  <a:pt x="701" y="26"/>
                  <a:pt x="706" y="38"/>
                  <a:pt x="706" y="52"/>
                </a:cubicBezTo>
                <a:lnTo>
                  <a:pt x="706" y="512"/>
                </a:lnTo>
                <a:cubicBezTo>
                  <a:pt x="706" y="526"/>
                  <a:pt x="701" y="539"/>
                  <a:pt x="690" y="549"/>
                </a:cubicBezTo>
                <a:cubicBezTo>
                  <a:pt x="680" y="560"/>
                  <a:pt x="667" y="565"/>
                  <a:pt x="653" y="565"/>
                </a:cubicBezTo>
                <a:lnTo>
                  <a:pt x="52" y="565"/>
                </a:lnTo>
                <a:moveTo>
                  <a:pt x="52" y="512"/>
                </a:moveTo>
                <a:lnTo>
                  <a:pt x="653" y="512"/>
                </a:lnTo>
                <a:lnTo>
                  <a:pt x="653" y="127"/>
                </a:lnTo>
                <a:lnTo>
                  <a:pt x="52" y="127"/>
                </a:lnTo>
                <a:lnTo>
                  <a:pt x="52" y="512"/>
                </a:lnTo>
                <a:moveTo>
                  <a:pt x="194" y="449"/>
                </a:moveTo>
                <a:lnTo>
                  <a:pt x="157" y="412"/>
                </a:lnTo>
                <a:lnTo>
                  <a:pt x="247" y="320"/>
                </a:lnTo>
                <a:lnTo>
                  <a:pt x="156" y="227"/>
                </a:lnTo>
                <a:lnTo>
                  <a:pt x="194" y="190"/>
                </a:lnTo>
                <a:lnTo>
                  <a:pt x="322" y="320"/>
                </a:lnTo>
                <a:lnTo>
                  <a:pt x="194" y="449"/>
                </a:lnTo>
                <a:moveTo>
                  <a:pt x="361" y="452"/>
                </a:moveTo>
                <a:lnTo>
                  <a:pt x="361" y="399"/>
                </a:lnTo>
                <a:lnTo>
                  <a:pt x="555" y="399"/>
                </a:lnTo>
                <a:lnTo>
                  <a:pt x="555" y="452"/>
                </a:lnTo>
                <a:lnTo>
                  <a:pt x="361" y="452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9105840" y="3865320"/>
            <a:ext cx="953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遮断の確認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5" name=""/>
          <p:cNvSpPr/>
          <p:nvPr/>
        </p:nvSpPr>
        <p:spPr>
          <a:xfrm>
            <a:off x="8172360" y="4514760"/>
            <a:ext cx="19440" cy="457560"/>
          </a:xfrm>
          <a:custGeom>
            <a:avLst/>
            <a:gdLst/>
            <a:ah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56" name=""/>
          <p:cNvSpPr/>
          <p:nvPr/>
        </p:nvSpPr>
        <p:spPr>
          <a:xfrm>
            <a:off x="8172360" y="496224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58" y="0"/>
                </a:lnTo>
                <a:lnTo>
                  <a:pt x="158" y="54"/>
                </a:lnTo>
                <a:lnTo>
                  <a:pt x="0" y="54"/>
                </a:lnTo>
                <a:lnTo>
                  <a:pt x="0" y="0"/>
                </a:lnTo>
                <a:moveTo>
                  <a:pt x="249" y="0"/>
                </a:moveTo>
                <a:lnTo>
                  <a:pt x="408" y="0"/>
                </a:lnTo>
                <a:lnTo>
                  <a:pt x="408" y="54"/>
                </a:lnTo>
                <a:lnTo>
                  <a:pt x="249" y="54"/>
                </a:lnTo>
                <a:lnTo>
                  <a:pt x="249" y="0"/>
                </a:lnTo>
                <a:moveTo>
                  <a:pt x="499" y="0"/>
                </a:moveTo>
                <a:lnTo>
                  <a:pt x="657" y="0"/>
                </a:lnTo>
                <a:lnTo>
                  <a:pt x="657" y="54"/>
                </a:lnTo>
                <a:lnTo>
                  <a:pt x="499" y="54"/>
                </a:lnTo>
                <a:lnTo>
                  <a:pt x="499" y="0"/>
                </a:lnTo>
                <a:moveTo>
                  <a:pt x="748" y="0"/>
                </a:moveTo>
                <a:lnTo>
                  <a:pt x="907" y="0"/>
                </a:lnTo>
                <a:lnTo>
                  <a:pt x="907" y="54"/>
                </a:lnTo>
                <a:lnTo>
                  <a:pt x="748" y="54"/>
                </a:lnTo>
                <a:lnTo>
                  <a:pt x="748" y="0"/>
                </a:lnTo>
                <a:moveTo>
                  <a:pt x="998" y="0"/>
                </a:moveTo>
                <a:lnTo>
                  <a:pt x="1157" y="0"/>
                </a:lnTo>
                <a:lnTo>
                  <a:pt x="1157" y="54"/>
                </a:lnTo>
                <a:lnTo>
                  <a:pt x="998" y="54"/>
                </a:lnTo>
                <a:lnTo>
                  <a:pt x="998" y="0"/>
                </a:lnTo>
                <a:moveTo>
                  <a:pt x="1248" y="0"/>
                </a:moveTo>
                <a:lnTo>
                  <a:pt x="1407" y="0"/>
                </a:lnTo>
                <a:lnTo>
                  <a:pt x="1407" y="54"/>
                </a:lnTo>
                <a:lnTo>
                  <a:pt x="1248" y="54"/>
                </a:lnTo>
                <a:lnTo>
                  <a:pt x="1248" y="0"/>
                </a:lnTo>
                <a:moveTo>
                  <a:pt x="1498" y="0"/>
                </a:moveTo>
                <a:lnTo>
                  <a:pt x="1656" y="0"/>
                </a:lnTo>
                <a:lnTo>
                  <a:pt x="1656" y="54"/>
                </a:lnTo>
                <a:lnTo>
                  <a:pt x="1498" y="54"/>
                </a:lnTo>
                <a:lnTo>
                  <a:pt x="1498" y="0"/>
                </a:lnTo>
                <a:moveTo>
                  <a:pt x="1747" y="0"/>
                </a:moveTo>
                <a:lnTo>
                  <a:pt x="1906" y="0"/>
                </a:lnTo>
                <a:lnTo>
                  <a:pt x="1906" y="54"/>
                </a:lnTo>
                <a:lnTo>
                  <a:pt x="1747" y="54"/>
                </a:lnTo>
                <a:lnTo>
                  <a:pt x="1747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57" name=""/>
          <p:cNvSpPr/>
          <p:nvPr/>
        </p:nvSpPr>
        <p:spPr>
          <a:xfrm>
            <a:off x="8362800" y="481932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0" y="0"/>
                </a:moveTo>
                <a:lnTo>
                  <a:pt x="848" y="0"/>
                </a:lnTo>
                <a:lnTo>
                  <a:pt x="84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8" name=""/>
          <p:cNvSpPr/>
          <p:nvPr/>
        </p:nvSpPr>
        <p:spPr>
          <a:xfrm>
            <a:off x="8388000" y="4844880"/>
            <a:ext cx="254520" cy="254520"/>
          </a:xfrm>
          <a:custGeom>
            <a:avLst/>
            <a:gdLst/>
            <a:ahLst/>
            <a:rect l="0" t="0" r="r" b="b"/>
            <a:pathLst>
              <a:path w="707" h="707">
                <a:moveTo>
                  <a:pt x="216" y="679"/>
                </a:moveTo>
                <a:cubicBezTo>
                  <a:pt x="173" y="660"/>
                  <a:pt x="135" y="635"/>
                  <a:pt x="104" y="603"/>
                </a:cubicBezTo>
                <a:cubicBezTo>
                  <a:pt x="72" y="572"/>
                  <a:pt x="47" y="534"/>
                  <a:pt x="28" y="491"/>
                </a:cubicBezTo>
                <a:cubicBezTo>
                  <a:pt x="10" y="448"/>
                  <a:pt x="0" y="403"/>
                  <a:pt x="0" y="354"/>
                </a:cubicBezTo>
                <a:cubicBezTo>
                  <a:pt x="0" y="305"/>
                  <a:pt x="10" y="258"/>
                  <a:pt x="28" y="215"/>
                </a:cubicBezTo>
                <a:cubicBezTo>
                  <a:pt x="47" y="172"/>
                  <a:pt x="72" y="135"/>
                  <a:pt x="104" y="103"/>
                </a:cubicBezTo>
                <a:cubicBezTo>
                  <a:pt x="135" y="71"/>
                  <a:pt x="173" y="46"/>
                  <a:pt x="216" y="28"/>
                </a:cubicBezTo>
                <a:cubicBezTo>
                  <a:pt x="259" y="9"/>
                  <a:pt x="304" y="0"/>
                  <a:pt x="354" y="0"/>
                </a:cubicBezTo>
                <a:cubicBezTo>
                  <a:pt x="403" y="0"/>
                  <a:pt x="449" y="9"/>
                  <a:pt x="492" y="28"/>
                </a:cubicBezTo>
                <a:cubicBezTo>
                  <a:pt x="535" y="46"/>
                  <a:pt x="572" y="71"/>
                  <a:pt x="604" y="103"/>
                </a:cubicBezTo>
                <a:cubicBezTo>
                  <a:pt x="636" y="135"/>
                  <a:pt x="661" y="172"/>
                  <a:pt x="679" y="215"/>
                </a:cubicBezTo>
                <a:cubicBezTo>
                  <a:pt x="698" y="258"/>
                  <a:pt x="707" y="305"/>
                  <a:pt x="707" y="354"/>
                </a:cubicBezTo>
                <a:cubicBezTo>
                  <a:pt x="707" y="403"/>
                  <a:pt x="698" y="448"/>
                  <a:pt x="679" y="491"/>
                </a:cubicBezTo>
                <a:cubicBezTo>
                  <a:pt x="661" y="534"/>
                  <a:pt x="636" y="572"/>
                  <a:pt x="604" y="603"/>
                </a:cubicBezTo>
                <a:cubicBezTo>
                  <a:pt x="572" y="635"/>
                  <a:pt x="535" y="660"/>
                  <a:pt x="492" y="679"/>
                </a:cubicBezTo>
                <a:cubicBezTo>
                  <a:pt x="449" y="697"/>
                  <a:pt x="403" y="707"/>
                  <a:pt x="354" y="707"/>
                </a:cubicBezTo>
                <a:cubicBezTo>
                  <a:pt x="304" y="707"/>
                  <a:pt x="259" y="697"/>
                  <a:pt x="216" y="679"/>
                </a:cubicBezTo>
                <a:moveTo>
                  <a:pt x="354" y="654"/>
                </a:moveTo>
                <a:cubicBezTo>
                  <a:pt x="390" y="654"/>
                  <a:pt x="425" y="648"/>
                  <a:pt x="458" y="636"/>
                </a:cubicBezTo>
                <a:cubicBezTo>
                  <a:pt x="491" y="623"/>
                  <a:pt x="521" y="606"/>
                  <a:pt x="547" y="583"/>
                </a:cubicBezTo>
                <a:lnTo>
                  <a:pt x="124" y="160"/>
                </a:lnTo>
                <a:cubicBezTo>
                  <a:pt x="102" y="187"/>
                  <a:pt x="84" y="217"/>
                  <a:pt x="72" y="250"/>
                </a:cubicBezTo>
                <a:cubicBezTo>
                  <a:pt x="60" y="283"/>
                  <a:pt x="53" y="318"/>
                  <a:pt x="53" y="354"/>
                </a:cubicBezTo>
                <a:cubicBezTo>
                  <a:pt x="53" y="437"/>
                  <a:pt x="82" y="508"/>
                  <a:pt x="141" y="566"/>
                </a:cubicBezTo>
                <a:cubicBezTo>
                  <a:pt x="199" y="625"/>
                  <a:pt x="270" y="654"/>
                  <a:pt x="354" y="654"/>
                </a:cubicBezTo>
                <a:moveTo>
                  <a:pt x="583" y="547"/>
                </a:moveTo>
                <a:cubicBezTo>
                  <a:pt x="604" y="520"/>
                  <a:pt x="622" y="491"/>
                  <a:pt x="635" y="457"/>
                </a:cubicBezTo>
                <a:cubicBezTo>
                  <a:pt x="648" y="424"/>
                  <a:pt x="654" y="390"/>
                  <a:pt x="654" y="354"/>
                </a:cubicBezTo>
                <a:cubicBezTo>
                  <a:pt x="654" y="269"/>
                  <a:pt x="625" y="198"/>
                  <a:pt x="567" y="140"/>
                </a:cubicBezTo>
                <a:cubicBezTo>
                  <a:pt x="509" y="82"/>
                  <a:pt x="438" y="53"/>
                  <a:pt x="354" y="53"/>
                </a:cubicBezTo>
                <a:cubicBezTo>
                  <a:pt x="319" y="53"/>
                  <a:pt x="283" y="59"/>
                  <a:pt x="250" y="71"/>
                </a:cubicBezTo>
                <a:cubicBezTo>
                  <a:pt x="217" y="84"/>
                  <a:pt x="187" y="101"/>
                  <a:pt x="160" y="124"/>
                </a:cubicBezTo>
                <a:lnTo>
                  <a:pt x="583" y="547"/>
                </a:lnTo>
                <a:moveTo>
                  <a:pt x="354" y="354"/>
                </a:moveTo>
                <a:lnTo>
                  <a:pt x="354" y="354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9410760" y="4827240"/>
            <a:ext cx="171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それ以外のコマンド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8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4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609480" y="392760"/>
            <a:ext cx="24012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ファイルの隔離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6" name=""/>
          <p:cNvSpPr/>
          <p:nvPr/>
        </p:nvSpPr>
        <p:spPr>
          <a:xfrm>
            <a:off x="609480" y="1599840"/>
            <a:ext cx="5334120" cy="4800960"/>
          </a:xfrm>
          <a:custGeom>
            <a:avLst/>
            <a:gdLst/>
            <a:ahLst/>
            <a:rect l="0" t="0" r="r" b="b"/>
            <a:pathLst>
              <a:path w="14817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3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5" y="72"/>
                  <a:pt x="14774" y="83"/>
                  <a:pt x="14782" y="95"/>
                </a:cubicBezTo>
                <a:cubicBezTo>
                  <a:pt x="14790" y="106"/>
                  <a:pt x="14796" y="118"/>
                  <a:pt x="14801" y="131"/>
                </a:cubicBezTo>
                <a:cubicBezTo>
                  <a:pt x="14807" y="144"/>
                  <a:pt x="14811" y="157"/>
                  <a:pt x="14813" y="171"/>
                </a:cubicBezTo>
                <a:cubicBezTo>
                  <a:pt x="14816" y="185"/>
                  <a:pt x="14817" y="198"/>
                  <a:pt x="14817" y="212"/>
                </a:cubicBezTo>
                <a:lnTo>
                  <a:pt x="14817" y="13125"/>
                </a:lnTo>
                <a:cubicBezTo>
                  <a:pt x="14817" y="13139"/>
                  <a:pt x="14816" y="13152"/>
                  <a:pt x="14813" y="13166"/>
                </a:cubicBezTo>
                <a:cubicBezTo>
                  <a:pt x="14811" y="13180"/>
                  <a:pt x="14807" y="13193"/>
                  <a:pt x="14801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5" y="13265"/>
                  <a:pt x="14756" y="13275"/>
                </a:cubicBezTo>
                <a:cubicBezTo>
                  <a:pt x="14746" y="13284"/>
                  <a:pt x="14735" y="13293"/>
                  <a:pt x="14723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3" y="13335"/>
                  <a:pt x="14620" y="13336"/>
                  <a:pt x="14606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609480" y="1090800"/>
            <a:ext cx="77349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一般ユーザーには、ホストとの境界で作業フォルダだけを見せる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8" name=""/>
          <p:cNvSpPr/>
          <p:nvPr/>
        </p:nvSpPr>
        <p:spPr>
          <a:xfrm>
            <a:off x="942840" y="3400200"/>
            <a:ext cx="1314720" cy="1581480"/>
          </a:xfrm>
          <a:custGeom>
            <a:avLst/>
            <a:gdLst/>
            <a:ahLst/>
            <a:rect l="0" t="0" r="r" b="b"/>
            <a:pathLst>
              <a:path w="3652" h="4393">
                <a:moveTo>
                  <a:pt x="0" y="420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467" y="0"/>
                </a:lnTo>
                <a:cubicBezTo>
                  <a:pt x="3479" y="0"/>
                  <a:pt x="3491" y="1"/>
                  <a:pt x="3503" y="4"/>
                </a:cubicBezTo>
                <a:cubicBezTo>
                  <a:pt x="3515" y="6"/>
                  <a:pt x="3527" y="10"/>
                  <a:pt x="3538" y="14"/>
                </a:cubicBezTo>
                <a:cubicBezTo>
                  <a:pt x="3549" y="19"/>
                  <a:pt x="3560" y="25"/>
                  <a:pt x="3570" y="31"/>
                </a:cubicBezTo>
                <a:cubicBezTo>
                  <a:pt x="3580" y="38"/>
                  <a:pt x="3589" y="46"/>
                  <a:pt x="3598" y="54"/>
                </a:cubicBezTo>
                <a:cubicBezTo>
                  <a:pt x="3606" y="63"/>
                  <a:pt x="3614" y="72"/>
                  <a:pt x="3621" y="82"/>
                </a:cubicBezTo>
                <a:cubicBezTo>
                  <a:pt x="3628" y="93"/>
                  <a:pt x="3633" y="103"/>
                  <a:pt x="3638" y="114"/>
                </a:cubicBezTo>
                <a:cubicBezTo>
                  <a:pt x="3643" y="126"/>
                  <a:pt x="3646" y="137"/>
                  <a:pt x="3649" y="149"/>
                </a:cubicBezTo>
                <a:cubicBezTo>
                  <a:pt x="3651" y="161"/>
                  <a:pt x="3652" y="173"/>
                  <a:pt x="3652" y="185"/>
                </a:cubicBezTo>
                <a:lnTo>
                  <a:pt x="3652" y="4208"/>
                </a:lnTo>
                <a:cubicBezTo>
                  <a:pt x="3652" y="4220"/>
                  <a:pt x="3651" y="4232"/>
                  <a:pt x="3649" y="4244"/>
                </a:cubicBezTo>
                <a:cubicBezTo>
                  <a:pt x="3646" y="4256"/>
                  <a:pt x="3643" y="4268"/>
                  <a:pt x="3638" y="4279"/>
                </a:cubicBezTo>
                <a:cubicBezTo>
                  <a:pt x="3633" y="4290"/>
                  <a:pt x="3628" y="4301"/>
                  <a:pt x="3621" y="4311"/>
                </a:cubicBezTo>
                <a:cubicBezTo>
                  <a:pt x="3614" y="4321"/>
                  <a:pt x="3606" y="4330"/>
                  <a:pt x="3598" y="4339"/>
                </a:cubicBezTo>
                <a:cubicBezTo>
                  <a:pt x="3589" y="4348"/>
                  <a:pt x="3580" y="4355"/>
                  <a:pt x="3570" y="4362"/>
                </a:cubicBezTo>
                <a:cubicBezTo>
                  <a:pt x="3560" y="4369"/>
                  <a:pt x="3549" y="4374"/>
                  <a:pt x="3538" y="4379"/>
                </a:cubicBezTo>
                <a:cubicBezTo>
                  <a:pt x="3527" y="4384"/>
                  <a:pt x="3515" y="4387"/>
                  <a:pt x="3503" y="4390"/>
                </a:cubicBezTo>
                <a:cubicBezTo>
                  <a:pt x="3491" y="4392"/>
                  <a:pt x="3479" y="4393"/>
                  <a:pt x="3467" y="4393"/>
                </a:cubicBezTo>
                <a:lnTo>
                  <a:pt x="185" y="4393"/>
                </a:lnTo>
                <a:cubicBezTo>
                  <a:pt x="173" y="4393"/>
                  <a:pt x="161" y="4392"/>
                  <a:pt x="149" y="4390"/>
                </a:cubicBezTo>
                <a:cubicBezTo>
                  <a:pt x="137" y="4387"/>
                  <a:pt x="125" y="4384"/>
                  <a:pt x="114" y="4379"/>
                </a:cubicBezTo>
                <a:cubicBezTo>
                  <a:pt x="103" y="4374"/>
                  <a:pt x="92" y="4369"/>
                  <a:pt x="82" y="4362"/>
                </a:cubicBezTo>
                <a:cubicBezTo>
                  <a:pt x="72" y="4355"/>
                  <a:pt x="63" y="4348"/>
                  <a:pt x="54" y="4339"/>
                </a:cubicBezTo>
                <a:cubicBezTo>
                  <a:pt x="46" y="4330"/>
                  <a:pt x="38" y="4321"/>
                  <a:pt x="31" y="4311"/>
                </a:cubicBezTo>
                <a:cubicBezTo>
                  <a:pt x="24" y="4301"/>
                  <a:pt x="19" y="4290"/>
                  <a:pt x="14" y="4279"/>
                </a:cubicBezTo>
                <a:cubicBezTo>
                  <a:pt x="9" y="4268"/>
                  <a:pt x="6" y="4256"/>
                  <a:pt x="3" y="4244"/>
                </a:cubicBezTo>
                <a:cubicBezTo>
                  <a:pt x="1" y="4232"/>
                  <a:pt x="0" y="4220"/>
                  <a:pt x="0" y="420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9" name=""/>
          <p:cNvSpPr/>
          <p:nvPr/>
        </p:nvSpPr>
        <p:spPr>
          <a:xfrm>
            <a:off x="942840" y="3400200"/>
            <a:ext cx="1314720" cy="1581480"/>
          </a:xfrm>
          <a:custGeom>
            <a:avLst/>
            <a:gdLst/>
            <a:ahLst/>
            <a:rect l="0" t="0" r="r" b="b"/>
            <a:pathLst>
              <a:path w="3652" h="4393">
                <a:moveTo>
                  <a:pt x="0" y="420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467" y="0"/>
                </a:lnTo>
                <a:cubicBezTo>
                  <a:pt x="3479" y="0"/>
                  <a:pt x="3491" y="1"/>
                  <a:pt x="3503" y="4"/>
                </a:cubicBezTo>
                <a:cubicBezTo>
                  <a:pt x="3515" y="6"/>
                  <a:pt x="3527" y="10"/>
                  <a:pt x="3538" y="14"/>
                </a:cubicBezTo>
                <a:cubicBezTo>
                  <a:pt x="3549" y="19"/>
                  <a:pt x="3560" y="25"/>
                  <a:pt x="3570" y="31"/>
                </a:cubicBezTo>
                <a:cubicBezTo>
                  <a:pt x="3580" y="38"/>
                  <a:pt x="3589" y="46"/>
                  <a:pt x="3598" y="54"/>
                </a:cubicBezTo>
                <a:cubicBezTo>
                  <a:pt x="3606" y="63"/>
                  <a:pt x="3614" y="72"/>
                  <a:pt x="3621" y="82"/>
                </a:cubicBezTo>
                <a:cubicBezTo>
                  <a:pt x="3628" y="93"/>
                  <a:pt x="3633" y="103"/>
                  <a:pt x="3638" y="114"/>
                </a:cubicBezTo>
                <a:cubicBezTo>
                  <a:pt x="3643" y="126"/>
                  <a:pt x="3646" y="137"/>
                  <a:pt x="3649" y="149"/>
                </a:cubicBezTo>
                <a:cubicBezTo>
                  <a:pt x="3651" y="161"/>
                  <a:pt x="3652" y="173"/>
                  <a:pt x="3652" y="185"/>
                </a:cubicBezTo>
                <a:lnTo>
                  <a:pt x="3652" y="4208"/>
                </a:lnTo>
                <a:cubicBezTo>
                  <a:pt x="3652" y="4220"/>
                  <a:pt x="3651" y="4232"/>
                  <a:pt x="3649" y="4244"/>
                </a:cubicBezTo>
                <a:cubicBezTo>
                  <a:pt x="3646" y="4256"/>
                  <a:pt x="3643" y="4268"/>
                  <a:pt x="3638" y="4279"/>
                </a:cubicBezTo>
                <a:cubicBezTo>
                  <a:pt x="3633" y="4290"/>
                  <a:pt x="3628" y="4301"/>
                  <a:pt x="3621" y="4311"/>
                </a:cubicBezTo>
                <a:cubicBezTo>
                  <a:pt x="3614" y="4321"/>
                  <a:pt x="3606" y="4330"/>
                  <a:pt x="3598" y="4339"/>
                </a:cubicBezTo>
                <a:cubicBezTo>
                  <a:pt x="3589" y="4348"/>
                  <a:pt x="3580" y="4355"/>
                  <a:pt x="3570" y="4362"/>
                </a:cubicBezTo>
                <a:cubicBezTo>
                  <a:pt x="3560" y="4369"/>
                  <a:pt x="3549" y="4374"/>
                  <a:pt x="3538" y="4379"/>
                </a:cubicBezTo>
                <a:cubicBezTo>
                  <a:pt x="3527" y="4384"/>
                  <a:pt x="3515" y="4387"/>
                  <a:pt x="3503" y="4390"/>
                </a:cubicBezTo>
                <a:cubicBezTo>
                  <a:pt x="3491" y="4392"/>
                  <a:pt x="3479" y="4393"/>
                  <a:pt x="3467" y="4393"/>
                </a:cubicBezTo>
                <a:lnTo>
                  <a:pt x="185" y="4393"/>
                </a:lnTo>
                <a:cubicBezTo>
                  <a:pt x="173" y="4393"/>
                  <a:pt x="161" y="4392"/>
                  <a:pt x="149" y="4390"/>
                </a:cubicBezTo>
                <a:cubicBezTo>
                  <a:pt x="137" y="4387"/>
                  <a:pt x="125" y="4384"/>
                  <a:pt x="114" y="4379"/>
                </a:cubicBezTo>
                <a:cubicBezTo>
                  <a:pt x="103" y="4374"/>
                  <a:pt x="92" y="4369"/>
                  <a:pt x="82" y="4362"/>
                </a:cubicBezTo>
                <a:cubicBezTo>
                  <a:pt x="72" y="4355"/>
                  <a:pt x="63" y="4348"/>
                  <a:pt x="54" y="4339"/>
                </a:cubicBezTo>
                <a:cubicBezTo>
                  <a:pt x="46" y="4330"/>
                  <a:pt x="38" y="4321"/>
                  <a:pt x="31" y="4311"/>
                </a:cubicBezTo>
                <a:cubicBezTo>
                  <a:pt x="24" y="4301"/>
                  <a:pt x="19" y="4290"/>
                  <a:pt x="14" y="4279"/>
                </a:cubicBezTo>
                <a:cubicBezTo>
                  <a:pt x="9" y="4268"/>
                  <a:pt x="6" y="4256"/>
                  <a:pt x="3" y="4244"/>
                </a:cubicBezTo>
                <a:cubicBezTo>
                  <a:pt x="1" y="4232"/>
                  <a:pt x="0" y="4220"/>
                  <a:pt x="0" y="420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0" name=""/>
          <p:cNvSpPr/>
          <p:nvPr/>
        </p:nvSpPr>
        <p:spPr>
          <a:xfrm>
            <a:off x="1342800" y="3731400"/>
            <a:ext cx="514800" cy="576360"/>
          </a:xfrm>
          <a:custGeom>
            <a:avLst/>
            <a:gdLst/>
            <a:ahLst/>
            <a:rect l="0" t="0" r="r" b="b"/>
            <a:pathLst>
              <a:path w="1430" h="1601">
                <a:moveTo>
                  <a:pt x="655" y="1448"/>
                </a:moveTo>
                <a:lnTo>
                  <a:pt x="655" y="835"/>
                </a:lnTo>
                <a:lnTo>
                  <a:pt x="119" y="525"/>
                </a:lnTo>
                <a:lnTo>
                  <a:pt x="119" y="1138"/>
                </a:lnTo>
                <a:lnTo>
                  <a:pt x="655" y="1448"/>
                </a:lnTo>
                <a:moveTo>
                  <a:pt x="774" y="1448"/>
                </a:moveTo>
                <a:lnTo>
                  <a:pt x="1311" y="1138"/>
                </a:lnTo>
                <a:lnTo>
                  <a:pt x="1311" y="523"/>
                </a:lnTo>
                <a:lnTo>
                  <a:pt x="774" y="834"/>
                </a:lnTo>
                <a:lnTo>
                  <a:pt x="774" y="1448"/>
                </a:lnTo>
                <a:moveTo>
                  <a:pt x="714" y="733"/>
                </a:moveTo>
                <a:lnTo>
                  <a:pt x="1242" y="426"/>
                </a:lnTo>
                <a:lnTo>
                  <a:pt x="714" y="120"/>
                </a:lnTo>
                <a:lnTo>
                  <a:pt x="185" y="426"/>
                </a:lnTo>
                <a:lnTo>
                  <a:pt x="714" y="733"/>
                </a:lnTo>
                <a:moveTo>
                  <a:pt x="60" y="1241"/>
                </a:moveTo>
                <a:cubicBezTo>
                  <a:pt x="41" y="1230"/>
                  <a:pt x="26" y="1216"/>
                  <a:pt x="16" y="1197"/>
                </a:cubicBezTo>
                <a:cubicBezTo>
                  <a:pt x="5" y="1179"/>
                  <a:pt x="0" y="1159"/>
                  <a:pt x="0" y="1138"/>
                </a:cubicBezTo>
                <a:lnTo>
                  <a:pt x="0" y="464"/>
                </a:lnTo>
                <a:cubicBezTo>
                  <a:pt x="0" y="442"/>
                  <a:pt x="5" y="423"/>
                  <a:pt x="16" y="404"/>
                </a:cubicBezTo>
                <a:cubicBezTo>
                  <a:pt x="26" y="386"/>
                  <a:pt x="41" y="372"/>
                  <a:pt x="60" y="360"/>
                </a:cubicBezTo>
                <a:lnTo>
                  <a:pt x="655" y="16"/>
                </a:lnTo>
                <a:cubicBezTo>
                  <a:pt x="674" y="6"/>
                  <a:pt x="694" y="0"/>
                  <a:pt x="715" y="0"/>
                </a:cubicBezTo>
                <a:cubicBezTo>
                  <a:pt x="736" y="0"/>
                  <a:pt x="756" y="6"/>
                  <a:pt x="774" y="16"/>
                </a:cubicBezTo>
                <a:lnTo>
                  <a:pt x="1370" y="360"/>
                </a:lnTo>
                <a:cubicBezTo>
                  <a:pt x="1389" y="372"/>
                  <a:pt x="1404" y="386"/>
                  <a:pt x="1414" y="404"/>
                </a:cubicBezTo>
                <a:cubicBezTo>
                  <a:pt x="1425" y="423"/>
                  <a:pt x="1430" y="442"/>
                  <a:pt x="1430" y="464"/>
                </a:cubicBezTo>
                <a:lnTo>
                  <a:pt x="1430" y="1138"/>
                </a:lnTo>
                <a:cubicBezTo>
                  <a:pt x="1430" y="1159"/>
                  <a:pt x="1425" y="1179"/>
                  <a:pt x="1414" y="1197"/>
                </a:cubicBezTo>
                <a:cubicBezTo>
                  <a:pt x="1404" y="1216"/>
                  <a:pt x="1389" y="1230"/>
                  <a:pt x="1370" y="1241"/>
                </a:cubicBezTo>
                <a:lnTo>
                  <a:pt x="774" y="1585"/>
                </a:lnTo>
                <a:cubicBezTo>
                  <a:pt x="755" y="1595"/>
                  <a:pt x="735" y="1601"/>
                  <a:pt x="714" y="1601"/>
                </a:cubicBezTo>
                <a:cubicBezTo>
                  <a:pt x="693" y="1601"/>
                  <a:pt x="673" y="1595"/>
                  <a:pt x="655" y="1585"/>
                </a:cubicBezTo>
                <a:lnTo>
                  <a:pt x="60" y="1241"/>
                </a:lnTo>
                <a:moveTo>
                  <a:pt x="714" y="801"/>
                </a:moveTo>
                <a:lnTo>
                  <a:pt x="714" y="801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799920" y="1716120"/>
            <a:ext cx="4572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ホストから渡すのは作業フォルダだけである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2" name=""/>
          <p:cNvSpPr/>
          <p:nvPr/>
        </p:nvSpPr>
        <p:spPr>
          <a:xfrm>
            <a:off x="6248160" y="1599840"/>
            <a:ext cx="5334480" cy="4800960"/>
          </a:xfrm>
          <a:custGeom>
            <a:avLst/>
            <a:gdLst/>
            <a:ahLst/>
            <a:rect l="0" t="0" r="r" b="b"/>
            <a:pathLst>
              <a:path w="14818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2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5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5"/>
                </a:cubicBezTo>
                <a:cubicBezTo>
                  <a:pt x="184" y="2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4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6" y="72"/>
                  <a:pt x="14774" y="83"/>
                  <a:pt x="14782" y="95"/>
                </a:cubicBezTo>
                <a:cubicBezTo>
                  <a:pt x="14790" y="106"/>
                  <a:pt x="14796" y="118"/>
                  <a:pt x="14802" y="131"/>
                </a:cubicBezTo>
                <a:cubicBezTo>
                  <a:pt x="14807" y="144"/>
                  <a:pt x="14811" y="157"/>
                  <a:pt x="14814" y="171"/>
                </a:cubicBezTo>
                <a:cubicBezTo>
                  <a:pt x="14816" y="185"/>
                  <a:pt x="14818" y="198"/>
                  <a:pt x="14818" y="212"/>
                </a:cubicBezTo>
                <a:lnTo>
                  <a:pt x="14818" y="13125"/>
                </a:lnTo>
                <a:cubicBezTo>
                  <a:pt x="14818" y="13139"/>
                  <a:pt x="14816" y="13152"/>
                  <a:pt x="14814" y="13166"/>
                </a:cubicBezTo>
                <a:cubicBezTo>
                  <a:pt x="14811" y="13180"/>
                  <a:pt x="14807" y="13193"/>
                  <a:pt x="14802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6" y="13265"/>
                  <a:pt x="14756" y="13275"/>
                </a:cubicBezTo>
                <a:cubicBezTo>
                  <a:pt x="14746" y="13284"/>
                  <a:pt x="14735" y="13293"/>
                  <a:pt x="14724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4" y="13335"/>
                  <a:pt x="14620" y="13336"/>
                  <a:pt x="14606" y="13336"/>
                </a:cubicBezTo>
                <a:lnTo>
                  <a:pt x="212" y="13336"/>
                </a:lnTo>
                <a:cubicBezTo>
                  <a:pt x="198" y="13336"/>
                  <a:pt x="184" y="13335"/>
                  <a:pt x="171" y="13332"/>
                </a:cubicBezTo>
                <a:cubicBezTo>
                  <a:pt x="157" y="13330"/>
                  <a:pt x="144" y="13326"/>
                  <a:pt x="131" y="13320"/>
                </a:cubicBezTo>
                <a:cubicBezTo>
                  <a:pt x="118" y="13315"/>
                  <a:pt x="106" y="13309"/>
                  <a:pt x="94" y="13301"/>
                </a:cubicBezTo>
                <a:cubicBezTo>
                  <a:pt x="83" y="13293"/>
                  <a:pt x="72" y="13284"/>
                  <a:pt x="62" y="13275"/>
                </a:cubicBezTo>
                <a:cubicBezTo>
                  <a:pt x="52" y="13265"/>
                  <a:pt x="44" y="13254"/>
                  <a:pt x="36" y="13242"/>
                </a:cubicBezTo>
                <a:cubicBezTo>
                  <a:pt x="28" y="13231"/>
                  <a:pt x="22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2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1143000" y="4363920"/>
            <a:ext cx="915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6438960" y="1716120"/>
            <a:ext cx="3886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鍵は見えないがホストの認証は使える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 3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5" name=""/>
          <p:cNvSpPr/>
          <p:nvPr/>
        </p:nvSpPr>
        <p:spPr>
          <a:xfrm>
            <a:off x="6991200" y="2676240"/>
            <a:ext cx="3848400" cy="476640"/>
          </a:xfrm>
          <a:custGeom>
            <a:avLst/>
            <a:gdLst/>
            <a:ahLst/>
            <a:rect l="0" t="0" r="r" b="b"/>
            <a:pathLst>
              <a:path w="10690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0505" y="0"/>
                </a:lnTo>
                <a:cubicBezTo>
                  <a:pt x="10517" y="0"/>
                  <a:pt x="10529" y="1"/>
                  <a:pt x="10541" y="4"/>
                </a:cubicBezTo>
                <a:cubicBezTo>
                  <a:pt x="10553" y="6"/>
                  <a:pt x="10565" y="10"/>
                  <a:pt x="10576" y="14"/>
                </a:cubicBezTo>
                <a:cubicBezTo>
                  <a:pt x="10587" y="19"/>
                  <a:pt x="10598" y="25"/>
                  <a:pt x="10608" y="32"/>
                </a:cubicBezTo>
                <a:cubicBezTo>
                  <a:pt x="10618" y="38"/>
                  <a:pt x="10627" y="46"/>
                  <a:pt x="10636" y="55"/>
                </a:cubicBezTo>
                <a:cubicBezTo>
                  <a:pt x="10644" y="63"/>
                  <a:pt x="10652" y="72"/>
                  <a:pt x="10659" y="83"/>
                </a:cubicBezTo>
                <a:cubicBezTo>
                  <a:pt x="10666" y="93"/>
                  <a:pt x="10671" y="103"/>
                  <a:pt x="10676" y="115"/>
                </a:cubicBezTo>
                <a:cubicBezTo>
                  <a:pt x="10681" y="126"/>
                  <a:pt x="10684" y="137"/>
                  <a:pt x="10687" y="149"/>
                </a:cubicBezTo>
                <a:cubicBezTo>
                  <a:pt x="10689" y="161"/>
                  <a:pt x="10690" y="173"/>
                  <a:pt x="10690" y="185"/>
                </a:cubicBezTo>
                <a:lnTo>
                  <a:pt x="10690" y="1138"/>
                </a:lnTo>
                <a:cubicBezTo>
                  <a:pt x="10690" y="1150"/>
                  <a:pt x="10689" y="1163"/>
                  <a:pt x="10687" y="1175"/>
                </a:cubicBezTo>
                <a:cubicBezTo>
                  <a:pt x="10684" y="1187"/>
                  <a:pt x="10681" y="1199"/>
                  <a:pt x="10676" y="1210"/>
                </a:cubicBezTo>
                <a:cubicBezTo>
                  <a:pt x="10671" y="1221"/>
                  <a:pt x="10666" y="1232"/>
                  <a:pt x="10659" y="1242"/>
                </a:cubicBezTo>
                <a:cubicBezTo>
                  <a:pt x="10652" y="1252"/>
                  <a:pt x="10644" y="1261"/>
                  <a:pt x="10636" y="1270"/>
                </a:cubicBezTo>
                <a:cubicBezTo>
                  <a:pt x="10627" y="1279"/>
                  <a:pt x="10618" y="1286"/>
                  <a:pt x="10608" y="1293"/>
                </a:cubicBezTo>
                <a:cubicBezTo>
                  <a:pt x="10598" y="1300"/>
                  <a:pt x="10587" y="1305"/>
                  <a:pt x="10576" y="1310"/>
                </a:cubicBezTo>
                <a:cubicBezTo>
                  <a:pt x="10565" y="1315"/>
                  <a:pt x="10553" y="1318"/>
                  <a:pt x="10541" y="1321"/>
                </a:cubicBezTo>
                <a:cubicBezTo>
                  <a:pt x="10529" y="1323"/>
                  <a:pt x="10517" y="1324"/>
                  <a:pt x="10505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4" y="1232"/>
                  <a:pt x="19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6" name=""/>
          <p:cNvSpPr/>
          <p:nvPr/>
        </p:nvSpPr>
        <p:spPr>
          <a:xfrm>
            <a:off x="6991200" y="2676240"/>
            <a:ext cx="3848400" cy="476640"/>
          </a:xfrm>
          <a:custGeom>
            <a:avLst/>
            <a:gdLst/>
            <a:ahLst/>
            <a:rect l="0" t="0" r="r" b="b"/>
            <a:pathLst>
              <a:path w="10690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0505" y="0"/>
                </a:lnTo>
                <a:cubicBezTo>
                  <a:pt x="10517" y="0"/>
                  <a:pt x="10529" y="1"/>
                  <a:pt x="10541" y="4"/>
                </a:cubicBezTo>
                <a:cubicBezTo>
                  <a:pt x="10553" y="6"/>
                  <a:pt x="10565" y="10"/>
                  <a:pt x="10576" y="14"/>
                </a:cubicBezTo>
                <a:cubicBezTo>
                  <a:pt x="10587" y="19"/>
                  <a:pt x="10598" y="25"/>
                  <a:pt x="10608" y="32"/>
                </a:cubicBezTo>
                <a:cubicBezTo>
                  <a:pt x="10618" y="38"/>
                  <a:pt x="10627" y="46"/>
                  <a:pt x="10636" y="55"/>
                </a:cubicBezTo>
                <a:cubicBezTo>
                  <a:pt x="10644" y="63"/>
                  <a:pt x="10652" y="72"/>
                  <a:pt x="10659" y="83"/>
                </a:cubicBezTo>
                <a:cubicBezTo>
                  <a:pt x="10666" y="93"/>
                  <a:pt x="10671" y="103"/>
                  <a:pt x="10676" y="115"/>
                </a:cubicBezTo>
                <a:cubicBezTo>
                  <a:pt x="10681" y="126"/>
                  <a:pt x="10684" y="137"/>
                  <a:pt x="10687" y="149"/>
                </a:cubicBezTo>
                <a:cubicBezTo>
                  <a:pt x="10689" y="161"/>
                  <a:pt x="10690" y="173"/>
                  <a:pt x="10690" y="185"/>
                </a:cubicBezTo>
                <a:lnTo>
                  <a:pt x="10690" y="1138"/>
                </a:lnTo>
                <a:cubicBezTo>
                  <a:pt x="10690" y="1150"/>
                  <a:pt x="10689" y="1163"/>
                  <a:pt x="10687" y="1175"/>
                </a:cubicBezTo>
                <a:cubicBezTo>
                  <a:pt x="10684" y="1187"/>
                  <a:pt x="10681" y="1199"/>
                  <a:pt x="10676" y="1210"/>
                </a:cubicBezTo>
                <a:cubicBezTo>
                  <a:pt x="10671" y="1221"/>
                  <a:pt x="10666" y="1232"/>
                  <a:pt x="10659" y="1242"/>
                </a:cubicBezTo>
                <a:cubicBezTo>
                  <a:pt x="10652" y="1252"/>
                  <a:pt x="10644" y="1261"/>
                  <a:pt x="10636" y="1270"/>
                </a:cubicBezTo>
                <a:cubicBezTo>
                  <a:pt x="10627" y="1279"/>
                  <a:pt x="10618" y="1286"/>
                  <a:pt x="10608" y="1293"/>
                </a:cubicBezTo>
                <a:cubicBezTo>
                  <a:pt x="10598" y="1300"/>
                  <a:pt x="10587" y="1305"/>
                  <a:pt x="10576" y="1310"/>
                </a:cubicBezTo>
                <a:cubicBezTo>
                  <a:pt x="10565" y="1315"/>
                  <a:pt x="10553" y="1318"/>
                  <a:pt x="10541" y="1321"/>
                </a:cubicBezTo>
                <a:cubicBezTo>
                  <a:pt x="10529" y="1323"/>
                  <a:pt x="10517" y="1324"/>
                  <a:pt x="10505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4" y="1232"/>
                  <a:pt x="19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7" name=""/>
          <p:cNvSpPr/>
          <p:nvPr/>
        </p:nvSpPr>
        <p:spPr>
          <a:xfrm>
            <a:off x="7146720" y="2838240"/>
            <a:ext cx="292320" cy="152640"/>
          </a:xfrm>
          <a:custGeom>
            <a:avLst/>
            <a:gdLst/>
            <a:ahLst/>
            <a:rect l="0" t="0" r="r" b="b"/>
            <a:pathLst>
              <a:path w="812" h="424">
                <a:moveTo>
                  <a:pt x="170" y="254"/>
                </a:moveTo>
                <a:cubicBezTo>
                  <a:pt x="159" y="242"/>
                  <a:pt x="153" y="228"/>
                  <a:pt x="153" y="212"/>
                </a:cubicBezTo>
                <a:cubicBezTo>
                  <a:pt x="153" y="195"/>
                  <a:pt x="159" y="181"/>
                  <a:pt x="170" y="169"/>
                </a:cubicBezTo>
                <a:cubicBezTo>
                  <a:pt x="182" y="158"/>
                  <a:pt x="196" y="152"/>
                  <a:pt x="213" y="152"/>
                </a:cubicBezTo>
                <a:cubicBezTo>
                  <a:pt x="229" y="152"/>
                  <a:pt x="243" y="158"/>
                  <a:pt x="255" y="169"/>
                </a:cubicBezTo>
                <a:cubicBezTo>
                  <a:pt x="267" y="181"/>
                  <a:pt x="273" y="195"/>
                  <a:pt x="273" y="212"/>
                </a:cubicBezTo>
                <a:cubicBezTo>
                  <a:pt x="273" y="228"/>
                  <a:pt x="267" y="242"/>
                  <a:pt x="255" y="254"/>
                </a:cubicBezTo>
                <a:cubicBezTo>
                  <a:pt x="243" y="266"/>
                  <a:pt x="229" y="272"/>
                  <a:pt x="213" y="272"/>
                </a:cubicBezTo>
                <a:cubicBezTo>
                  <a:pt x="196" y="272"/>
                  <a:pt x="182" y="266"/>
                  <a:pt x="170" y="254"/>
                </a:cubicBezTo>
                <a:moveTo>
                  <a:pt x="213" y="424"/>
                </a:moveTo>
                <a:cubicBezTo>
                  <a:pt x="154" y="424"/>
                  <a:pt x="104" y="404"/>
                  <a:pt x="63" y="362"/>
                </a:cubicBezTo>
                <a:cubicBezTo>
                  <a:pt x="22" y="321"/>
                  <a:pt x="0" y="271"/>
                  <a:pt x="0" y="212"/>
                </a:cubicBezTo>
                <a:cubicBezTo>
                  <a:pt x="0" y="153"/>
                  <a:pt x="22" y="103"/>
                  <a:pt x="63" y="62"/>
                </a:cubicBezTo>
                <a:cubicBezTo>
                  <a:pt x="104" y="21"/>
                  <a:pt x="154" y="0"/>
                  <a:pt x="213" y="0"/>
                </a:cubicBezTo>
                <a:cubicBezTo>
                  <a:pt x="255" y="0"/>
                  <a:pt x="292" y="10"/>
                  <a:pt x="324" y="30"/>
                </a:cubicBezTo>
                <a:cubicBezTo>
                  <a:pt x="356" y="50"/>
                  <a:pt x="381" y="80"/>
                  <a:pt x="399" y="121"/>
                </a:cubicBezTo>
                <a:lnTo>
                  <a:pt x="713" y="121"/>
                </a:lnTo>
                <a:lnTo>
                  <a:pt x="812" y="221"/>
                </a:lnTo>
                <a:lnTo>
                  <a:pt x="665" y="356"/>
                </a:lnTo>
                <a:lnTo>
                  <a:pt x="588" y="299"/>
                </a:lnTo>
                <a:lnTo>
                  <a:pt x="510" y="356"/>
                </a:lnTo>
                <a:lnTo>
                  <a:pt x="444" y="303"/>
                </a:lnTo>
                <a:lnTo>
                  <a:pt x="399" y="303"/>
                </a:lnTo>
                <a:cubicBezTo>
                  <a:pt x="384" y="338"/>
                  <a:pt x="361" y="368"/>
                  <a:pt x="330" y="390"/>
                </a:cubicBezTo>
                <a:cubicBezTo>
                  <a:pt x="298" y="413"/>
                  <a:pt x="259" y="424"/>
                  <a:pt x="213" y="424"/>
                </a:cubicBezTo>
                <a:moveTo>
                  <a:pt x="213" y="371"/>
                </a:moveTo>
                <a:cubicBezTo>
                  <a:pt x="247" y="371"/>
                  <a:pt x="278" y="359"/>
                  <a:pt x="307" y="337"/>
                </a:cubicBezTo>
                <a:cubicBezTo>
                  <a:pt x="336" y="314"/>
                  <a:pt x="354" y="285"/>
                  <a:pt x="363" y="250"/>
                </a:cubicBezTo>
                <a:lnTo>
                  <a:pt x="463" y="250"/>
                </a:lnTo>
                <a:lnTo>
                  <a:pt x="511" y="289"/>
                </a:lnTo>
                <a:lnTo>
                  <a:pt x="588" y="234"/>
                </a:lnTo>
                <a:lnTo>
                  <a:pt x="661" y="288"/>
                </a:lnTo>
                <a:lnTo>
                  <a:pt x="736" y="219"/>
                </a:lnTo>
                <a:lnTo>
                  <a:pt x="691" y="174"/>
                </a:lnTo>
                <a:lnTo>
                  <a:pt x="363" y="174"/>
                </a:lnTo>
                <a:cubicBezTo>
                  <a:pt x="356" y="141"/>
                  <a:pt x="338" y="113"/>
                  <a:pt x="310" y="89"/>
                </a:cubicBezTo>
                <a:cubicBezTo>
                  <a:pt x="282" y="65"/>
                  <a:pt x="249" y="53"/>
                  <a:pt x="213" y="53"/>
                </a:cubicBezTo>
                <a:cubicBezTo>
                  <a:pt x="169" y="53"/>
                  <a:pt x="131" y="68"/>
                  <a:pt x="100" y="99"/>
                </a:cubicBezTo>
                <a:cubicBezTo>
                  <a:pt x="69" y="130"/>
                  <a:pt x="54" y="168"/>
                  <a:pt x="54" y="212"/>
                </a:cubicBezTo>
                <a:cubicBezTo>
                  <a:pt x="54" y="256"/>
                  <a:pt x="69" y="293"/>
                  <a:pt x="100" y="324"/>
                </a:cubicBezTo>
                <a:cubicBezTo>
                  <a:pt x="131" y="355"/>
                  <a:pt x="169" y="371"/>
                  <a:pt x="213" y="371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79" name=""/>
          <p:cNvSpPr/>
          <p:nvPr/>
        </p:nvSpPr>
        <p:spPr>
          <a:xfrm>
            <a:off x="8296200" y="3705120"/>
            <a:ext cx="1238400" cy="1200600"/>
          </a:xfrm>
          <a:custGeom>
            <a:avLst/>
            <a:gdLst/>
            <a:ahLst/>
            <a:rect l="0" t="0" r="r" b="b"/>
            <a:pathLst>
              <a:path w="3440" h="3335">
                <a:moveTo>
                  <a:pt x="0" y="314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255" y="0"/>
                </a:lnTo>
                <a:cubicBezTo>
                  <a:pt x="3267" y="0"/>
                  <a:pt x="3279" y="1"/>
                  <a:pt x="3291" y="3"/>
                </a:cubicBezTo>
                <a:cubicBezTo>
                  <a:pt x="3303" y="6"/>
                  <a:pt x="3315" y="9"/>
                  <a:pt x="3326" y="14"/>
                </a:cubicBezTo>
                <a:cubicBezTo>
                  <a:pt x="3337" y="19"/>
                  <a:pt x="3348" y="24"/>
                  <a:pt x="3358" y="31"/>
                </a:cubicBezTo>
                <a:cubicBezTo>
                  <a:pt x="3368" y="38"/>
                  <a:pt x="3377" y="45"/>
                  <a:pt x="3386" y="54"/>
                </a:cubicBezTo>
                <a:cubicBezTo>
                  <a:pt x="3395" y="63"/>
                  <a:pt x="3402" y="72"/>
                  <a:pt x="3409" y="82"/>
                </a:cubicBezTo>
                <a:cubicBezTo>
                  <a:pt x="3416" y="92"/>
                  <a:pt x="3422" y="103"/>
                  <a:pt x="3426" y="114"/>
                </a:cubicBezTo>
                <a:cubicBezTo>
                  <a:pt x="3431" y="125"/>
                  <a:pt x="3434" y="137"/>
                  <a:pt x="3437" y="149"/>
                </a:cubicBezTo>
                <a:cubicBezTo>
                  <a:pt x="3439" y="161"/>
                  <a:pt x="3440" y="173"/>
                  <a:pt x="3440" y="185"/>
                </a:cubicBezTo>
                <a:lnTo>
                  <a:pt x="3440" y="3149"/>
                </a:lnTo>
                <a:cubicBezTo>
                  <a:pt x="3440" y="3161"/>
                  <a:pt x="3439" y="3174"/>
                  <a:pt x="3437" y="3185"/>
                </a:cubicBezTo>
                <a:cubicBezTo>
                  <a:pt x="3434" y="3197"/>
                  <a:pt x="3431" y="3209"/>
                  <a:pt x="3426" y="3220"/>
                </a:cubicBezTo>
                <a:cubicBezTo>
                  <a:pt x="3422" y="3231"/>
                  <a:pt x="3416" y="3242"/>
                  <a:pt x="3409" y="3252"/>
                </a:cubicBezTo>
                <a:cubicBezTo>
                  <a:pt x="3402" y="3262"/>
                  <a:pt x="3395" y="3272"/>
                  <a:pt x="3386" y="3280"/>
                </a:cubicBezTo>
                <a:cubicBezTo>
                  <a:pt x="3377" y="3289"/>
                  <a:pt x="3368" y="3297"/>
                  <a:pt x="3358" y="3303"/>
                </a:cubicBezTo>
                <a:cubicBezTo>
                  <a:pt x="3348" y="3310"/>
                  <a:pt x="3337" y="3316"/>
                  <a:pt x="3326" y="3320"/>
                </a:cubicBezTo>
                <a:cubicBezTo>
                  <a:pt x="3315" y="3325"/>
                  <a:pt x="3303" y="3329"/>
                  <a:pt x="3291" y="3331"/>
                </a:cubicBezTo>
                <a:cubicBezTo>
                  <a:pt x="3279" y="3333"/>
                  <a:pt x="3267" y="3335"/>
                  <a:pt x="3255" y="3335"/>
                </a:cubicBezTo>
                <a:lnTo>
                  <a:pt x="185" y="3335"/>
                </a:lnTo>
                <a:cubicBezTo>
                  <a:pt x="173" y="3335"/>
                  <a:pt x="161" y="3333"/>
                  <a:pt x="149" y="3331"/>
                </a:cubicBezTo>
                <a:cubicBezTo>
                  <a:pt x="137" y="3329"/>
                  <a:pt x="125" y="3325"/>
                  <a:pt x="114" y="3320"/>
                </a:cubicBezTo>
                <a:cubicBezTo>
                  <a:pt x="103" y="3316"/>
                  <a:pt x="92" y="3310"/>
                  <a:pt x="82" y="3303"/>
                </a:cubicBezTo>
                <a:cubicBezTo>
                  <a:pt x="72" y="3297"/>
                  <a:pt x="63" y="3289"/>
                  <a:pt x="54" y="3280"/>
                </a:cubicBezTo>
                <a:cubicBezTo>
                  <a:pt x="45" y="3272"/>
                  <a:pt x="38" y="3262"/>
                  <a:pt x="31" y="3252"/>
                </a:cubicBezTo>
                <a:cubicBezTo>
                  <a:pt x="24" y="3242"/>
                  <a:pt x="18" y="3231"/>
                  <a:pt x="14" y="3220"/>
                </a:cubicBezTo>
                <a:cubicBezTo>
                  <a:pt x="9" y="3209"/>
                  <a:pt x="6" y="3197"/>
                  <a:pt x="3" y="3185"/>
                </a:cubicBezTo>
                <a:cubicBezTo>
                  <a:pt x="1" y="3174"/>
                  <a:pt x="0" y="3161"/>
                  <a:pt x="0" y="314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0" name=""/>
          <p:cNvSpPr/>
          <p:nvPr/>
        </p:nvSpPr>
        <p:spPr>
          <a:xfrm>
            <a:off x="8296200" y="3705120"/>
            <a:ext cx="1238400" cy="1200600"/>
          </a:xfrm>
          <a:custGeom>
            <a:avLst/>
            <a:gdLst/>
            <a:ahLst/>
            <a:rect l="0" t="0" r="r" b="b"/>
            <a:pathLst>
              <a:path w="3440" h="3335">
                <a:moveTo>
                  <a:pt x="0" y="314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255" y="0"/>
                </a:lnTo>
                <a:cubicBezTo>
                  <a:pt x="3267" y="0"/>
                  <a:pt x="3279" y="1"/>
                  <a:pt x="3291" y="3"/>
                </a:cubicBezTo>
                <a:cubicBezTo>
                  <a:pt x="3303" y="6"/>
                  <a:pt x="3315" y="9"/>
                  <a:pt x="3326" y="14"/>
                </a:cubicBezTo>
                <a:cubicBezTo>
                  <a:pt x="3337" y="19"/>
                  <a:pt x="3348" y="24"/>
                  <a:pt x="3358" y="31"/>
                </a:cubicBezTo>
                <a:cubicBezTo>
                  <a:pt x="3368" y="38"/>
                  <a:pt x="3377" y="45"/>
                  <a:pt x="3386" y="54"/>
                </a:cubicBezTo>
                <a:cubicBezTo>
                  <a:pt x="3395" y="63"/>
                  <a:pt x="3402" y="72"/>
                  <a:pt x="3409" y="82"/>
                </a:cubicBezTo>
                <a:cubicBezTo>
                  <a:pt x="3416" y="92"/>
                  <a:pt x="3422" y="103"/>
                  <a:pt x="3426" y="114"/>
                </a:cubicBezTo>
                <a:cubicBezTo>
                  <a:pt x="3431" y="125"/>
                  <a:pt x="3434" y="137"/>
                  <a:pt x="3437" y="149"/>
                </a:cubicBezTo>
                <a:cubicBezTo>
                  <a:pt x="3439" y="161"/>
                  <a:pt x="3440" y="173"/>
                  <a:pt x="3440" y="185"/>
                </a:cubicBezTo>
                <a:lnTo>
                  <a:pt x="3440" y="3149"/>
                </a:lnTo>
                <a:cubicBezTo>
                  <a:pt x="3440" y="3161"/>
                  <a:pt x="3439" y="3174"/>
                  <a:pt x="3437" y="3185"/>
                </a:cubicBezTo>
                <a:cubicBezTo>
                  <a:pt x="3434" y="3197"/>
                  <a:pt x="3431" y="3209"/>
                  <a:pt x="3426" y="3220"/>
                </a:cubicBezTo>
                <a:cubicBezTo>
                  <a:pt x="3422" y="3231"/>
                  <a:pt x="3416" y="3242"/>
                  <a:pt x="3409" y="3252"/>
                </a:cubicBezTo>
                <a:cubicBezTo>
                  <a:pt x="3402" y="3262"/>
                  <a:pt x="3395" y="3272"/>
                  <a:pt x="3386" y="3280"/>
                </a:cubicBezTo>
                <a:cubicBezTo>
                  <a:pt x="3377" y="3289"/>
                  <a:pt x="3368" y="3297"/>
                  <a:pt x="3358" y="3303"/>
                </a:cubicBezTo>
                <a:cubicBezTo>
                  <a:pt x="3348" y="3310"/>
                  <a:pt x="3337" y="3316"/>
                  <a:pt x="3326" y="3320"/>
                </a:cubicBezTo>
                <a:cubicBezTo>
                  <a:pt x="3315" y="3325"/>
                  <a:pt x="3303" y="3329"/>
                  <a:pt x="3291" y="3331"/>
                </a:cubicBezTo>
                <a:cubicBezTo>
                  <a:pt x="3279" y="3333"/>
                  <a:pt x="3267" y="3335"/>
                  <a:pt x="3255" y="3335"/>
                </a:cubicBezTo>
                <a:lnTo>
                  <a:pt x="185" y="3335"/>
                </a:lnTo>
                <a:cubicBezTo>
                  <a:pt x="173" y="3335"/>
                  <a:pt x="161" y="3333"/>
                  <a:pt x="149" y="3331"/>
                </a:cubicBezTo>
                <a:cubicBezTo>
                  <a:pt x="137" y="3329"/>
                  <a:pt x="125" y="3325"/>
                  <a:pt x="114" y="3320"/>
                </a:cubicBezTo>
                <a:cubicBezTo>
                  <a:pt x="103" y="3316"/>
                  <a:pt x="92" y="3310"/>
                  <a:pt x="82" y="3303"/>
                </a:cubicBezTo>
                <a:cubicBezTo>
                  <a:pt x="72" y="3297"/>
                  <a:pt x="63" y="3289"/>
                  <a:pt x="54" y="3280"/>
                </a:cubicBezTo>
                <a:cubicBezTo>
                  <a:pt x="45" y="3272"/>
                  <a:pt x="38" y="3262"/>
                  <a:pt x="31" y="3252"/>
                </a:cubicBezTo>
                <a:cubicBezTo>
                  <a:pt x="24" y="3242"/>
                  <a:pt x="18" y="3231"/>
                  <a:pt x="14" y="3220"/>
                </a:cubicBezTo>
                <a:cubicBezTo>
                  <a:pt x="9" y="3209"/>
                  <a:pt x="6" y="3197"/>
                  <a:pt x="3" y="3185"/>
                </a:cubicBezTo>
                <a:cubicBezTo>
                  <a:pt x="1" y="3174"/>
                  <a:pt x="0" y="3161"/>
                  <a:pt x="0" y="314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1" name=""/>
          <p:cNvSpPr/>
          <p:nvPr/>
        </p:nvSpPr>
        <p:spPr>
          <a:xfrm>
            <a:off x="8715240" y="3909600"/>
            <a:ext cx="400320" cy="448200"/>
          </a:xfrm>
          <a:custGeom>
            <a:avLst/>
            <a:gdLst/>
            <a:ahLst/>
            <a:rect l="0" t="0" r="r" b="b"/>
            <a:pathLst>
              <a:path w="1112" h="1245">
                <a:moveTo>
                  <a:pt x="509" y="1127"/>
                </a:moveTo>
                <a:lnTo>
                  <a:pt x="509" y="649"/>
                </a:lnTo>
                <a:lnTo>
                  <a:pt x="92" y="408"/>
                </a:lnTo>
                <a:lnTo>
                  <a:pt x="92" y="885"/>
                </a:lnTo>
                <a:lnTo>
                  <a:pt x="509" y="1127"/>
                </a:lnTo>
                <a:moveTo>
                  <a:pt x="602" y="1127"/>
                </a:moveTo>
                <a:lnTo>
                  <a:pt x="1020" y="885"/>
                </a:lnTo>
                <a:lnTo>
                  <a:pt x="1020" y="406"/>
                </a:lnTo>
                <a:lnTo>
                  <a:pt x="602" y="648"/>
                </a:lnTo>
                <a:lnTo>
                  <a:pt x="602" y="1127"/>
                </a:lnTo>
                <a:moveTo>
                  <a:pt x="555" y="570"/>
                </a:moveTo>
                <a:lnTo>
                  <a:pt x="967" y="331"/>
                </a:lnTo>
                <a:lnTo>
                  <a:pt x="555" y="93"/>
                </a:lnTo>
                <a:lnTo>
                  <a:pt x="143" y="331"/>
                </a:lnTo>
                <a:lnTo>
                  <a:pt x="555" y="570"/>
                </a:lnTo>
                <a:moveTo>
                  <a:pt x="46" y="966"/>
                </a:moveTo>
                <a:cubicBezTo>
                  <a:pt x="32" y="957"/>
                  <a:pt x="20" y="945"/>
                  <a:pt x="12" y="931"/>
                </a:cubicBezTo>
                <a:cubicBezTo>
                  <a:pt x="4" y="917"/>
                  <a:pt x="0" y="901"/>
                  <a:pt x="0" y="885"/>
                </a:cubicBezTo>
                <a:lnTo>
                  <a:pt x="0" y="360"/>
                </a:lnTo>
                <a:cubicBezTo>
                  <a:pt x="0" y="344"/>
                  <a:pt x="4" y="328"/>
                  <a:pt x="12" y="314"/>
                </a:cubicBezTo>
                <a:cubicBezTo>
                  <a:pt x="20" y="300"/>
                  <a:pt x="32" y="288"/>
                  <a:pt x="46" y="280"/>
                </a:cubicBezTo>
                <a:lnTo>
                  <a:pt x="509" y="13"/>
                </a:lnTo>
                <a:cubicBezTo>
                  <a:pt x="524" y="5"/>
                  <a:pt x="539" y="0"/>
                  <a:pt x="556" y="0"/>
                </a:cubicBezTo>
                <a:cubicBezTo>
                  <a:pt x="572" y="0"/>
                  <a:pt x="587" y="5"/>
                  <a:pt x="602" y="13"/>
                </a:cubicBezTo>
                <a:lnTo>
                  <a:pt x="1066" y="280"/>
                </a:lnTo>
                <a:cubicBezTo>
                  <a:pt x="1080" y="288"/>
                  <a:pt x="1092" y="300"/>
                  <a:pt x="1100" y="314"/>
                </a:cubicBezTo>
                <a:cubicBezTo>
                  <a:pt x="1108" y="328"/>
                  <a:pt x="1112" y="344"/>
                  <a:pt x="1112" y="360"/>
                </a:cubicBezTo>
                <a:lnTo>
                  <a:pt x="1112" y="885"/>
                </a:lnTo>
                <a:cubicBezTo>
                  <a:pt x="1112" y="901"/>
                  <a:pt x="1108" y="917"/>
                  <a:pt x="1100" y="931"/>
                </a:cubicBezTo>
                <a:cubicBezTo>
                  <a:pt x="1092" y="945"/>
                  <a:pt x="1080" y="957"/>
                  <a:pt x="1066" y="966"/>
                </a:cubicBezTo>
                <a:lnTo>
                  <a:pt x="602" y="1233"/>
                </a:lnTo>
                <a:cubicBezTo>
                  <a:pt x="587" y="1241"/>
                  <a:pt x="572" y="1245"/>
                  <a:pt x="555" y="1245"/>
                </a:cubicBezTo>
                <a:cubicBezTo>
                  <a:pt x="539" y="1245"/>
                  <a:pt x="524" y="1241"/>
                  <a:pt x="509" y="1233"/>
                </a:cubicBezTo>
                <a:lnTo>
                  <a:pt x="46" y="966"/>
                </a:lnTo>
                <a:moveTo>
                  <a:pt x="555" y="622"/>
                </a:moveTo>
                <a:lnTo>
                  <a:pt x="555" y="622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7512840" y="2769840"/>
            <a:ext cx="3318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ホストの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Git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認証と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SSH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エージェント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3" name=""/>
          <p:cNvSpPr/>
          <p:nvPr/>
        </p:nvSpPr>
        <p:spPr>
          <a:xfrm>
            <a:off x="7172280" y="5229000"/>
            <a:ext cx="3486240" cy="476640"/>
          </a:xfrm>
          <a:custGeom>
            <a:avLst/>
            <a:gdLst/>
            <a:ahLst/>
            <a:rect l="0" t="0" r="r" b="b"/>
            <a:pathLst>
              <a:path w="9684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499" y="0"/>
                </a:lnTo>
                <a:cubicBezTo>
                  <a:pt x="9511" y="0"/>
                  <a:pt x="9523" y="1"/>
                  <a:pt x="9535" y="4"/>
                </a:cubicBezTo>
                <a:cubicBezTo>
                  <a:pt x="9547" y="6"/>
                  <a:pt x="9559" y="10"/>
                  <a:pt x="9570" y="14"/>
                </a:cubicBezTo>
                <a:cubicBezTo>
                  <a:pt x="9581" y="19"/>
                  <a:pt x="9592" y="25"/>
                  <a:pt x="9602" y="31"/>
                </a:cubicBezTo>
                <a:cubicBezTo>
                  <a:pt x="9612" y="38"/>
                  <a:pt x="9622" y="46"/>
                  <a:pt x="9630" y="54"/>
                </a:cubicBezTo>
                <a:cubicBezTo>
                  <a:pt x="9639" y="63"/>
                  <a:pt x="9646" y="72"/>
                  <a:pt x="9653" y="82"/>
                </a:cubicBezTo>
                <a:cubicBezTo>
                  <a:pt x="9660" y="93"/>
                  <a:pt x="9666" y="103"/>
                  <a:pt x="9670" y="114"/>
                </a:cubicBezTo>
                <a:cubicBezTo>
                  <a:pt x="9675" y="126"/>
                  <a:pt x="9678" y="137"/>
                  <a:pt x="9681" y="149"/>
                </a:cubicBezTo>
                <a:cubicBezTo>
                  <a:pt x="9683" y="161"/>
                  <a:pt x="9684" y="173"/>
                  <a:pt x="9684" y="185"/>
                </a:cubicBezTo>
                <a:lnTo>
                  <a:pt x="9684" y="1139"/>
                </a:lnTo>
                <a:cubicBezTo>
                  <a:pt x="9684" y="1151"/>
                  <a:pt x="9683" y="1163"/>
                  <a:pt x="9681" y="1175"/>
                </a:cubicBezTo>
                <a:cubicBezTo>
                  <a:pt x="9678" y="1187"/>
                  <a:pt x="9675" y="1198"/>
                  <a:pt x="9670" y="1210"/>
                </a:cubicBezTo>
                <a:cubicBezTo>
                  <a:pt x="9666" y="1221"/>
                  <a:pt x="9660" y="1232"/>
                  <a:pt x="9653" y="1242"/>
                </a:cubicBezTo>
                <a:cubicBezTo>
                  <a:pt x="9646" y="1252"/>
                  <a:pt x="9639" y="1261"/>
                  <a:pt x="9630" y="1270"/>
                </a:cubicBezTo>
                <a:cubicBezTo>
                  <a:pt x="9622" y="1278"/>
                  <a:pt x="9612" y="1286"/>
                  <a:pt x="9602" y="1293"/>
                </a:cubicBezTo>
                <a:cubicBezTo>
                  <a:pt x="9592" y="1300"/>
                  <a:pt x="9581" y="1305"/>
                  <a:pt x="9570" y="1310"/>
                </a:cubicBezTo>
                <a:cubicBezTo>
                  <a:pt x="9559" y="1315"/>
                  <a:pt x="9547" y="1318"/>
                  <a:pt x="9535" y="1320"/>
                </a:cubicBezTo>
                <a:cubicBezTo>
                  <a:pt x="9523" y="1323"/>
                  <a:pt x="9511" y="1324"/>
                  <a:pt x="9499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2" y="1278"/>
                  <a:pt x="54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4" name=""/>
          <p:cNvSpPr/>
          <p:nvPr/>
        </p:nvSpPr>
        <p:spPr>
          <a:xfrm>
            <a:off x="7172280" y="5229000"/>
            <a:ext cx="3486240" cy="476640"/>
          </a:xfrm>
          <a:custGeom>
            <a:avLst/>
            <a:gdLst/>
            <a:ahLst/>
            <a:rect l="0" t="0" r="r" b="b"/>
            <a:pathLst>
              <a:path w="9684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499" y="0"/>
                </a:lnTo>
                <a:cubicBezTo>
                  <a:pt x="9511" y="0"/>
                  <a:pt x="9523" y="1"/>
                  <a:pt x="9535" y="4"/>
                </a:cubicBezTo>
                <a:cubicBezTo>
                  <a:pt x="9547" y="6"/>
                  <a:pt x="9559" y="10"/>
                  <a:pt x="9570" y="14"/>
                </a:cubicBezTo>
                <a:cubicBezTo>
                  <a:pt x="9581" y="19"/>
                  <a:pt x="9592" y="25"/>
                  <a:pt x="9602" y="31"/>
                </a:cubicBezTo>
                <a:cubicBezTo>
                  <a:pt x="9612" y="38"/>
                  <a:pt x="9622" y="46"/>
                  <a:pt x="9630" y="54"/>
                </a:cubicBezTo>
                <a:cubicBezTo>
                  <a:pt x="9639" y="63"/>
                  <a:pt x="9646" y="72"/>
                  <a:pt x="9653" y="82"/>
                </a:cubicBezTo>
                <a:cubicBezTo>
                  <a:pt x="9660" y="93"/>
                  <a:pt x="9666" y="103"/>
                  <a:pt x="9670" y="114"/>
                </a:cubicBezTo>
                <a:cubicBezTo>
                  <a:pt x="9675" y="126"/>
                  <a:pt x="9678" y="137"/>
                  <a:pt x="9681" y="149"/>
                </a:cubicBezTo>
                <a:cubicBezTo>
                  <a:pt x="9683" y="161"/>
                  <a:pt x="9684" y="173"/>
                  <a:pt x="9684" y="185"/>
                </a:cubicBezTo>
                <a:lnTo>
                  <a:pt x="9684" y="1139"/>
                </a:lnTo>
                <a:cubicBezTo>
                  <a:pt x="9684" y="1151"/>
                  <a:pt x="9683" y="1163"/>
                  <a:pt x="9681" y="1175"/>
                </a:cubicBezTo>
                <a:cubicBezTo>
                  <a:pt x="9678" y="1187"/>
                  <a:pt x="9675" y="1198"/>
                  <a:pt x="9670" y="1210"/>
                </a:cubicBezTo>
                <a:cubicBezTo>
                  <a:pt x="9666" y="1221"/>
                  <a:pt x="9660" y="1232"/>
                  <a:pt x="9653" y="1242"/>
                </a:cubicBezTo>
                <a:cubicBezTo>
                  <a:pt x="9646" y="1252"/>
                  <a:pt x="9639" y="1261"/>
                  <a:pt x="9630" y="1270"/>
                </a:cubicBezTo>
                <a:cubicBezTo>
                  <a:pt x="9622" y="1278"/>
                  <a:pt x="9612" y="1286"/>
                  <a:pt x="9602" y="1293"/>
                </a:cubicBezTo>
                <a:cubicBezTo>
                  <a:pt x="9592" y="1300"/>
                  <a:pt x="9581" y="1305"/>
                  <a:pt x="9570" y="1310"/>
                </a:cubicBezTo>
                <a:cubicBezTo>
                  <a:pt x="9559" y="1315"/>
                  <a:pt x="9547" y="1318"/>
                  <a:pt x="9535" y="1320"/>
                </a:cubicBezTo>
                <a:cubicBezTo>
                  <a:pt x="9523" y="1323"/>
                  <a:pt x="9511" y="1324"/>
                  <a:pt x="9499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2" y="1278"/>
                  <a:pt x="54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5" name=""/>
          <p:cNvSpPr/>
          <p:nvPr/>
        </p:nvSpPr>
        <p:spPr>
          <a:xfrm>
            <a:off x="7340400" y="5365440"/>
            <a:ext cx="254520" cy="203760"/>
          </a:xfrm>
          <a:custGeom>
            <a:avLst/>
            <a:gdLst/>
            <a:ahLst/>
            <a:rect l="0" t="0" r="r" b="b"/>
            <a:pathLst>
              <a:path w="707" h="566">
                <a:moveTo>
                  <a:pt x="53" y="566"/>
                </a:moveTo>
                <a:cubicBezTo>
                  <a:pt x="39" y="566"/>
                  <a:pt x="27" y="561"/>
                  <a:pt x="16" y="550"/>
                </a:cubicBezTo>
                <a:cubicBezTo>
                  <a:pt x="5" y="539"/>
                  <a:pt x="0" y="527"/>
                  <a:pt x="0" y="513"/>
                </a:cubicBezTo>
                <a:lnTo>
                  <a:pt x="0" y="54"/>
                </a:lnTo>
                <a:cubicBezTo>
                  <a:pt x="0" y="39"/>
                  <a:pt x="5" y="27"/>
                  <a:pt x="16" y="16"/>
                </a:cubicBezTo>
                <a:cubicBezTo>
                  <a:pt x="27" y="6"/>
                  <a:pt x="39" y="0"/>
                  <a:pt x="53" y="0"/>
                </a:cubicBezTo>
                <a:lnTo>
                  <a:pt x="654" y="0"/>
                </a:lnTo>
                <a:cubicBezTo>
                  <a:pt x="668" y="0"/>
                  <a:pt x="680" y="6"/>
                  <a:pt x="691" y="16"/>
                </a:cubicBezTo>
                <a:cubicBezTo>
                  <a:pt x="701" y="27"/>
                  <a:pt x="707" y="39"/>
                  <a:pt x="707" y="54"/>
                </a:cubicBezTo>
                <a:lnTo>
                  <a:pt x="707" y="513"/>
                </a:lnTo>
                <a:cubicBezTo>
                  <a:pt x="707" y="527"/>
                  <a:pt x="701" y="539"/>
                  <a:pt x="691" y="550"/>
                </a:cubicBezTo>
                <a:cubicBezTo>
                  <a:pt x="680" y="561"/>
                  <a:pt x="668" y="566"/>
                  <a:pt x="654" y="566"/>
                </a:cubicBezTo>
                <a:lnTo>
                  <a:pt x="53" y="566"/>
                </a:lnTo>
                <a:moveTo>
                  <a:pt x="53" y="513"/>
                </a:moveTo>
                <a:lnTo>
                  <a:pt x="654" y="513"/>
                </a:lnTo>
                <a:lnTo>
                  <a:pt x="654" y="128"/>
                </a:lnTo>
                <a:lnTo>
                  <a:pt x="53" y="128"/>
                </a:lnTo>
                <a:lnTo>
                  <a:pt x="53" y="513"/>
                </a:lnTo>
                <a:moveTo>
                  <a:pt x="194" y="449"/>
                </a:moveTo>
                <a:lnTo>
                  <a:pt x="157" y="412"/>
                </a:lnTo>
                <a:lnTo>
                  <a:pt x="248" y="321"/>
                </a:lnTo>
                <a:lnTo>
                  <a:pt x="156" y="229"/>
                </a:lnTo>
                <a:lnTo>
                  <a:pt x="194" y="192"/>
                </a:lnTo>
                <a:lnTo>
                  <a:pt x="323" y="321"/>
                </a:lnTo>
                <a:lnTo>
                  <a:pt x="194" y="449"/>
                </a:lnTo>
                <a:moveTo>
                  <a:pt x="362" y="453"/>
                </a:moveTo>
                <a:lnTo>
                  <a:pt x="362" y="400"/>
                </a:lnTo>
                <a:lnTo>
                  <a:pt x="557" y="400"/>
                </a:lnTo>
                <a:lnTo>
                  <a:pt x="557" y="453"/>
                </a:lnTo>
                <a:lnTo>
                  <a:pt x="362" y="45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8458200" y="4402080"/>
            <a:ext cx="915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7694280" y="5322600"/>
            <a:ext cx="2841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ホストの認証で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Git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を操作できる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8" name=""/>
          <p:cNvSpPr/>
          <p:nvPr/>
        </p:nvSpPr>
        <p:spPr>
          <a:xfrm>
            <a:off x="2266920" y="4181400"/>
            <a:ext cx="152640" cy="19440"/>
          </a:xfrm>
          <a:custGeom>
            <a:avLst/>
            <a:gdLst/>
            <a:ahLst/>
            <a:rect l="0" t="0" r="r" b="b"/>
            <a:pathLst>
              <a:path w="424" h="54">
                <a:moveTo>
                  <a:pt x="0" y="0"/>
                </a:moveTo>
                <a:lnTo>
                  <a:pt x="424" y="0"/>
                </a:lnTo>
                <a:lnTo>
                  <a:pt x="42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89" name=""/>
          <p:cNvSpPr/>
          <p:nvPr/>
        </p:nvSpPr>
        <p:spPr>
          <a:xfrm>
            <a:off x="3114360" y="25239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0" name=""/>
          <p:cNvSpPr/>
          <p:nvPr/>
        </p:nvSpPr>
        <p:spPr>
          <a:xfrm>
            <a:off x="3114360" y="25239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197a4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1" name=""/>
          <p:cNvSpPr/>
          <p:nvPr/>
        </p:nvSpPr>
        <p:spPr>
          <a:xfrm>
            <a:off x="3301920" y="2717640"/>
            <a:ext cx="254160" cy="203400"/>
          </a:xfrm>
          <a:custGeom>
            <a:avLst/>
            <a:gdLst/>
            <a:ahLst/>
            <a:rect l="0" t="0" r="r" b="b"/>
            <a:pathLst>
              <a:path w="706" h="565">
                <a:moveTo>
                  <a:pt x="53" y="565"/>
                </a:moveTo>
                <a:cubicBezTo>
                  <a:pt x="39" y="565"/>
                  <a:pt x="26" y="560"/>
                  <a:pt x="16" y="549"/>
                </a:cubicBezTo>
                <a:cubicBezTo>
                  <a:pt x="5" y="538"/>
                  <a:pt x="0" y="526"/>
                  <a:pt x="0" y="512"/>
                </a:cubicBezTo>
                <a:lnTo>
                  <a:pt x="0" y="53"/>
                </a:lnTo>
                <a:cubicBezTo>
                  <a:pt x="0" y="39"/>
                  <a:pt x="5" y="27"/>
                  <a:pt x="16" y="16"/>
                </a:cubicBezTo>
                <a:cubicBezTo>
                  <a:pt x="26" y="5"/>
                  <a:pt x="39" y="0"/>
                  <a:pt x="53" y="0"/>
                </a:cubicBezTo>
                <a:lnTo>
                  <a:pt x="300" y="0"/>
                </a:lnTo>
                <a:lnTo>
                  <a:pt x="354" y="53"/>
                </a:lnTo>
                <a:lnTo>
                  <a:pt x="653" y="53"/>
                </a:lnTo>
                <a:cubicBezTo>
                  <a:pt x="667" y="53"/>
                  <a:pt x="679" y="58"/>
                  <a:pt x="690" y="70"/>
                </a:cubicBezTo>
                <a:cubicBezTo>
                  <a:pt x="701" y="81"/>
                  <a:pt x="706" y="93"/>
                  <a:pt x="706" y="107"/>
                </a:cubicBezTo>
                <a:lnTo>
                  <a:pt x="706" y="512"/>
                </a:lnTo>
                <a:cubicBezTo>
                  <a:pt x="706" y="526"/>
                  <a:pt x="701" y="538"/>
                  <a:pt x="690" y="549"/>
                </a:cubicBezTo>
                <a:cubicBezTo>
                  <a:pt x="679" y="560"/>
                  <a:pt x="667" y="565"/>
                  <a:pt x="653" y="565"/>
                </a:cubicBezTo>
                <a:lnTo>
                  <a:pt x="53" y="565"/>
                </a:lnTo>
                <a:moveTo>
                  <a:pt x="53" y="512"/>
                </a:moveTo>
                <a:lnTo>
                  <a:pt x="653" y="512"/>
                </a:lnTo>
                <a:lnTo>
                  <a:pt x="653" y="107"/>
                </a:lnTo>
                <a:lnTo>
                  <a:pt x="331" y="107"/>
                </a:lnTo>
                <a:lnTo>
                  <a:pt x="278" y="53"/>
                </a:lnTo>
                <a:lnTo>
                  <a:pt x="53" y="53"/>
                </a:lnTo>
                <a:lnTo>
                  <a:pt x="53" y="512"/>
                </a:lnTo>
                <a:moveTo>
                  <a:pt x="53" y="512"/>
                </a:moveTo>
                <a:lnTo>
                  <a:pt x="53" y="53"/>
                </a:lnTo>
                <a:lnTo>
                  <a:pt x="53" y="512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7956360" y="556560"/>
            <a:ext cx="3472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管理策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有効性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3" name=""/>
          <p:cNvSpPr/>
          <p:nvPr/>
        </p:nvSpPr>
        <p:spPr>
          <a:xfrm>
            <a:off x="2419200" y="2819160"/>
            <a:ext cx="19440" cy="457560"/>
          </a:xfrm>
          <a:custGeom>
            <a:avLst/>
            <a:gdLst/>
            <a:ah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94" name=""/>
          <p:cNvSpPr/>
          <p:nvPr/>
        </p:nvSpPr>
        <p:spPr>
          <a:xfrm>
            <a:off x="2419200" y="28098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906" y="0"/>
                </a:lnTo>
                <a:lnTo>
                  <a:pt x="190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95" name=""/>
          <p:cNvSpPr/>
          <p:nvPr/>
        </p:nvSpPr>
        <p:spPr>
          <a:xfrm>
            <a:off x="3009600" y="27619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96" name=""/>
          <p:cNvSpPr/>
          <p:nvPr/>
        </p:nvSpPr>
        <p:spPr>
          <a:xfrm>
            <a:off x="3114360" y="34383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7" name=""/>
          <p:cNvSpPr/>
          <p:nvPr/>
        </p:nvSpPr>
        <p:spPr>
          <a:xfrm>
            <a:off x="3114360" y="34383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8" name=""/>
          <p:cNvSpPr/>
          <p:nvPr/>
        </p:nvSpPr>
        <p:spPr>
          <a:xfrm>
            <a:off x="3288960" y="3657240"/>
            <a:ext cx="292680" cy="153000"/>
          </a:xfrm>
          <a:custGeom>
            <a:avLst/>
            <a:gdLst/>
            <a:ahLst/>
            <a:rect l="0" t="0" r="r" b="b"/>
            <a:pathLst>
              <a:path w="813" h="425">
                <a:moveTo>
                  <a:pt x="170" y="255"/>
                </a:moveTo>
                <a:cubicBezTo>
                  <a:pt x="158" y="244"/>
                  <a:pt x="152" y="230"/>
                  <a:pt x="152" y="213"/>
                </a:cubicBezTo>
                <a:cubicBezTo>
                  <a:pt x="152" y="196"/>
                  <a:pt x="158" y="182"/>
                  <a:pt x="170" y="170"/>
                </a:cubicBezTo>
                <a:cubicBezTo>
                  <a:pt x="182" y="158"/>
                  <a:pt x="197" y="152"/>
                  <a:pt x="213" y="152"/>
                </a:cubicBezTo>
                <a:cubicBezTo>
                  <a:pt x="230" y="152"/>
                  <a:pt x="244" y="158"/>
                  <a:pt x="255" y="170"/>
                </a:cubicBezTo>
                <a:cubicBezTo>
                  <a:pt x="267" y="182"/>
                  <a:pt x="273" y="196"/>
                  <a:pt x="273" y="213"/>
                </a:cubicBezTo>
                <a:cubicBezTo>
                  <a:pt x="273" y="230"/>
                  <a:pt x="267" y="244"/>
                  <a:pt x="255" y="255"/>
                </a:cubicBezTo>
                <a:cubicBezTo>
                  <a:pt x="244" y="267"/>
                  <a:pt x="230" y="273"/>
                  <a:pt x="213" y="273"/>
                </a:cubicBezTo>
                <a:cubicBezTo>
                  <a:pt x="197" y="273"/>
                  <a:pt x="182" y="267"/>
                  <a:pt x="170" y="255"/>
                </a:cubicBezTo>
                <a:moveTo>
                  <a:pt x="213" y="425"/>
                </a:moveTo>
                <a:cubicBezTo>
                  <a:pt x="153" y="425"/>
                  <a:pt x="103" y="404"/>
                  <a:pt x="62" y="363"/>
                </a:cubicBezTo>
                <a:cubicBezTo>
                  <a:pt x="21" y="322"/>
                  <a:pt x="0" y="272"/>
                  <a:pt x="0" y="213"/>
                </a:cubicBezTo>
                <a:cubicBezTo>
                  <a:pt x="0" y="153"/>
                  <a:pt x="21" y="103"/>
                  <a:pt x="62" y="62"/>
                </a:cubicBezTo>
                <a:cubicBezTo>
                  <a:pt x="103" y="21"/>
                  <a:pt x="153" y="0"/>
                  <a:pt x="213" y="0"/>
                </a:cubicBezTo>
                <a:cubicBezTo>
                  <a:pt x="255" y="0"/>
                  <a:pt x="292" y="10"/>
                  <a:pt x="324" y="30"/>
                </a:cubicBezTo>
                <a:cubicBezTo>
                  <a:pt x="356" y="50"/>
                  <a:pt x="381" y="81"/>
                  <a:pt x="399" y="121"/>
                </a:cubicBezTo>
                <a:lnTo>
                  <a:pt x="713" y="121"/>
                </a:lnTo>
                <a:lnTo>
                  <a:pt x="813" y="222"/>
                </a:lnTo>
                <a:lnTo>
                  <a:pt x="666" y="357"/>
                </a:lnTo>
                <a:lnTo>
                  <a:pt x="588" y="300"/>
                </a:lnTo>
                <a:lnTo>
                  <a:pt x="510" y="357"/>
                </a:lnTo>
                <a:lnTo>
                  <a:pt x="444" y="304"/>
                </a:lnTo>
                <a:lnTo>
                  <a:pt x="399" y="304"/>
                </a:lnTo>
                <a:cubicBezTo>
                  <a:pt x="385" y="339"/>
                  <a:pt x="361" y="368"/>
                  <a:pt x="330" y="391"/>
                </a:cubicBezTo>
                <a:cubicBezTo>
                  <a:pt x="299" y="414"/>
                  <a:pt x="260" y="425"/>
                  <a:pt x="213" y="425"/>
                </a:cubicBezTo>
                <a:moveTo>
                  <a:pt x="213" y="372"/>
                </a:moveTo>
                <a:cubicBezTo>
                  <a:pt x="247" y="372"/>
                  <a:pt x="279" y="361"/>
                  <a:pt x="307" y="338"/>
                </a:cubicBezTo>
                <a:cubicBezTo>
                  <a:pt x="336" y="315"/>
                  <a:pt x="355" y="286"/>
                  <a:pt x="363" y="251"/>
                </a:cubicBezTo>
                <a:lnTo>
                  <a:pt x="464" y="251"/>
                </a:lnTo>
                <a:lnTo>
                  <a:pt x="511" y="291"/>
                </a:lnTo>
                <a:lnTo>
                  <a:pt x="589" y="235"/>
                </a:lnTo>
                <a:lnTo>
                  <a:pt x="661" y="290"/>
                </a:lnTo>
                <a:lnTo>
                  <a:pt x="736" y="220"/>
                </a:lnTo>
                <a:lnTo>
                  <a:pt x="691" y="174"/>
                </a:lnTo>
                <a:lnTo>
                  <a:pt x="363" y="174"/>
                </a:lnTo>
                <a:cubicBezTo>
                  <a:pt x="356" y="141"/>
                  <a:pt x="338" y="113"/>
                  <a:pt x="310" y="89"/>
                </a:cubicBezTo>
                <a:cubicBezTo>
                  <a:pt x="282" y="65"/>
                  <a:pt x="250" y="53"/>
                  <a:pt x="213" y="53"/>
                </a:cubicBezTo>
                <a:cubicBezTo>
                  <a:pt x="168" y="53"/>
                  <a:pt x="131" y="69"/>
                  <a:pt x="100" y="100"/>
                </a:cubicBezTo>
                <a:cubicBezTo>
                  <a:pt x="69" y="131"/>
                  <a:pt x="53" y="168"/>
                  <a:pt x="53" y="213"/>
                </a:cubicBezTo>
                <a:cubicBezTo>
                  <a:pt x="53" y="257"/>
                  <a:pt x="69" y="295"/>
                  <a:pt x="100" y="326"/>
                </a:cubicBezTo>
                <a:cubicBezTo>
                  <a:pt x="131" y="356"/>
                  <a:pt x="168" y="372"/>
                  <a:pt x="213" y="372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3657600" y="2674440"/>
            <a:ext cx="1143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作業フォルダ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0" name=""/>
          <p:cNvSpPr/>
          <p:nvPr/>
        </p:nvSpPr>
        <p:spPr>
          <a:xfrm>
            <a:off x="2419200" y="327636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01" name=""/>
          <p:cNvSpPr/>
          <p:nvPr/>
        </p:nvSpPr>
        <p:spPr>
          <a:xfrm>
            <a:off x="2419200" y="37242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59" y="0"/>
                </a:lnTo>
                <a:lnTo>
                  <a:pt x="159" y="54"/>
                </a:lnTo>
                <a:lnTo>
                  <a:pt x="0" y="54"/>
                </a:lnTo>
                <a:lnTo>
                  <a:pt x="0" y="0"/>
                </a:lnTo>
                <a:moveTo>
                  <a:pt x="249" y="0"/>
                </a:moveTo>
                <a:lnTo>
                  <a:pt x="408" y="0"/>
                </a:lnTo>
                <a:lnTo>
                  <a:pt x="408" y="54"/>
                </a:lnTo>
                <a:lnTo>
                  <a:pt x="249" y="54"/>
                </a:lnTo>
                <a:lnTo>
                  <a:pt x="249" y="0"/>
                </a:lnTo>
                <a:moveTo>
                  <a:pt x="499" y="0"/>
                </a:moveTo>
                <a:lnTo>
                  <a:pt x="658" y="0"/>
                </a:lnTo>
                <a:lnTo>
                  <a:pt x="658" y="54"/>
                </a:lnTo>
                <a:lnTo>
                  <a:pt x="499" y="54"/>
                </a:lnTo>
                <a:lnTo>
                  <a:pt x="499" y="0"/>
                </a:lnTo>
                <a:moveTo>
                  <a:pt x="748" y="0"/>
                </a:moveTo>
                <a:lnTo>
                  <a:pt x="907" y="0"/>
                </a:lnTo>
                <a:lnTo>
                  <a:pt x="907" y="54"/>
                </a:lnTo>
                <a:lnTo>
                  <a:pt x="748" y="54"/>
                </a:lnTo>
                <a:lnTo>
                  <a:pt x="748" y="0"/>
                </a:lnTo>
                <a:moveTo>
                  <a:pt x="998" y="0"/>
                </a:moveTo>
                <a:lnTo>
                  <a:pt x="1157" y="0"/>
                </a:lnTo>
                <a:lnTo>
                  <a:pt x="1157" y="54"/>
                </a:lnTo>
                <a:lnTo>
                  <a:pt x="998" y="54"/>
                </a:lnTo>
                <a:lnTo>
                  <a:pt x="998" y="0"/>
                </a:lnTo>
                <a:moveTo>
                  <a:pt x="1247" y="0"/>
                </a:moveTo>
                <a:lnTo>
                  <a:pt x="1406" y="0"/>
                </a:lnTo>
                <a:lnTo>
                  <a:pt x="1406" y="54"/>
                </a:lnTo>
                <a:lnTo>
                  <a:pt x="1247" y="54"/>
                </a:lnTo>
                <a:lnTo>
                  <a:pt x="1247" y="0"/>
                </a:lnTo>
                <a:moveTo>
                  <a:pt x="1497" y="0"/>
                </a:moveTo>
                <a:lnTo>
                  <a:pt x="1655" y="0"/>
                </a:lnTo>
                <a:lnTo>
                  <a:pt x="1655" y="54"/>
                </a:lnTo>
                <a:lnTo>
                  <a:pt x="1497" y="54"/>
                </a:lnTo>
                <a:lnTo>
                  <a:pt x="1497" y="0"/>
                </a:lnTo>
                <a:moveTo>
                  <a:pt x="1746" y="0"/>
                </a:moveTo>
                <a:lnTo>
                  <a:pt x="1906" y="0"/>
                </a:lnTo>
                <a:lnTo>
                  <a:pt x="1906" y="54"/>
                </a:lnTo>
                <a:lnTo>
                  <a:pt x="1746" y="54"/>
                </a:lnTo>
                <a:lnTo>
                  <a:pt x="1746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02" name=""/>
          <p:cNvSpPr/>
          <p:nvPr/>
        </p:nvSpPr>
        <p:spPr>
          <a:xfrm>
            <a:off x="2609640" y="358128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0" y="0"/>
                </a:moveTo>
                <a:lnTo>
                  <a:pt x="848" y="0"/>
                </a:lnTo>
                <a:lnTo>
                  <a:pt x="84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3" name=""/>
          <p:cNvSpPr/>
          <p:nvPr/>
        </p:nvSpPr>
        <p:spPr>
          <a:xfrm>
            <a:off x="2635200" y="3606480"/>
            <a:ext cx="254160" cy="254520"/>
          </a:xfrm>
          <a:custGeom>
            <a:avLst/>
            <a:gdLst/>
            <a:ahLst/>
            <a:rect l="0" t="0" r="r" b="b"/>
            <a:pathLst>
              <a:path w="706" h="707">
                <a:moveTo>
                  <a:pt x="216" y="679"/>
                </a:moveTo>
                <a:cubicBezTo>
                  <a:pt x="173" y="661"/>
                  <a:pt x="136" y="636"/>
                  <a:pt x="104" y="604"/>
                </a:cubicBezTo>
                <a:cubicBezTo>
                  <a:pt x="71" y="572"/>
                  <a:pt x="46" y="535"/>
                  <a:pt x="27" y="492"/>
                </a:cubicBezTo>
                <a:cubicBezTo>
                  <a:pt x="9" y="449"/>
                  <a:pt x="0" y="403"/>
                  <a:pt x="0" y="354"/>
                </a:cubicBezTo>
                <a:cubicBezTo>
                  <a:pt x="0" y="305"/>
                  <a:pt x="9" y="260"/>
                  <a:pt x="27" y="217"/>
                </a:cubicBezTo>
                <a:cubicBezTo>
                  <a:pt x="46" y="173"/>
                  <a:pt x="71" y="135"/>
                  <a:pt x="104" y="104"/>
                </a:cubicBezTo>
                <a:cubicBezTo>
                  <a:pt x="136" y="72"/>
                  <a:pt x="173" y="47"/>
                  <a:pt x="216" y="28"/>
                </a:cubicBezTo>
                <a:cubicBezTo>
                  <a:pt x="259" y="10"/>
                  <a:pt x="305" y="0"/>
                  <a:pt x="353" y="0"/>
                </a:cubicBezTo>
                <a:cubicBezTo>
                  <a:pt x="402" y="0"/>
                  <a:pt x="448" y="10"/>
                  <a:pt x="491" y="28"/>
                </a:cubicBezTo>
                <a:cubicBezTo>
                  <a:pt x="534" y="47"/>
                  <a:pt x="571" y="72"/>
                  <a:pt x="603" y="104"/>
                </a:cubicBezTo>
                <a:cubicBezTo>
                  <a:pt x="635" y="135"/>
                  <a:pt x="660" y="173"/>
                  <a:pt x="678" y="217"/>
                </a:cubicBezTo>
                <a:cubicBezTo>
                  <a:pt x="697" y="260"/>
                  <a:pt x="706" y="305"/>
                  <a:pt x="706" y="354"/>
                </a:cubicBezTo>
                <a:cubicBezTo>
                  <a:pt x="706" y="403"/>
                  <a:pt x="697" y="449"/>
                  <a:pt x="678" y="492"/>
                </a:cubicBezTo>
                <a:cubicBezTo>
                  <a:pt x="660" y="535"/>
                  <a:pt x="635" y="572"/>
                  <a:pt x="603" y="604"/>
                </a:cubicBezTo>
                <a:cubicBezTo>
                  <a:pt x="571" y="636"/>
                  <a:pt x="534" y="661"/>
                  <a:pt x="491" y="679"/>
                </a:cubicBezTo>
                <a:cubicBezTo>
                  <a:pt x="448" y="698"/>
                  <a:pt x="402" y="707"/>
                  <a:pt x="353" y="707"/>
                </a:cubicBezTo>
                <a:cubicBezTo>
                  <a:pt x="305" y="707"/>
                  <a:pt x="259" y="698"/>
                  <a:pt x="216" y="679"/>
                </a:cubicBezTo>
                <a:moveTo>
                  <a:pt x="353" y="654"/>
                </a:moveTo>
                <a:cubicBezTo>
                  <a:pt x="389" y="654"/>
                  <a:pt x="424" y="648"/>
                  <a:pt x="457" y="636"/>
                </a:cubicBezTo>
                <a:cubicBezTo>
                  <a:pt x="490" y="624"/>
                  <a:pt x="520" y="606"/>
                  <a:pt x="547" y="583"/>
                </a:cubicBezTo>
                <a:lnTo>
                  <a:pt x="124" y="160"/>
                </a:lnTo>
                <a:cubicBezTo>
                  <a:pt x="102" y="187"/>
                  <a:pt x="84" y="218"/>
                  <a:pt x="71" y="251"/>
                </a:cubicBezTo>
                <a:cubicBezTo>
                  <a:pt x="59" y="284"/>
                  <a:pt x="53" y="319"/>
                  <a:pt x="53" y="354"/>
                </a:cubicBezTo>
                <a:cubicBezTo>
                  <a:pt x="53" y="438"/>
                  <a:pt x="82" y="509"/>
                  <a:pt x="141" y="567"/>
                </a:cubicBezTo>
                <a:cubicBezTo>
                  <a:pt x="199" y="625"/>
                  <a:pt x="270" y="654"/>
                  <a:pt x="353" y="654"/>
                </a:cubicBezTo>
                <a:moveTo>
                  <a:pt x="582" y="547"/>
                </a:moveTo>
                <a:cubicBezTo>
                  <a:pt x="604" y="521"/>
                  <a:pt x="621" y="491"/>
                  <a:pt x="634" y="458"/>
                </a:cubicBezTo>
                <a:cubicBezTo>
                  <a:pt x="647" y="425"/>
                  <a:pt x="653" y="390"/>
                  <a:pt x="653" y="354"/>
                </a:cubicBezTo>
                <a:cubicBezTo>
                  <a:pt x="653" y="270"/>
                  <a:pt x="624" y="199"/>
                  <a:pt x="566" y="140"/>
                </a:cubicBezTo>
                <a:cubicBezTo>
                  <a:pt x="508" y="82"/>
                  <a:pt x="437" y="53"/>
                  <a:pt x="353" y="53"/>
                </a:cubicBezTo>
                <a:cubicBezTo>
                  <a:pt x="318" y="53"/>
                  <a:pt x="283" y="59"/>
                  <a:pt x="250" y="72"/>
                </a:cubicBezTo>
                <a:cubicBezTo>
                  <a:pt x="217" y="84"/>
                  <a:pt x="187" y="102"/>
                  <a:pt x="160" y="125"/>
                </a:cubicBezTo>
                <a:lnTo>
                  <a:pt x="582" y="547"/>
                </a:lnTo>
                <a:moveTo>
                  <a:pt x="353" y="354"/>
                </a:moveTo>
                <a:lnTo>
                  <a:pt x="353" y="354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04" name=""/>
          <p:cNvSpPr/>
          <p:nvPr/>
        </p:nvSpPr>
        <p:spPr>
          <a:xfrm>
            <a:off x="3114360" y="43527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5" name=""/>
          <p:cNvSpPr/>
          <p:nvPr/>
        </p:nvSpPr>
        <p:spPr>
          <a:xfrm>
            <a:off x="3114360" y="43527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6" name=""/>
          <p:cNvSpPr/>
          <p:nvPr/>
        </p:nvSpPr>
        <p:spPr>
          <a:xfrm>
            <a:off x="3288960" y="4546800"/>
            <a:ext cx="280080" cy="203040"/>
          </a:xfrm>
          <a:custGeom>
            <a:avLst/>
            <a:gdLst/>
            <a:ahLst/>
            <a:rect l="0" t="0" r="r" b="b"/>
            <a:pathLst>
              <a:path w="778" h="564">
                <a:moveTo>
                  <a:pt x="187" y="564"/>
                </a:moveTo>
                <a:cubicBezTo>
                  <a:pt x="135" y="564"/>
                  <a:pt x="91" y="546"/>
                  <a:pt x="55" y="510"/>
                </a:cubicBezTo>
                <a:cubicBezTo>
                  <a:pt x="19" y="474"/>
                  <a:pt x="0" y="430"/>
                  <a:pt x="0" y="378"/>
                </a:cubicBezTo>
                <a:cubicBezTo>
                  <a:pt x="0" y="332"/>
                  <a:pt x="15" y="292"/>
                  <a:pt x="45" y="257"/>
                </a:cubicBezTo>
                <a:cubicBezTo>
                  <a:pt x="74" y="223"/>
                  <a:pt x="111" y="202"/>
                  <a:pt x="157" y="195"/>
                </a:cubicBezTo>
                <a:cubicBezTo>
                  <a:pt x="168" y="138"/>
                  <a:pt x="196" y="91"/>
                  <a:pt x="239" y="55"/>
                </a:cubicBezTo>
                <a:cubicBezTo>
                  <a:pt x="283" y="18"/>
                  <a:pt x="333" y="0"/>
                  <a:pt x="390" y="0"/>
                </a:cubicBezTo>
                <a:cubicBezTo>
                  <a:pt x="456" y="0"/>
                  <a:pt x="512" y="24"/>
                  <a:pt x="557" y="73"/>
                </a:cubicBezTo>
                <a:cubicBezTo>
                  <a:pt x="603" y="121"/>
                  <a:pt x="626" y="178"/>
                  <a:pt x="626" y="245"/>
                </a:cubicBezTo>
                <a:lnTo>
                  <a:pt x="626" y="266"/>
                </a:lnTo>
                <a:cubicBezTo>
                  <a:pt x="668" y="265"/>
                  <a:pt x="704" y="279"/>
                  <a:pt x="733" y="307"/>
                </a:cubicBezTo>
                <a:cubicBezTo>
                  <a:pt x="763" y="336"/>
                  <a:pt x="778" y="372"/>
                  <a:pt x="778" y="415"/>
                </a:cubicBezTo>
                <a:cubicBezTo>
                  <a:pt x="778" y="456"/>
                  <a:pt x="763" y="491"/>
                  <a:pt x="733" y="520"/>
                </a:cubicBezTo>
                <a:cubicBezTo>
                  <a:pt x="704" y="550"/>
                  <a:pt x="669" y="564"/>
                  <a:pt x="629" y="564"/>
                </a:cubicBezTo>
                <a:lnTo>
                  <a:pt x="187" y="564"/>
                </a:lnTo>
                <a:moveTo>
                  <a:pt x="187" y="511"/>
                </a:moveTo>
                <a:lnTo>
                  <a:pt x="629" y="511"/>
                </a:lnTo>
                <a:cubicBezTo>
                  <a:pt x="655" y="511"/>
                  <a:pt x="678" y="502"/>
                  <a:pt x="696" y="483"/>
                </a:cubicBezTo>
                <a:cubicBezTo>
                  <a:pt x="715" y="464"/>
                  <a:pt x="725" y="442"/>
                  <a:pt x="725" y="415"/>
                </a:cubicBezTo>
                <a:cubicBezTo>
                  <a:pt x="725" y="389"/>
                  <a:pt x="715" y="366"/>
                  <a:pt x="696" y="347"/>
                </a:cubicBezTo>
                <a:cubicBezTo>
                  <a:pt x="678" y="329"/>
                  <a:pt x="655" y="319"/>
                  <a:pt x="629" y="319"/>
                </a:cubicBezTo>
                <a:lnTo>
                  <a:pt x="573" y="319"/>
                </a:lnTo>
                <a:lnTo>
                  <a:pt x="573" y="245"/>
                </a:lnTo>
                <a:cubicBezTo>
                  <a:pt x="573" y="192"/>
                  <a:pt x="554" y="146"/>
                  <a:pt x="518" y="109"/>
                </a:cubicBezTo>
                <a:cubicBezTo>
                  <a:pt x="482" y="72"/>
                  <a:pt x="438" y="54"/>
                  <a:pt x="387" y="54"/>
                </a:cubicBezTo>
                <a:cubicBezTo>
                  <a:pt x="335" y="54"/>
                  <a:pt x="291" y="72"/>
                  <a:pt x="255" y="109"/>
                </a:cubicBezTo>
                <a:cubicBezTo>
                  <a:pt x="219" y="146"/>
                  <a:pt x="201" y="192"/>
                  <a:pt x="201" y="245"/>
                </a:cubicBezTo>
                <a:lnTo>
                  <a:pt x="184" y="245"/>
                </a:lnTo>
                <a:cubicBezTo>
                  <a:pt x="147" y="245"/>
                  <a:pt x="117" y="258"/>
                  <a:pt x="91" y="283"/>
                </a:cubicBezTo>
                <a:cubicBezTo>
                  <a:pt x="66" y="309"/>
                  <a:pt x="53" y="341"/>
                  <a:pt x="53" y="378"/>
                </a:cubicBezTo>
                <a:cubicBezTo>
                  <a:pt x="53" y="415"/>
                  <a:pt x="66" y="447"/>
                  <a:pt x="92" y="473"/>
                </a:cubicBezTo>
                <a:cubicBezTo>
                  <a:pt x="118" y="499"/>
                  <a:pt x="149" y="511"/>
                  <a:pt x="187" y="511"/>
                </a:cubicBezTo>
                <a:moveTo>
                  <a:pt x="388" y="282"/>
                </a:moveTo>
                <a:lnTo>
                  <a:pt x="388" y="282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3657600" y="3588840"/>
            <a:ext cx="1755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SSH</a:t>
            </a:r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の鍵のファイル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8" name=""/>
          <p:cNvSpPr/>
          <p:nvPr/>
        </p:nvSpPr>
        <p:spPr>
          <a:xfrm>
            <a:off x="2419200" y="419076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09" name=""/>
          <p:cNvSpPr/>
          <p:nvPr/>
        </p:nvSpPr>
        <p:spPr>
          <a:xfrm>
            <a:off x="2419200" y="46386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59" y="0"/>
                </a:lnTo>
                <a:lnTo>
                  <a:pt x="159" y="54"/>
                </a:lnTo>
                <a:lnTo>
                  <a:pt x="0" y="54"/>
                </a:lnTo>
                <a:lnTo>
                  <a:pt x="0" y="0"/>
                </a:lnTo>
                <a:moveTo>
                  <a:pt x="249" y="0"/>
                </a:moveTo>
                <a:lnTo>
                  <a:pt x="408" y="0"/>
                </a:lnTo>
                <a:lnTo>
                  <a:pt x="408" y="54"/>
                </a:lnTo>
                <a:lnTo>
                  <a:pt x="249" y="54"/>
                </a:lnTo>
                <a:lnTo>
                  <a:pt x="249" y="0"/>
                </a:lnTo>
                <a:moveTo>
                  <a:pt x="499" y="0"/>
                </a:moveTo>
                <a:lnTo>
                  <a:pt x="658" y="0"/>
                </a:lnTo>
                <a:lnTo>
                  <a:pt x="658" y="54"/>
                </a:lnTo>
                <a:lnTo>
                  <a:pt x="499" y="54"/>
                </a:lnTo>
                <a:lnTo>
                  <a:pt x="499" y="0"/>
                </a:lnTo>
                <a:moveTo>
                  <a:pt x="748" y="0"/>
                </a:moveTo>
                <a:lnTo>
                  <a:pt x="907" y="0"/>
                </a:lnTo>
                <a:lnTo>
                  <a:pt x="907" y="54"/>
                </a:lnTo>
                <a:lnTo>
                  <a:pt x="748" y="54"/>
                </a:lnTo>
                <a:lnTo>
                  <a:pt x="748" y="0"/>
                </a:lnTo>
                <a:moveTo>
                  <a:pt x="998" y="0"/>
                </a:moveTo>
                <a:lnTo>
                  <a:pt x="1157" y="0"/>
                </a:lnTo>
                <a:lnTo>
                  <a:pt x="1157" y="54"/>
                </a:lnTo>
                <a:lnTo>
                  <a:pt x="998" y="54"/>
                </a:lnTo>
                <a:lnTo>
                  <a:pt x="998" y="0"/>
                </a:lnTo>
                <a:moveTo>
                  <a:pt x="1247" y="0"/>
                </a:moveTo>
                <a:lnTo>
                  <a:pt x="1406" y="0"/>
                </a:lnTo>
                <a:lnTo>
                  <a:pt x="1406" y="54"/>
                </a:lnTo>
                <a:lnTo>
                  <a:pt x="1247" y="54"/>
                </a:lnTo>
                <a:lnTo>
                  <a:pt x="1247" y="0"/>
                </a:lnTo>
                <a:moveTo>
                  <a:pt x="1497" y="0"/>
                </a:moveTo>
                <a:lnTo>
                  <a:pt x="1655" y="0"/>
                </a:lnTo>
                <a:lnTo>
                  <a:pt x="1655" y="54"/>
                </a:lnTo>
                <a:lnTo>
                  <a:pt x="1497" y="54"/>
                </a:lnTo>
                <a:lnTo>
                  <a:pt x="1497" y="0"/>
                </a:lnTo>
                <a:moveTo>
                  <a:pt x="1746" y="0"/>
                </a:moveTo>
                <a:lnTo>
                  <a:pt x="1906" y="0"/>
                </a:lnTo>
                <a:lnTo>
                  <a:pt x="1906" y="54"/>
                </a:lnTo>
                <a:lnTo>
                  <a:pt x="1746" y="54"/>
                </a:lnTo>
                <a:lnTo>
                  <a:pt x="1746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0" name=""/>
          <p:cNvSpPr/>
          <p:nvPr/>
        </p:nvSpPr>
        <p:spPr>
          <a:xfrm>
            <a:off x="2609640" y="449568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0" y="0"/>
                </a:moveTo>
                <a:lnTo>
                  <a:pt x="848" y="0"/>
                </a:lnTo>
                <a:lnTo>
                  <a:pt x="84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11" name=""/>
          <p:cNvSpPr/>
          <p:nvPr/>
        </p:nvSpPr>
        <p:spPr>
          <a:xfrm>
            <a:off x="2635200" y="4520880"/>
            <a:ext cx="254160" cy="254520"/>
          </a:xfrm>
          <a:custGeom>
            <a:avLst/>
            <a:gdLst/>
            <a:ahLst/>
            <a:rect l="0" t="0" r="r" b="b"/>
            <a:pathLst>
              <a:path w="706" h="707">
                <a:moveTo>
                  <a:pt x="216" y="679"/>
                </a:moveTo>
                <a:cubicBezTo>
                  <a:pt x="173" y="661"/>
                  <a:pt x="136" y="636"/>
                  <a:pt x="104" y="604"/>
                </a:cubicBezTo>
                <a:cubicBezTo>
                  <a:pt x="71" y="572"/>
                  <a:pt x="46" y="535"/>
                  <a:pt x="27" y="492"/>
                </a:cubicBezTo>
                <a:cubicBezTo>
                  <a:pt x="9" y="448"/>
                  <a:pt x="0" y="402"/>
                  <a:pt x="0" y="353"/>
                </a:cubicBezTo>
                <a:cubicBezTo>
                  <a:pt x="0" y="304"/>
                  <a:pt x="9" y="259"/>
                  <a:pt x="27" y="216"/>
                </a:cubicBezTo>
                <a:cubicBezTo>
                  <a:pt x="46" y="173"/>
                  <a:pt x="71" y="135"/>
                  <a:pt x="104" y="104"/>
                </a:cubicBezTo>
                <a:cubicBezTo>
                  <a:pt x="136" y="72"/>
                  <a:pt x="173" y="47"/>
                  <a:pt x="216" y="28"/>
                </a:cubicBezTo>
                <a:cubicBezTo>
                  <a:pt x="259" y="10"/>
                  <a:pt x="305" y="0"/>
                  <a:pt x="353" y="0"/>
                </a:cubicBezTo>
                <a:cubicBezTo>
                  <a:pt x="402" y="0"/>
                  <a:pt x="448" y="10"/>
                  <a:pt x="491" y="28"/>
                </a:cubicBezTo>
                <a:cubicBezTo>
                  <a:pt x="534" y="47"/>
                  <a:pt x="571" y="72"/>
                  <a:pt x="603" y="104"/>
                </a:cubicBezTo>
                <a:cubicBezTo>
                  <a:pt x="635" y="135"/>
                  <a:pt x="660" y="173"/>
                  <a:pt x="678" y="216"/>
                </a:cubicBezTo>
                <a:cubicBezTo>
                  <a:pt x="697" y="259"/>
                  <a:pt x="706" y="304"/>
                  <a:pt x="706" y="353"/>
                </a:cubicBezTo>
                <a:cubicBezTo>
                  <a:pt x="706" y="402"/>
                  <a:pt x="697" y="448"/>
                  <a:pt x="678" y="492"/>
                </a:cubicBezTo>
                <a:cubicBezTo>
                  <a:pt x="660" y="535"/>
                  <a:pt x="635" y="572"/>
                  <a:pt x="603" y="604"/>
                </a:cubicBezTo>
                <a:cubicBezTo>
                  <a:pt x="571" y="636"/>
                  <a:pt x="534" y="661"/>
                  <a:pt x="491" y="679"/>
                </a:cubicBezTo>
                <a:cubicBezTo>
                  <a:pt x="448" y="698"/>
                  <a:pt x="402" y="707"/>
                  <a:pt x="353" y="707"/>
                </a:cubicBezTo>
                <a:cubicBezTo>
                  <a:pt x="305" y="707"/>
                  <a:pt x="259" y="698"/>
                  <a:pt x="216" y="679"/>
                </a:cubicBezTo>
                <a:moveTo>
                  <a:pt x="353" y="654"/>
                </a:moveTo>
                <a:cubicBezTo>
                  <a:pt x="389" y="654"/>
                  <a:pt x="424" y="648"/>
                  <a:pt x="457" y="636"/>
                </a:cubicBezTo>
                <a:cubicBezTo>
                  <a:pt x="490" y="624"/>
                  <a:pt x="520" y="606"/>
                  <a:pt x="547" y="583"/>
                </a:cubicBezTo>
                <a:lnTo>
                  <a:pt x="124" y="160"/>
                </a:lnTo>
                <a:cubicBezTo>
                  <a:pt x="102" y="187"/>
                  <a:pt x="84" y="217"/>
                  <a:pt x="71" y="250"/>
                </a:cubicBezTo>
                <a:cubicBezTo>
                  <a:pt x="59" y="283"/>
                  <a:pt x="53" y="318"/>
                  <a:pt x="53" y="353"/>
                </a:cubicBezTo>
                <a:cubicBezTo>
                  <a:pt x="53" y="437"/>
                  <a:pt x="82" y="509"/>
                  <a:pt x="141" y="567"/>
                </a:cubicBezTo>
                <a:cubicBezTo>
                  <a:pt x="199" y="625"/>
                  <a:pt x="270" y="654"/>
                  <a:pt x="353" y="654"/>
                </a:cubicBezTo>
                <a:moveTo>
                  <a:pt x="582" y="547"/>
                </a:moveTo>
                <a:cubicBezTo>
                  <a:pt x="604" y="521"/>
                  <a:pt x="621" y="491"/>
                  <a:pt x="634" y="457"/>
                </a:cubicBezTo>
                <a:cubicBezTo>
                  <a:pt x="647" y="424"/>
                  <a:pt x="653" y="389"/>
                  <a:pt x="653" y="353"/>
                </a:cubicBezTo>
                <a:cubicBezTo>
                  <a:pt x="653" y="269"/>
                  <a:pt x="624" y="199"/>
                  <a:pt x="566" y="140"/>
                </a:cubicBezTo>
                <a:cubicBezTo>
                  <a:pt x="508" y="82"/>
                  <a:pt x="437" y="53"/>
                  <a:pt x="353" y="53"/>
                </a:cubicBezTo>
                <a:cubicBezTo>
                  <a:pt x="318" y="53"/>
                  <a:pt x="283" y="59"/>
                  <a:pt x="250" y="72"/>
                </a:cubicBezTo>
                <a:cubicBezTo>
                  <a:pt x="217" y="84"/>
                  <a:pt x="187" y="102"/>
                  <a:pt x="160" y="125"/>
                </a:cubicBezTo>
                <a:lnTo>
                  <a:pt x="582" y="547"/>
                </a:lnTo>
                <a:moveTo>
                  <a:pt x="353" y="353"/>
                </a:moveTo>
                <a:lnTo>
                  <a:pt x="353" y="353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2" name=""/>
          <p:cNvSpPr/>
          <p:nvPr/>
        </p:nvSpPr>
        <p:spPr>
          <a:xfrm>
            <a:off x="3114360" y="52671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13" name=""/>
          <p:cNvSpPr/>
          <p:nvPr/>
        </p:nvSpPr>
        <p:spPr>
          <a:xfrm>
            <a:off x="3114360" y="5267160"/>
            <a:ext cx="2495880" cy="590760"/>
          </a:xfrm>
          <a:custGeom>
            <a:avLst/>
            <a:gdLst/>
            <a:ahLst/>
            <a:rect l="0" t="0" r="r" b="b"/>
            <a:pathLst>
              <a:path w="6933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4"/>
                </a:cubicBezTo>
                <a:cubicBezTo>
                  <a:pt x="6796" y="6"/>
                  <a:pt x="6808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1" y="46"/>
                  <a:pt x="6879" y="54"/>
                </a:cubicBezTo>
                <a:cubicBezTo>
                  <a:pt x="6888" y="63"/>
                  <a:pt x="6895" y="72"/>
                  <a:pt x="6902" y="82"/>
                </a:cubicBezTo>
                <a:cubicBezTo>
                  <a:pt x="6909" y="92"/>
                  <a:pt x="6915" y="103"/>
                  <a:pt x="6919" y="114"/>
                </a:cubicBezTo>
                <a:cubicBezTo>
                  <a:pt x="6924" y="126"/>
                  <a:pt x="6928" y="137"/>
                  <a:pt x="6930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456"/>
                </a:lnTo>
                <a:cubicBezTo>
                  <a:pt x="6933" y="1468"/>
                  <a:pt x="6932" y="1480"/>
                  <a:pt x="6930" y="1492"/>
                </a:cubicBezTo>
                <a:cubicBezTo>
                  <a:pt x="6928" y="1504"/>
                  <a:pt x="6924" y="1516"/>
                  <a:pt x="6919" y="1527"/>
                </a:cubicBezTo>
                <a:cubicBezTo>
                  <a:pt x="6915" y="1538"/>
                  <a:pt x="6909" y="1549"/>
                  <a:pt x="6902" y="1559"/>
                </a:cubicBezTo>
                <a:cubicBezTo>
                  <a:pt x="6895" y="1569"/>
                  <a:pt x="6888" y="1579"/>
                  <a:pt x="6879" y="1587"/>
                </a:cubicBezTo>
                <a:cubicBezTo>
                  <a:pt x="6871" y="1596"/>
                  <a:pt x="6861" y="1603"/>
                  <a:pt x="6851" y="1610"/>
                </a:cubicBezTo>
                <a:cubicBezTo>
                  <a:pt x="6841" y="1617"/>
                  <a:pt x="6830" y="1623"/>
                  <a:pt x="6819" y="1627"/>
                </a:cubicBezTo>
                <a:cubicBezTo>
                  <a:pt x="6808" y="1632"/>
                  <a:pt x="6796" y="1635"/>
                  <a:pt x="6784" y="1638"/>
                </a:cubicBezTo>
                <a:cubicBezTo>
                  <a:pt x="6772" y="1640"/>
                  <a:pt x="6760" y="1641"/>
                  <a:pt x="6748" y="1641"/>
                </a:cubicBezTo>
                <a:lnTo>
                  <a:pt x="186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8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3" y="1603"/>
                  <a:pt x="63" y="1596"/>
                  <a:pt x="55" y="1587"/>
                </a:cubicBezTo>
                <a:cubicBezTo>
                  <a:pt x="46" y="1579"/>
                  <a:pt x="38" y="1569"/>
                  <a:pt x="32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2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14" name=""/>
          <p:cNvSpPr/>
          <p:nvPr/>
        </p:nvSpPr>
        <p:spPr>
          <a:xfrm>
            <a:off x="3327120" y="5435280"/>
            <a:ext cx="203760" cy="254520"/>
          </a:xfrm>
          <a:custGeom>
            <a:avLst/>
            <a:gdLst/>
            <a:ahLst/>
            <a:rect l="0" t="0" r="r" b="b"/>
            <a:pathLst>
              <a:path w="566" h="707">
                <a:moveTo>
                  <a:pt x="142" y="557"/>
                </a:moveTo>
                <a:lnTo>
                  <a:pt x="425" y="557"/>
                </a:lnTo>
                <a:lnTo>
                  <a:pt x="425" y="504"/>
                </a:lnTo>
                <a:lnTo>
                  <a:pt x="142" y="504"/>
                </a:lnTo>
                <a:lnTo>
                  <a:pt x="142" y="557"/>
                </a:lnTo>
                <a:moveTo>
                  <a:pt x="142" y="407"/>
                </a:moveTo>
                <a:lnTo>
                  <a:pt x="425" y="407"/>
                </a:lnTo>
                <a:lnTo>
                  <a:pt x="425" y="354"/>
                </a:lnTo>
                <a:lnTo>
                  <a:pt x="142" y="354"/>
                </a:lnTo>
                <a:lnTo>
                  <a:pt x="142" y="407"/>
                </a:lnTo>
                <a:moveTo>
                  <a:pt x="53" y="707"/>
                </a:moveTo>
                <a:cubicBezTo>
                  <a:pt x="39" y="707"/>
                  <a:pt x="27" y="702"/>
                  <a:pt x="16" y="691"/>
                </a:cubicBezTo>
                <a:cubicBezTo>
                  <a:pt x="6" y="680"/>
                  <a:pt x="0" y="668"/>
                  <a:pt x="0" y="654"/>
                </a:cubicBezTo>
                <a:lnTo>
                  <a:pt x="0" y="53"/>
                </a:lnTo>
                <a:cubicBezTo>
                  <a:pt x="0" y="39"/>
                  <a:pt x="6" y="27"/>
                  <a:pt x="16" y="16"/>
                </a:cubicBezTo>
                <a:cubicBezTo>
                  <a:pt x="27" y="6"/>
                  <a:pt x="39" y="0"/>
                  <a:pt x="53" y="0"/>
                </a:cubicBezTo>
                <a:lnTo>
                  <a:pt x="373" y="0"/>
                </a:lnTo>
                <a:lnTo>
                  <a:pt x="566" y="195"/>
                </a:lnTo>
                <a:lnTo>
                  <a:pt x="566" y="654"/>
                </a:lnTo>
                <a:cubicBezTo>
                  <a:pt x="566" y="668"/>
                  <a:pt x="560" y="680"/>
                  <a:pt x="550" y="691"/>
                </a:cubicBezTo>
                <a:cubicBezTo>
                  <a:pt x="539" y="702"/>
                  <a:pt x="527" y="707"/>
                  <a:pt x="513" y="707"/>
                </a:cubicBezTo>
                <a:lnTo>
                  <a:pt x="53" y="707"/>
                </a:lnTo>
                <a:moveTo>
                  <a:pt x="346" y="218"/>
                </a:moveTo>
                <a:lnTo>
                  <a:pt x="346" y="53"/>
                </a:lnTo>
                <a:lnTo>
                  <a:pt x="53" y="53"/>
                </a:lnTo>
                <a:lnTo>
                  <a:pt x="53" y="654"/>
                </a:lnTo>
                <a:lnTo>
                  <a:pt x="513" y="654"/>
                </a:lnTo>
                <a:lnTo>
                  <a:pt x="513" y="218"/>
                </a:lnTo>
                <a:lnTo>
                  <a:pt x="346" y="218"/>
                </a:lnTo>
                <a:moveTo>
                  <a:pt x="53" y="53"/>
                </a:moveTo>
                <a:lnTo>
                  <a:pt x="53" y="218"/>
                </a:lnTo>
                <a:lnTo>
                  <a:pt x="53" y="53"/>
                </a:lnTo>
                <a:lnTo>
                  <a:pt x="53" y="654"/>
                </a:lnTo>
                <a:lnTo>
                  <a:pt x="53" y="5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3657600" y="4503240"/>
            <a:ext cx="171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クラウドの認証情報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16" name=""/>
          <p:cNvSpPr/>
          <p:nvPr/>
        </p:nvSpPr>
        <p:spPr>
          <a:xfrm>
            <a:off x="2419200" y="5105160"/>
            <a:ext cx="19440" cy="457560"/>
          </a:xfrm>
          <a:custGeom>
            <a:avLst/>
            <a:gdLst/>
            <a:ah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7" name=""/>
          <p:cNvSpPr/>
          <p:nvPr/>
        </p:nvSpPr>
        <p:spPr>
          <a:xfrm>
            <a:off x="2419200" y="55530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59" y="0"/>
                </a:lnTo>
                <a:lnTo>
                  <a:pt x="159" y="54"/>
                </a:lnTo>
                <a:lnTo>
                  <a:pt x="0" y="54"/>
                </a:lnTo>
                <a:lnTo>
                  <a:pt x="0" y="0"/>
                </a:lnTo>
                <a:moveTo>
                  <a:pt x="249" y="0"/>
                </a:moveTo>
                <a:lnTo>
                  <a:pt x="408" y="0"/>
                </a:lnTo>
                <a:lnTo>
                  <a:pt x="408" y="54"/>
                </a:lnTo>
                <a:lnTo>
                  <a:pt x="249" y="54"/>
                </a:lnTo>
                <a:lnTo>
                  <a:pt x="249" y="0"/>
                </a:lnTo>
                <a:moveTo>
                  <a:pt x="499" y="0"/>
                </a:moveTo>
                <a:lnTo>
                  <a:pt x="658" y="0"/>
                </a:lnTo>
                <a:lnTo>
                  <a:pt x="658" y="54"/>
                </a:lnTo>
                <a:lnTo>
                  <a:pt x="499" y="54"/>
                </a:lnTo>
                <a:lnTo>
                  <a:pt x="499" y="0"/>
                </a:lnTo>
                <a:moveTo>
                  <a:pt x="748" y="0"/>
                </a:moveTo>
                <a:lnTo>
                  <a:pt x="907" y="0"/>
                </a:lnTo>
                <a:lnTo>
                  <a:pt x="907" y="54"/>
                </a:lnTo>
                <a:lnTo>
                  <a:pt x="748" y="54"/>
                </a:lnTo>
                <a:lnTo>
                  <a:pt x="748" y="0"/>
                </a:lnTo>
                <a:moveTo>
                  <a:pt x="998" y="0"/>
                </a:moveTo>
                <a:lnTo>
                  <a:pt x="1157" y="0"/>
                </a:lnTo>
                <a:lnTo>
                  <a:pt x="1157" y="54"/>
                </a:lnTo>
                <a:lnTo>
                  <a:pt x="998" y="54"/>
                </a:lnTo>
                <a:lnTo>
                  <a:pt x="998" y="0"/>
                </a:lnTo>
                <a:moveTo>
                  <a:pt x="1247" y="0"/>
                </a:moveTo>
                <a:lnTo>
                  <a:pt x="1406" y="0"/>
                </a:lnTo>
                <a:lnTo>
                  <a:pt x="1406" y="54"/>
                </a:lnTo>
                <a:lnTo>
                  <a:pt x="1247" y="54"/>
                </a:lnTo>
                <a:lnTo>
                  <a:pt x="1247" y="0"/>
                </a:lnTo>
                <a:moveTo>
                  <a:pt x="1497" y="0"/>
                </a:moveTo>
                <a:lnTo>
                  <a:pt x="1655" y="0"/>
                </a:lnTo>
                <a:lnTo>
                  <a:pt x="1655" y="54"/>
                </a:lnTo>
                <a:lnTo>
                  <a:pt x="1497" y="54"/>
                </a:lnTo>
                <a:lnTo>
                  <a:pt x="1497" y="0"/>
                </a:lnTo>
                <a:moveTo>
                  <a:pt x="1746" y="0"/>
                </a:moveTo>
                <a:lnTo>
                  <a:pt x="1906" y="0"/>
                </a:lnTo>
                <a:lnTo>
                  <a:pt x="1906" y="54"/>
                </a:lnTo>
                <a:lnTo>
                  <a:pt x="1746" y="54"/>
                </a:lnTo>
                <a:lnTo>
                  <a:pt x="1746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8" name=""/>
          <p:cNvSpPr/>
          <p:nvPr/>
        </p:nvSpPr>
        <p:spPr>
          <a:xfrm>
            <a:off x="2609640" y="541008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0" y="0"/>
                </a:moveTo>
                <a:lnTo>
                  <a:pt x="848" y="0"/>
                </a:lnTo>
                <a:lnTo>
                  <a:pt x="84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19" name=""/>
          <p:cNvSpPr/>
          <p:nvPr/>
        </p:nvSpPr>
        <p:spPr>
          <a:xfrm>
            <a:off x="2635200" y="5435280"/>
            <a:ext cx="254160" cy="254520"/>
          </a:xfrm>
          <a:custGeom>
            <a:avLst/>
            <a:gdLst/>
            <a:ahLst/>
            <a:rect l="0" t="0" r="r" b="b"/>
            <a:pathLst>
              <a:path w="706" h="707">
                <a:moveTo>
                  <a:pt x="216" y="679"/>
                </a:moveTo>
                <a:cubicBezTo>
                  <a:pt x="173" y="661"/>
                  <a:pt x="136" y="636"/>
                  <a:pt x="104" y="604"/>
                </a:cubicBezTo>
                <a:cubicBezTo>
                  <a:pt x="71" y="572"/>
                  <a:pt x="46" y="535"/>
                  <a:pt x="27" y="492"/>
                </a:cubicBezTo>
                <a:cubicBezTo>
                  <a:pt x="9" y="449"/>
                  <a:pt x="0" y="403"/>
                  <a:pt x="0" y="354"/>
                </a:cubicBezTo>
                <a:cubicBezTo>
                  <a:pt x="0" y="305"/>
                  <a:pt x="9" y="260"/>
                  <a:pt x="27" y="217"/>
                </a:cubicBezTo>
                <a:cubicBezTo>
                  <a:pt x="46" y="174"/>
                  <a:pt x="71" y="136"/>
                  <a:pt x="104" y="105"/>
                </a:cubicBezTo>
                <a:cubicBezTo>
                  <a:pt x="136" y="73"/>
                  <a:pt x="173" y="47"/>
                  <a:pt x="216" y="28"/>
                </a:cubicBezTo>
                <a:cubicBezTo>
                  <a:pt x="259" y="10"/>
                  <a:pt x="305" y="0"/>
                  <a:pt x="353" y="0"/>
                </a:cubicBezTo>
                <a:cubicBezTo>
                  <a:pt x="402" y="0"/>
                  <a:pt x="448" y="10"/>
                  <a:pt x="491" y="28"/>
                </a:cubicBezTo>
                <a:cubicBezTo>
                  <a:pt x="534" y="47"/>
                  <a:pt x="571" y="73"/>
                  <a:pt x="603" y="105"/>
                </a:cubicBezTo>
                <a:cubicBezTo>
                  <a:pt x="635" y="136"/>
                  <a:pt x="660" y="174"/>
                  <a:pt x="678" y="217"/>
                </a:cubicBezTo>
                <a:cubicBezTo>
                  <a:pt x="697" y="260"/>
                  <a:pt x="706" y="305"/>
                  <a:pt x="706" y="354"/>
                </a:cubicBezTo>
                <a:cubicBezTo>
                  <a:pt x="706" y="403"/>
                  <a:pt x="697" y="449"/>
                  <a:pt x="678" y="492"/>
                </a:cubicBezTo>
                <a:cubicBezTo>
                  <a:pt x="660" y="535"/>
                  <a:pt x="635" y="572"/>
                  <a:pt x="603" y="604"/>
                </a:cubicBezTo>
                <a:cubicBezTo>
                  <a:pt x="571" y="636"/>
                  <a:pt x="534" y="661"/>
                  <a:pt x="491" y="679"/>
                </a:cubicBezTo>
                <a:cubicBezTo>
                  <a:pt x="448" y="698"/>
                  <a:pt x="402" y="707"/>
                  <a:pt x="353" y="707"/>
                </a:cubicBezTo>
                <a:cubicBezTo>
                  <a:pt x="305" y="707"/>
                  <a:pt x="259" y="698"/>
                  <a:pt x="216" y="679"/>
                </a:cubicBezTo>
                <a:moveTo>
                  <a:pt x="353" y="654"/>
                </a:moveTo>
                <a:cubicBezTo>
                  <a:pt x="389" y="654"/>
                  <a:pt x="424" y="648"/>
                  <a:pt x="457" y="636"/>
                </a:cubicBezTo>
                <a:cubicBezTo>
                  <a:pt x="490" y="624"/>
                  <a:pt x="520" y="606"/>
                  <a:pt x="547" y="583"/>
                </a:cubicBezTo>
                <a:lnTo>
                  <a:pt x="124" y="161"/>
                </a:lnTo>
                <a:cubicBezTo>
                  <a:pt x="102" y="188"/>
                  <a:pt x="84" y="218"/>
                  <a:pt x="71" y="251"/>
                </a:cubicBezTo>
                <a:cubicBezTo>
                  <a:pt x="59" y="284"/>
                  <a:pt x="53" y="319"/>
                  <a:pt x="53" y="354"/>
                </a:cubicBezTo>
                <a:cubicBezTo>
                  <a:pt x="53" y="438"/>
                  <a:pt x="82" y="509"/>
                  <a:pt x="141" y="567"/>
                </a:cubicBezTo>
                <a:cubicBezTo>
                  <a:pt x="199" y="625"/>
                  <a:pt x="270" y="654"/>
                  <a:pt x="353" y="654"/>
                </a:cubicBezTo>
                <a:moveTo>
                  <a:pt x="582" y="547"/>
                </a:moveTo>
                <a:cubicBezTo>
                  <a:pt x="604" y="521"/>
                  <a:pt x="621" y="491"/>
                  <a:pt x="634" y="458"/>
                </a:cubicBezTo>
                <a:cubicBezTo>
                  <a:pt x="647" y="425"/>
                  <a:pt x="653" y="390"/>
                  <a:pt x="653" y="354"/>
                </a:cubicBezTo>
                <a:cubicBezTo>
                  <a:pt x="653" y="270"/>
                  <a:pt x="624" y="200"/>
                  <a:pt x="566" y="141"/>
                </a:cubicBezTo>
                <a:cubicBezTo>
                  <a:pt x="508" y="83"/>
                  <a:pt x="437" y="53"/>
                  <a:pt x="353" y="53"/>
                </a:cubicBezTo>
                <a:cubicBezTo>
                  <a:pt x="318" y="53"/>
                  <a:pt x="283" y="59"/>
                  <a:pt x="250" y="73"/>
                </a:cubicBezTo>
                <a:cubicBezTo>
                  <a:pt x="217" y="85"/>
                  <a:pt x="187" y="103"/>
                  <a:pt x="160" y="126"/>
                </a:cubicBezTo>
                <a:lnTo>
                  <a:pt x="582" y="547"/>
                </a:lnTo>
                <a:moveTo>
                  <a:pt x="353" y="354"/>
                </a:moveTo>
                <a:lnTo>
                  <a:pt x="353" y="354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20" name=""/>
          <p:cNvSpPr/>
          <p:nvPr/>
        </p:nvSpPr>
        <p:spPr>
          <a:xfrm>
            <a:off x="8905680" y="3162240"/>
            <a:ext cx="19440" cy="533520"/>
          </a:xfrm>
          <a:custGeom>
            <a:avLst/>
            <a:gdLst/>
            <a:ahLst/>
            <a:rect l="0" t="0" r="r" b="b"/>
            <a:pathLst>
              <a:path w="54" h="1482">
                <a:moveTo>
                  <a:pt x="0" y="0"/>
                </a:moveTo>
                <a:lnTo>
                  <a:pt x="54" y="0"/>
                </a:lnTo>
                <a:lnTo>
                  <a:pt x="5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3657600" y="5417640"/>
            <a:ext cx="1524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その他のファイル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2" name=""/>
          <p:cNvSpPr/>
          <p:nvPr/>
        </p:nvSpPr>
        <p:spPr>
          <a:xfrm>
            <a:off x="8858160" y="3600360"/>
            <a:ext cx="114480" cy="95400"/>
          </a:xfrm>
          <a:custGeom>
            <a:avLst/>
            <a:gdLst/>
            <a:ahLst/>
            <a:rect l="0" t="0" r="r" b="b"/>
            <a:pathLst>
              <a:path w="318" h="265">
                <a:moveTo>
                  <a:pt x="0" y="0"/>
                </a:moveTo>
                <a:lnTo>
                  <a:pt x="158" y="265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23" name=""/>
          <p:cNvSpPr/>
          <p:nvPr/>
        </p:nvSpPr>
        <p:spPr>
          <a:xfrm>
            <a:off x="8905680" y="4914720"/>
            <a:ext cx="19440" cy="305280"/>
          </a:xfrm>
          <a:custGeom>
            <a:avLst/>
            <a:gdLst/>
            <a:ahLst/>
            <a:rect l="0" t="0" r="r" b="b"/>
            <a:pathLst>
              <a:path w="54" h="848">
                <a:moveTo>
                  <a:pt x="0" y="0"/>
                </a:moveTo>
                <a:lnTo>
                  <a:pt x="54" y="0"/>
                </a:lnTo>
                <a:lnTo>
                  <a:pt x="5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24" name=""/>
          <p:cNvSpPr/>
          <p:nvPr/>
        </p:nvSpPr>
        <p:spPr>
          <a:xfrm>
            <a:off x="8858160" y="5124240"/>
            <a:ext cx="114480" cy="95760"/>
          </a:xfrm>
          <a:custGeom>
            <a:avLst/>
            <a:gdLst/>
            <a:ahLst/>
            <a:rect l="0" t="0" r="r" b="b"/>
            <a:pathLst>
              <a:path w="318" h="266">
                <a:moveTo>
                  <a:pt x="0" y="0"/>
                </a:moveTo>
                <a:lnTo>
                  <a:pt x="158" y="266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9020160" y="3236760"/>
            <a:ext cx="1776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VS Code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が引き継ぐ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9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0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609480" y="392760"/>
            <a:ext cx="20581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有効性の内訳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2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609480" y="1090800"/>
            <a:ext cx="78238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境界だけでリスクを低減できるのは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6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つで、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つは低減できない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4" name=""/>
          <p:cNvSpPr/>
          <p:nvPr/>
        </p:nvSpPr>
        <p:spPr>
          <a:xfrm>
            <a:off x="1304640" y="2619360"/>
            <a:ext cx="5696280" cy="476280"/>
          </a:xfrm>
          <a:custGeom>
            <a:avLst/>
            <a:gdLst/>
            <a:ahLst/>
            <a:rect l="0" t="0" r="r" b="b"/>
            <a:pathLst>
              <a:path w="15823" h="1323">
                <a:moveTo>
                  <a:pt x="0" y="1137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2"/>
                  <a:pt x="55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5638" y="0"/>
                </a:lnTo>
                <a:cubicBezTo>
                  <a:pt x="15650" y="0"/>
                  <a:pt x="15662" y="1"/>
                  <a:pt x="15674" y="3"/>
                </a:cubicBezTo>
                <a:cubicBezTo>
                  <a:pt x="15686" y="5"/>
                  <a:pt x="15698" y="9"/>
                  <a:pt x="15709" y="14"/>
                </a:cubicBezTo>
                <a:cubicBezTo>
                  <a:pt x="15720" y="18"/>
                  <a:pt x="15731" y="24"/>
                  <a:pt x="15741" y="31"/>
                </a:cubicBezTo>
                <a:cubicBezTo>
                  <a:pt x="15751" y="38"/>
                  <a:pt x="15761" y="45"/>
                  <a:pt x="15769" y="54"/>
                </a:cubicBezTo>
                <a:cubicBezTo>
                  <a:pt x="15778" y="62"/>
                  <a:pt x="15785" y="72"/>
                  <a:pt x="15792" y="82"/>
                </a:cubicBezTo>
                <a:cubicBezTo>
                  <a:pt x="15799" y="92"/>
                  <a:pt x="15805" y="103"/>
                  <a:pt x="15809" y="114"/>
                </a:cubicBezTo>
                <a:cubicBezTo>
                  <a:pt x="15814" y="125"/>
                  <a:pt x="15817" y="137"/>
                  <a:pt x="15820" y="149"/>
                </a:cubicBezTo>
                <a:cubicBezTo>
                  <a:pt x="15822" y="161"/>
                  <a:pt x="15823" y="173"/>
                  <a:pt x="15823" y="185"/>
                </a:cubicBezTo>
                <a:lnTo>
                  <a:pt x="15823" y="1137"/>
                </a:lnTo>
                <a:cubicBezTo>
                  <a:pt x="15823" y="1149"/>
                  <a:pt x="15822" y="1161"/>
                  <a:pt x="15820" y="1173"/>
                </a:cubicBezTo>
                <a:cubicBezTo>
                  <a:pt x="15817" y="1185"/>
                  <a:pt x="15814" y="1197"/>
                  <a:pt x="15809" y="1208"/>
                </a:cubicBezTo>
                <a:cubicBezTo>
                  <a:pt x="15805" y="1219"/>
                  <a:pt x="15799" y="1230"/>
                  <a:pt x="15792" y="1240"/>
                </a:cubicBezTo>
                <a:cubicBezTo>
                  <a:pt x="15785" y="1250"/>
                  <a:pt x="15778" y="1260"/>
                  <a:pt x="15769" y="1268"/>
                </a:cubicBezTo>
                <a:cubicBezTo>
                  <a:pt x="15761" y="1277"/>
                  <a:pt x="15751" y="1284"/>
                  <a:pt x="15741" y="1291"/>
                </a:cubicBezTo>
                <a:cubicBezTo>
                  <a:pt x="15731" y="1298"/>
                  <a:pt x="15720" y="1304"/>
                  <a:pt x="15709" y="1308"/>
                </a:cubicBezTo>
                <a:cubicBezTo>
                  <a:pt x="15698" y="1313"/>
                  <a:pt x="15686" y="1318"/>
                  <a:pt x="15674" y="1320"/>
                </a:cubicBezTo>
                <a:cubicBezTo>
                  <a:pt x="15662" y="1322"/>
                  <a:pt x="15650" y="1323"/>
                  <a:pt x="15638" y="1323"/>
                </a:cubicBezTo>
                <a:lnTo>
                  <a:pt x="185" y="1323"/>
                </a:lnTo>
                <a:cubicBezTo>
                  <a:pt x="173" y="1323"/>
                  <a:pt x="161" y="1322"/>
                  <a:pt x="149" y="1320"/>
                </a:cubicBezTo>
                <a:cubicBezTo>
                  <a:pt x="137" y="1318"/>
                  <a:pt x="126" y="1313"/>
                  <a:pt x="115" y="1308"/>
                </a:cubicBezTo>
                <a:cubicBezTo>
                  <a:pt x="103" y="1304"/>
                  <a:pt x="93" y="1298"/>
                  <a:pt x="83" y="1291"/>
                </a:cubicBezTo>
                <a:cubicBezTo>
                  <a:pt x="72" y="1284"/>
                  <a:pt x="63" y="1277"/>
                  <a:pt x="55" y="1268"/>
                </a:cubicBezTo>
                <a:cubicBezTo>
                  <a:pt x="46" y="1260"/>
                  <a:pt x="38" y="1250"/>
                  <a:pt x="32" y="1240"/>
                </a:cubicBezTo>
                <a:cubicBezTo>
                  <a:pt x="25" y="1230"/>
                  <a:pt x="19" y="1219"/>
                  <a:pt x="14" y="1208"/>
                </a:cubicBezTo>
                <a:cubicBezTo>
                  <a:pt x="10" y="1197"/>
                  <a:pt x="6" y="1185"/>
                  <a:pt x="4" y="1173"/>
                </a:cubicBezTo>
                <a:cubicBezTo>
                  <a:pt x="1" y="1161"/>
                  <a:pt x="0" y="1149"/>
                  <a:pt x="0" y="113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5" name=""/>
          <p:cNvSpPr/>
          <p:nvPr/>
        </p:nvSpPr>
        <p:spPr>
          <a:xfrm>
            <a:off x="1304640" y="2619360"/>
            <a:ext cx="5696280" cy="476280"/>
          </a:xfrm>
          <a:custGeom>
            <a:avLst/>
            <a:gdLst/>
            <a:ahLst/>
            <a:rect l="0" t="0" r="r" b="b"/>
            <a:pathLst>
              <a:path w="15823" h="1323">
                <a:moveTo>
                  <a:pt x="0" y="1137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2"/>
                  <a:pt x="55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5638" y="0"/>
                </a:lnTo>
                <a:cubicBezTo>
                  <a:pt x="15650" y="0"/>
                  <a:pt x="15662" y="1"/>
                  <a:pt x="15674" y="3"/>
                </a:cubicBezTo>
                <a:cubicBezTo>
                  <a:pt x="15686" y="5"/>
                  <a:pt x="15698" y="9"/>
                  <a:pt x="15709" y="14"/>
                </a:cubicBezTo>
                <a:cubicBezTo>
                  <a:pt x="15720" y="18"/>
                  <a:pt x="15731" y="24"/>
                  <a:pt x="15741" y="31"/>
                </a:cubicBezTo>
                <a:cubicBezTo>
                  <a:pt x="15751" y="38"/>
                  <a:pt x="15761" y="45"/>
                  <a:pt x="15769" y="54"/>
                </a:cubicBezTo>
                <a:cubicBezTo>
                  <a:pt x="15778" y="62"/>
                  <a:pt x="15785" y="72"/>
                  <a:pt x="15792" y="82"/>
                </a:cubicBezTo>
                <a:cubicBezTo>
                  <a:pt x="15799" y="92"/>
                  <a:pt x="15805" y="103"/>
                  <a:pt x="15809" y="114"/>
                </a:cubicBezTo>
                <a:cubicBezTo>
                  <a:pt x="15814" y="125"/>
                  <a:pt x="15817" y="137"/>
                  <a:pt x="15820" y="149"/>
                </a:cubicBezTo>
                <a:cubicBezTo>
                  <a:pt x="15822" y="161"/>
                  <a:pt x="15823" y="173"/>
                  <a:pt x="15823" y="185"/>
                </a:cubicBezTo>
                <a:lnTo>
                  <a:pt x="15823" y="1137"/>
                </a:lnTo>
                <a:cubicBezTo>
                  <a:pt x="15823" y="1149"/>
                  <a:pt x="15822" y="1161"/>
                  <a:pt x="15820" y="1173"/>
                </a:cubicBezTo>
                <a:cubicBezTo>
                  <a:pt x="15817" y="1185"/>
                  <a:pt x="15814" y="1197"/>
                  <a:pt x="15809" y="1208"/>
                </a:cubicBezTo>
                <a:cubicBezTo>
                  <a:pt x="15805" y="1219"/>
                  <a:pt x="15799" y="1230"/>
                  <a:pt x="15792" y="1240"/>
                </a:cubicBezTo>
                <a:cubicBezTo>
                  <a:pt x="15785" y="1250"/>
                  <a:pt x="15778" y="1260"/>
                  <a:pt x="15769" y="1268"/>
                </a:cubicBezTo>
                <a:cubicBezTo>
                  <a:pt x="15761" y="1277"/>
                  <a:pt x="15751" y="1284"/>
                  <a:pt x="15741" y="1291"/>
                </a:cubicBezTo>
                <a:cubicBezTo>
                  <a:pt x="15731" y="1298"/>
                  <a:pt x="15720" y="1304"/>
                  <a:pt x="15709" y="1308"/>
                </a:cubicBezTo>
                <a:cubicBezTo>
                  <a:pt x="15698" y="1313"/>
                  <a:pt x="15686" y="1318"/>
                  <a:pt x="15674" y="1320"/>
                </a:cubicBezTo>
                <a:cubicBezTo>
                  <a:pt x="15662" y="1322"/>
                  <a:pt x="15650" y="1323"/>
                  <a:pt x="15638" y="1323"/>
                </a:cubicBezTo>
                <a:lnTo>
                  <a:pt x="185" y="1323"/>
                </a:lnTo>
                <a:cubicBezTo>
                  <a:pt x="173" y="1323"/>
                  <a:pt x="161" y="1322"/>
                  <a:pt x="149" y="1320"/>
                </a:cubicBezTo>
                <a:cubicBezTo>
                  <a:pt x="137" y="1318"/>
                  <a:pt x="126" y="1313"/>
                  <a:pt x="115" y="1308"/>
                </a:cubicBezTo>
                <a:cubicBezTo>
                  <a:pt x="103" y="1304"/>
                  <a:pt x="93" y="1298"/>
                  <a:pt x="83" y="1291"/>
                </a:cubicBezTo>
                <a:cubicBezTo>
                  <a:pt x="72" y="1284"/>
                  <a:pt x="63" y="1277"/>
                  <a:pt x="55" y="1268"/>
                </a:cubicBezTo>
                <a:cubicBezTo>
                  <a:pt x="46" y="1260"/>
                  <a:pt x="38" y="1250"/>
                  <a:pt x="32" y="1240"/>
                </a:cubicBezTo>
                <a:cubicBezTo>
                  <a:pt x="25" y="1230"/>
                  <a:pt x="19" y="1219"/>
                  <a:pt x="14" y="1208"/>
                </a:cubicBezTo>
                <a:cubicBezTo>
                  <a:pt x="10" y="1197"/>
                  <a:pt x="6" y="1185"/>
                  <a:pt x="4" y="1173"/>
                </a:cubicBezTo>
                <a:cubicBezTo>
                  <a:pt x="1" y="1161"/>
                  <a:pt x="0" y="1149"/>
                  <a:pt x="0" y="1137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6" name=""/>
          <p:cNvSpPr/>
          <p:nvPr/>
        </p:nvSpPr>
        <p:spPr>
          <a:xfrm>
            <a:off x="3282840" y="2730240"/>
            <a:ext cx="254160" cy="254520"/>
          </a:xfrm>
          <a:custGeom>
            <a:avLst/>
            <a:gdLst/>
            <a:ahLst/>
            <a:rect l="0" t="0" r="r" b="b"/>
            <a:pathLst>
              <a:path w="706" h="707">
                <a:moveTo>
                  <a:pt x="301" y="514"/>
                </a:moveTo>
                <a:lnTo>
                  <a:pt x="551" y="264"/>
                </a:lnTo>
                <a:lnTo>
                  <a:pt x="511" y="224"/>
                </a:lnTo>
                <a:lnTo>
                  <a:pt x="301" y="433"/>
                </a:lnTo>
                <a:lnTo>
                  <a:pt x="195" y="327"/>
                </a:lnTo>
                <a:lnTo>
                  <a:pt x="155" y="367"/>
                </a:lnTo>
                <a:lnTo>
                  <a:pt x="301" y="514"/>
                </a:lnTo>
                <a:moveTo>
                  <a:pt x="353" y="707"/>
                </a:moveTo>
                <a:cubicBezTo>
                  <a:pt x="304" y="707"/>
                  <a:pt x="259" y="698"/>
                  <a:pt x="216" y="679"/>
                </a:cubicBezTo>
                <a:cubicBezTo>
                  <a:pt x="173" y="660"/>
                  <a:pt x="135" y="635"/>
                  <a:pt x="103" y="603"/>
                </a:cubicBezTo>
                <a:cubicBezTo>
                  <a:pt x="71" y="571"/>
                  <a:pt x="46" y="534"/>
                  <a:pt x="28" y="490"/>
                </a:cubicBezTo>
                <a:cubicBezTo>
                  <a:pt x="9" y="447"/>
                  <a:pt x="0" y="401"/>
                  <a:pt x="0" y="353"/>
                </a:cubicBezTo>
                <a:cubicBezTo>
                  <a:pt x="0" y="304"/>
                  <a:pt x="9" y="258"/>
                  <a:pt x="28" y="215"/>
                </a:cubicBezTo>
                <a:cubicBezTo>
                  <a:pt x="46" y="172"/>
                  <a:pt x="71" y="135"/>
                  <a:pt x="103" y="103"/>
                </a:cubicBezTo>
                <a:cubicBezTo>
                  <a:pt x="135" y="72"/>
                  <a:pt x="173" y="47"/>
                  <a:pt x="216" y="28"/>
                </a:cubicBezTo>
                <a:cubicBezTo>
                  <a:pt x="259" y="9"/>
                  <a:pt x="304" y="0"/>
                  <a:pt x="353" y="0"/>
                </a:cubicBezTo>
                <a:cubicBezTo>
                  <a:pt x="402" y="0"/>
                  <a:pt x="448" y="9"/>
                  <a:pt x="491" y="28"/>
                </a:cubicBezTo>
                <a:cubicBezTo>
                  <a:pt x="534" y="47"/>
                  <a:pt x="571" y="72"/>
                  <a:pt x="603" y="103"/>
                </a:cubicBezTo>
                <a:cubicBezTo>
                  <a:pt x="635" y="135"/>
                  <a:pt x="660" y="172"/>
                  <a:pt x="679" y="215"/>
                </a:cubicBezTo>
                <a:cubicBezTo>
                  <a:pt x="697" y="258"/>
                  <a:pt x="706" y="304"/>
                  <a:pt x="706" y="353"/>
                </a:cubicBezTo>
                <a:cubicBezTo>
                  <a:pt x="706" y="401"/>
                  <a:pt x="697" y="447"/>
                  <a:pt x="679" y="490"/>
                </a:cubicBezTo>
                <a:cubicBezTo>
                  <a:pt x="660" y="534"/>
                  <a:pt x="635" y="571"/>
                  <a:pt x="603" y="603"/>
                </a:cubicBezTo>
                <a:cubicBezTo>
                  <a:pt x="571" y="635"/>
                  <a:pt x="534" y="660"/>
                  <a:pt x="491" y="679"/>
                </a:cubicBezTo>
                <a:cubicBezTo>
                  <a:pt x="448" y="698"/>
                  <a:pt x="402" y="707"/>
                  <a:pt x="353" y="707"/>
                </a:cubicBezTo>
                <a:moveTo>
                  <a:pt x="353" y="654"/>
                </a:moveTo>
                <a:cubicBezTo>
                  <a:pt x="437" y="654"/>
                  <a:pt x="508" y="625"/>
                  <a:pt x="566" y="566"/>
                </a:cubicBezTo>
                <a:cubicBezTo>
                  <a:pt x="624" y="507"/>
                  <a:pt x="653" y="436"/>
                  <a:pt x="653" y="353"/>
                </a:cubicBezTo>
                <a:cubicBezTo>
                  <a:pt x="653" y="270"/>
                  <a:pt x="624" y="199"/>
                  <a:pt x="566" y="140"/>
                </a:cubicBezTo>
                <a:cubicBezTo>
                  <a:pt x="508" y="82"/>
                  <a:pt x="437" y="53"/>
                  <a:pt x="353" y="53"/>
                </a:cubicBezTo>
                <a:cubicBezTo>
                  <a:pt x="270" y="53"/>
                  <a:pt x="199" y="82"/>
                  <a:pt x="140" y="140"/>
                </a:cubicBezTo>
                <a:cubicBezTo>
                  <a:pt x="82" y="199"/>
                  <a:pt x="53" y="270"/>
                  <a:pt x="53" y="353"/>
                </a:cubicBezTo>
                <a:cubicBezTo>
                  <a:pt x="53" y="436"/>
                  <a:pt x="82" y="507"/>
                  <a:pt x="140" y="566"/>
                </a:cubicBezTo>
                <a:cubicBezTo>
                  <a:pt x="199" y="625"/>
                  <a:pt x="270" y="654"/>
                  <a:pt x="353" y="654"/>
                </a:cubicBezTo>
                <a:moveTo>
                  <a:pt x="353" y="353"/>
                </a:moveTo>
                <a:lnTo>
                  <a:pt x="353" y="35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799920" y="1716120"/>
            <a:ext cx="5753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どのリスクにも残留リスクが大きい構成が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つずつある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8" name=""/>
          <p:cNvSpPr/>
          <p:nvPr/>
        </p:nvSpPr>
        <p:spPr>
          <a:xfrm>
            <a:off x="1304640" y="3190680"/>
            <a:ext cx="2781720" cy="572040"/>
          </a:xfrm>
          <a:custGeom>
            <a:avLst/>
            <a:gdLst/>
            <a:ahLst/>
            <a:rect l="0" t="0" r="r" b="b"/>
            <a:pathLst>
              <a:path w="7727" h="1589">
                <a:moveTo>
                  <a:pt x="0" y="140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2" y="0"/>
                </a:lnTo>
                <a:cubicBezTo>
                  <a:pt x="7554" y="0"/>
                  <a:pt x="7566" y="1"/>
                  <a:pt x="7578" y="4"/>
                </a:cubicBezTo>
                <a:cubicBezTo>
                  <a:pt x="7590" y="6"/>
                  <a:pt x="7602" y="9"/>
                  <a:pt x="7613" y="14"/>
                </a:cubicBezTo>
                <a:cubicBezTo>
                  <a:pt x="7624" y="19"/>
                  <a:pt x="7635" y="24"/>
                  <a:pt x="7645" y="31"/>
                </a:cubicBezTo>
                <a:cubicBezTo>
                  <a:pt x="7655" y="38"/>
                  <a:pt x="7664" y="46"/>
                  <a:pt x="7673" y="54"/>
                </a:cubicBezTo>
                <a:cubicBezTo>
                  <a:pt x="7681" y="63"/>
                  <a:pt x="7689" y="72"/>
                  <a:pt x="7696" y="82"/>
                </a:cubicBezTo>
                <a:cubicBezTo>
                  <a:pt x="7703" y="92"/>
                  <a:pt x="7708" y="103"/>
                  <a:pt x="7713" y="114"/>
                </a:cubicBezTo>
                <a:cubicBezTo>
                  <a:pt x="7718" y="126"/>
                  <a:pt x="7721" y="137"/>
                  <a:pt x="7724" y="149"/>
                </a:cubicBezTo>
                <a:cubicBezTo>
                  <a:pt x="7726" y="161"/>
                  <a:pt x="7727" y="173"/>
                  <a:pt x="7727" y="185"/>
                </a:cubicBezTo>
                <a:lnTo>
                  <a:pt x="7727" y="1402"/>
                </a:lnTo>
                <a:cubicBezTo>
                  <a:pt x="7727" y="1414"/>
                  <a:pt x="7726" y="1427"/>
                  <a:pt x="7724" y="1438"/>
                </a:cubicBezTo>
                <a:cubicBezTo>
                  <a:pt x="7721" y="1450"/>
                  <a:pt x="7718" y="1463"/>
                  <a:pt x="7713" y="1474"/>
                </a:cubicBezTo>
                <a:cubicBezTo>
                  <a:pt x="7708" y="1485"/>
                  <a:pt x="7703" y="1496"/>
                  <a:pt x="7696" y="1506"/>
                </a:cubicBezTo>
                <a:cubicBezTo>
                  <a:pt x="7689" y="1516"/>
                  <a:pt x="7681" y="1526"/>
                  <a:pt x="7673" y="1534"/>
                </a:cubicBezTo>
                <a:cubicBezTo>
                  <a:pt x="7664" y="1543"/>
                  <a:pt x="7655" y="1551"/>
                  <a:pt x="7645" y="1557"/>
                </a:cubicBezTo>
                <a:cubicBezTo>
                  <a:pt x="7635" y="1564"/>
                  <a:pt x="7624" y="1570"/>
                  <a:pt x="7613" y="1574"/>
                </a:cubicBezTo>
                <a:cubicBezTo>
                  <a:pt x="7602" y="1579"/>
                  <a:pt x="7590" y="1583"/>
                  <a:pt x="7578" y="1585"/>
                </a:cubicBezTo>
                <a:cubicBezTo>
                  <a:pt x="7566" y="1587"/>
                  <a:pt x="7554" y="1589"/>
                  <a:pt x="7542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6" y="1579"/>
                  <a:pt x="115" y="1574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6"/>
                  <a:pt x="32" y="1506"/>
                </a:cubicBezTo>
                <a:cubicBezTo>
                  <a:pt x="25" y="1496"/>
                  <a:pt x="19" y="1485"/>
                  <a:pt x="14" y="1474"/>
                </a:cubicBezTo>
                <a:cubicBezTo>
                  <a:pt x="10" y="1463"/>
                  <a:pt x="6" y="1450"/>
                  <a:pt x="4" y="1438"/>
                </a:cubicBezTo>
                <a:cubicBezTo>
                  <a:pt x="1" y="1427"/>
                  <a:pt x="0" y="1414"/>
                  <a:pt x="0" y="14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9" name=""/>
          <p:cNvSpPr/>
          <p:nvPr/>
        </p:nvSpPr>
        <p:spPr>
          <a:xfrm>
            <a:off x="1304640" y="3190680"/>
            <a:ext cx="2781720" cy="572040"/>
          </a:xfrm>
          <a:custGeom>
            <a:avLst/>
            <a:gdLst/>
            <a:ahLst/>
            <a:rect l="0" t="0" r="r" b="b"/>
            <a:pathLst>
              <a:path w="7727" h="1589">
                <a:moveTo>
                  <a:pt x="0" y="140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2" y="0"/>
                </a:lnTo>
                <a:cubicBezTo>
                  <a:pt x="7554" y="0"/>
                  <a:pt x="7566" y="1"/>
                  <a:pt x="7578" y="4"/>
                </a:cubicBezTo>
                <a:cubicBezTo>
                  <a:pt x="7590" y="6"/>
                  <a:pt x="7602" y="9"/>
                  <a:pt x="7613" y="14"/>
                </a:cubicBezTo>
                <a:cubicBezTo>
                  <a:pt x="7624" y="19"/>
                  <a:pt x="7635" y="24"/>
                  <a:pt x="7645" y="31"/>
                </a:cubicBezTo>
                <a:cubicBezTo>
                  <a:pt x="7655" y="38"/>
                  <a:pt x="7664" y="46"/>
                  <a:pt x="7673" y="54"/>
                </a:cubicBezTo>
                <a:cubicBezTo>
                  <a:pt x="7681" y="63"/>
                  <a:pt x="7689" y="72"/>
                  <a:pt x="7696" y="82"/>
                </a:cubicBezTo>
                <a:cubicBezTo>
                  <a:pt x="7703" y="92"/>
                  <a:pt x="7708" y="103"/>
                  <a:pt x="7713" y="114"/>
                </a:cubicBezTo>
                <a:cubicBezTo>
                  <a:pt x="7718" y="126"/>
                  <a:pt x="7721" y="137"/>
                  <a:pt x="7724" y="149"/>
                </a:cubicBezTo>
                <a:cubicBezTo>
                  <a:pt x="7726" y="161"/>
                  <a:pt x="7727" y="173"/>
                  <a:pt x="7727" y="185"/>
                </a:cubicBezTo>
                <a:lnTo>
                  <a:pt x="7727" y="1402"/>
                </a:lnTo>
                <a:cubicBezTo>
                  <a:pt x="7727" y="1414"/>
                  <a:pt x="7726" y="1427"/>
                  <a:pt x="7724" y="1438"/>
                </a:cubicBezTo>
                <a:cubicBezTo>
                  <a:pt x="7721" y="1450"/>
                  <a:pt x="7718" y="1463"/>
                  <a:pt x="7713" y="1474"/>
                </a:cubicBezTo>
                <a:cubicBezTo>
                  <a:pt x="7708" y="1485"/>
                  <a:pt x="7703" y="1496"/>
                  <a:pt x="7696" y="1506"/>
                </a:cubicBezTo>
                <a:cubicBezTo>
                  <a:pt x="7689" y="1516"/>
                  <a:pt x="7681" y="1526"/>
                  <a:pt x="7673" y="1534"/>
                </a:cubicBezTo>
                <a:cubicBezTo>
                  <a:pt x="7664" y="1543"/>
                  <a:pt x="7655" y="1551"/>
                  <a:pt x="7645" y="1557"/>
                </a:cubicBezTo>
                <a:cubicBezTo>
                  <a:pt x="7635" y="1564"/>
                  <a:pt x="7624" y="1570"/>
                  <a:pt x="7613" y="1574"/>
                </a:cubicBezTo>
                <a:cubicBezTo>
                  <a:pt x="7602" y="1579"/>
                  <a:pt x="7590" y="1583"/>
                  <a:pt x="7578" y="1585"/>
                </a:cubicBezTo>
                <a:cubicBezTo>
                  <a:pt x="7566" y="1587"/>
                  <a:pt x="7554" y="1589"/>
                  <a:pt x="7542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6" y="1579"/>
                  <a:pt x="115" y="1574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6"/>
                  <a:pt x="32" y="1506"/>
                </a:cubicBezTo>
                <a:cubicBezTo>
                  <a:pt x="25" y="1496"/>
                  <a:pt x="19" y="1485"/>
                  <a:pt x="14" y="1474"/>
                </a:cubicBezTo>
                <a:cubicBezTo>
                  <a:pt x="10" y="1463"/>
                  <a:pt x="6" y="1450"/>
                  <a:pt x="4" y="1438"/>
                </a:cubicBezTo>
                <a:cubicBezTo>
                  <a:pt x="1" y="1427"/>
                  <a:pt x="0" y="1414"/>
                  <a:pt x="0" y="1402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0" name=""/>
          <p:cNvSpPr/>
          <p:nvPr/>
        </p:nvSpPr>
        <p:spPr>
          <a:xfrm>
            <a:off x="1441440" y="3317760"/>
            <a:ext cx="317520" cy="317880"/>
          </a:xfrm>
          <a:custGeom>
            <a:avLst/>
            <a:gdLst/>
            <a:ahLst/>
            <a:rect l="0" t="0" r="r" b="b"/>
            <a:pathLst>
              <a:path w="882" h="883">
                <a:moveTo>
                  <a:pt x="375" y="642"/>
                </a:moveTo>
                <a:lnTo>
                  <a:pt x="687" y="330"/>
                </a:lnTo>
                <a:lnTo>
                  <a:pt x="637" y="281"/>
                </a:lnTo>
                <a:lnTo>
                  <a:pt x="375" y="542"/>
                </a:lnTo>
                <a:lnTo>
                  <a:pt x="243" y="410"/>
                </a:lnTo>
                <a:lnTo>
                  <a:pt x="194" y="459"/>
                </a:lnTo>
                <a:lnTo>
                  <a:pt x="375" y="642"/>
                </a:lnTo>
                <a:moveTo>
                  <a:pt x="440" y="883"/>
                </a:moveTo>
                <a:cubicBezTo>
                  <a:pt x="380" y="883"/>
                  <a:pt x="323" y="871"/>
                  <a:pt x="270" y="848"/>
                </a:cubicBezTo>
                <a:cubicBezTo>
                  <a:pt x="216" y="825"/>
                  <a:pt x="169" y="793"/>
                  <a:pt x="129" y="753"/>
                </a:cubicBezTo>
                <a:cubicBezTo>
                  <a:pt x="89" y="713"/>
                  <a:pt x="57" y="666"/>
                  <a:pt x="34" y="613"/>
                </a:cubicBezTo>
                <a:cubicBezTo>
                  <a:pt x="11" y="559"/>
                  <a:pt x="0" y="502"/>
                  <a:pt x="0" y="442"/>
                </a:cubicBezTo>
                <a:cubicBezTo>
                  <a:pt x="0" y="381"/>
                  <a:pt x="11" y="323"/>
                  <a:pt x="34" y="270"/>
                </a:cubicBezTo>
                <a:cubicBezTo>
                  <a:pt x="57" y="216"/>
                  <a:pt x="89" y="169"/>
                  <a:pt x="129" y="130"/>
                </a:cubicBezTo>
                <a:cubicBezTo>
                  <a:pt x="169" y="90"/>
                  <a:pt x="216" y="59"/>
                  <a:pt x="270" y="36"/>
                </a:cubicBezTo>
                <a:cubicBezTo>
                  <a:pt x="323" y="11"/>
                  <a:pt x="380" y="0"/>
                  <a:pt x="440" y="0"/>
                </a:cubicBezTo>
                <a:cubicBezTo>
                  <a:pt x="502" y="0"/>
                  <a:pt x="559" y="11"/>
                  <a:pt x="612" y="36"/>
                </a:cubicBezTo>
                <a:cubicBezTo>
                  <a:pt x="666" y="59"/>
                  <a:pt x="713" y="90"/>
                  <a:pt x="752" y="130"/>
                </a:cubicBezTo>
                <a:cubicBezTo>
                  <a:pt x="792" y="169"/>
                  <a:pt x="824" y="216"/>
                  <a:pt x="848" y="270"/>
                </a:cubicBezTo>
                <a:cubicBezTo>
                  <a:pt x="871" y="323"/>
                  <a:pt x="882" y="381"/>
                  <a:pt x="882" y="442"/>
                </a:cubicBezTo>
                <a:cubicBezTo>
                  <a:pt x="882" y="502"/>
                  <a:pt x="871" y="559"/>
                  <a:pt x="848" y="613"/>
                </a:cubicBezTo>
                <a:cubicBezTo>
                  <a:pt x="824" y="666"/>
                  <a:pt x="792" y="713"/>
                  <a:pt x="752" y="753"/>
                </a:cubicBezTo>
                <a:cubicBezTo>
                  <a:pt x="713" y="793"/>
                  <a:pt x="666" y="825"/>
                  <a:pt x="612" y="848"/>
                </a:cubicBezTo>
                <a:cubicBezTo>
                  <a:pt x="559" y="871"/>
                  <a:pt x="502" y="883"/>
                  <a:pt x="440" y="883"/>
                </a:cubicBezTo>
                <a:moveTo>
                  <a:pt x="440" y="817"/>
                </a:moveTo>
                <a:cubicBezTo>
                  <a:pt x="545" y="817"/>
                  <a:pt x="633" y="780"/>
                  <a:pt x="706" y="707"/>
                </a:cubicBezTo>
                <a:cubicBezTo>
                  <a:pt x="779" y="634"/>
                  <a:pt x="815" y="545"/>
                  <a:pt x="815" y="442"/>
                </a:cubicBezTo>
                <a:cubicBezTo>
                  <a:pt x="815" y="337"/>
                  <a:pt x="779" y="249"/>
                  <a:pt x="706" y="176"/>
                </a:cubicBezTo>
                <a:cubicBezTo>
                  <a:pt x="633" y="103"/>
                  <a:pt x="545" y="67"/>
                  <a:pt x="440" y="67"/>
                </a:cubicBezTo>
                <a:cubicBezTo>
                  <a:pt x="337" y="67"/>
                  <a:pt x="248" y="103"/>
                  <a:pt x="175" y="176"/>
                </a:cubicBezTo>
                <a:cubicBezTo>
                  <a:pt x="102" y="249"/>
                  <a:pt x="66" y="337"/>
                  <a:pt x="66" y="442"/>
                </a:cubicBezTo>
                <a:cubicBezTo>
                  <a:pt x="66" y="545"/>
                  <a:pt x="102" y="634"/>
                  <a:pt x="175" y="707"/>
                </a:cubicBezTo>
                <a:cubicBezTo>
                  <a:pt x="248" y="780"/>
                  <a:pt x="337" y="817"/>
                  <a:pt x="440" y="817"/>
                </a:cubicBezTo>
                <a:moveTo>
                  <a:pt x="440" y="442"/>
                </a:moveTo>
                <a:lnTo>
                  <a:pt x="440" y="44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3636360" y="2712600"/>
            <a:ext cx="1401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低減できる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6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1868040" y="3220560"/>
            <a:ext cx="15861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ASI02 </a:t>
            </a:r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ツールの悪用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3" name=""/>
          <p:cNvSpPr/>
          <p:nvPr/>
        </p:nvSpPr>
        <p:spPr>
          <a:xfrm>
            <a:off x="1304640" y="3857400"/>
            <a:ext cx="2781720" cy="572040"/>
          </a:xfrm>
          <a:custGeom>
            <a:avLst/>
            <a:gdLst/>
            <a:ahLst/>
            <a:rect l="0" t="0" r="r" b="b"/>
            <a:pathLst>
              <a:path w="7727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2" y="0"/>
                </a:lnTo>
                <a:cubicBezTo>
                  <a:pt x="7554" y="0"/>
                  <a:pt x="7566" y="1"/>
                  <a:pt x="7578" y="4"/>
                </a:cubicBezTo>
                <a:cubicBezTo>
                  <a:pt x="7590" y="6"/>
                  <a:pt x="7602" y="10"/>
                  <a:pt x="7613" y="14"/>
                </a:cubicBezTo>
                <a:cubicBezTo>
                  <a:pt x="7624" y="19"/>
                  <a:pt x="7635" y="25"/>
                  <a:pt x="7645" y="31"/>
                </a:cubicBezTo>
                <a:cubicBezTo>
                  <a:pt x="7655" y="38"/>
                  <a:pt x="7664" y="46"/>
                  <a:pt x="7673" y="54"/>
                </a:cubicBezTo>
                <a:cubicBezTo>
                  <a:pt x="7681" y="63"/>
                  <a:pt x="7689" y="72"/>
                  <a:pt x="7696" y="82"/>
                </a:cubicBezTo>
                <a:cubicBezTo>
                  <a:pt x="7703" y="93"/>
                  <a:pt x="7708" y="103"/>
                  <a:pt x="7713" y="114"/>
                </a:cubicBezTo>
                <a:cubicBezTo>
                  <a:pt x="7718" y="126"/>
                  <a:pt x="7721" y="137"/>
                  <a:pt x="7724" y="149"/>
                </a:cubicBezTo>
                <a:cubicBezTo>
                  <a:pt x="7726" y="161"/>
                  <a:pt x="7727" y="173"/>
                  <a:pt x="7727" y="185"/>
                </a:cubicBezTo>
                <a:lnTo>
                  <a:pt x="7727" y="1403"/>
                </a:lnTo>
                <a:cubicBezTo>
                  <a:pt x="7727" y="1416"/>
                  <a:pt x="7726" y="1428"/>
                  <a:pt x="7724" y="1440"/>
                </a:cubicBezTo>
                <a:cubicBezTo>
                  <a:pt x="7721" y="1451"/>
                  <a:pt x="7718" y="1463"/>
                  <a:pt x="7713" y="1474"/>
                </a:cubicBezTo>
                <a:cubicBezTo>
                  <a:pt x="7708" y="1486"/>
                  <a:pt x="7703" y="1496"/>
                  <a:pt x="7696" y="1506"/>
                </a:cubicBezTo>
                <a:cubicBezTo>
                  <a:pt x="7689" y="1516"/>
                  <a:pt x="7681" y="1526"/>
                  <a:pt x="7673" y="1534"/>
                </a:cubicBezTo>
                <a:cubicBezTo>
                  <a:pt x="7664" y="1543"/>
                  <a:pt x="7655" y="1551"/>
                  <a:pt x="7645" y="1557"/>
                </a:cubicBezTo>
                <a:cubicBezTo>
                  <a:pt x="7635" y="1564"/>
                  <a:pt x="7624" y="1570"/>
                  <a:pt x="7613" y="1575"/>
                </a:cubicBezTo>
                <a:cubicBezTo>
                  <a:pt x="7602" y="1579"/>
                  <a:pt x="7590" y="1583"/>
                  <a:pt x="7578" y="1585"/>
                </a:cubicBezTo>
                <a:cubicBezTo>
                  <a:pt x="7566" y="1587"/>
                  <a:pt x="7554" y="1589"/>
                  <a:pt x="7542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6" y="1579"/>
                  <a:pt x="115" y="1575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6"/>
                  <a:pt x="32" y="1506"/>
                </a:cubicBezTo>
                <a:cubicBezTo>
                  <a:pt x="25" y="1496"/>
                  <a:pt x="19" y="1486"/>
                  <a:pt x="14" y="1474"/>
                </a:cubicBezTo>
                <a:cubicBezTo>
                  <a:pt x="10" y="1463"/>
                  <a:pt x="6" y="1451"/>
                  <a:pt x="4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4" name=""/>
          <p:cNvSpPr/>
          <p:nvPr/>
        </p:nvSpPr>
        <p:spPr>
          <a:xfrm>
            <a:off x="1304640" y="3857400"/>
            <a:ext cx="2781720" cy="572040"/>
          </a:xfrm>
          <a:custGeom>
            <a:avLst/>
            <a:gdLst/>
            <a:ahLst/>
            <a:rect l="0" t="0" r="r" b="b"/>
            <a:pathLst>
              <a:path w="7727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2" y="0"/>
                </a:lnTo>
                <a:cubicBezTo>
                  <a:pt x="7554" y="0"/>
                  <a:pt x="7566" y="1"/>
                  <a:pt x="7578" y="4"/>
                </a:cubicBezTo>
                <a:cubicBezTo>
                  <a:pt x="7590" y="6"/>
                  <a:pt x="7602" y="10"/>
                  <a:pt x="7613" y="14"/>
                </a:cubicBezTo>
                <a:cubicBezTo>
                  <a:pt x="7624" y="19"/>
                  <a:pt x="7635" y="25"/>
                  <a:pt x="7645" y="31"/>
                </a:cubicBezTo>
                <a:cubicBezTo>
                  <a:pt x="7655" y="38"/>
                  <a:pt x="7664" y="46"/>
                  <a:pt x="7673" y="54"/>
                </a:cubicBezTo>
                <a:cubicBezTo>
                  <a:pt x="7681" y="63"/>
                  <a:pt x="7689" y="72"/>
                  <a:pt x="7696" y="82"/>
                </a:cubicBezTo>
                <a:cubicBezTo>
                  <a:pt x="7703" y="93"/>
                  <a:pt x="7708" y="103"/>
                  <a:pt x="7713" y="114"/>
                </a:cubicBezTo>
                <a:cubicBezTo>
                  <a:pt x="7718" y="126"/>
                  <a:pt x="7721" y="137"/>
                  <a:pt x="7724" y="149"/>
                </a:cubicBezTo>
                <a:cubicBezTo>
                  <a:pt x="7726" y="161"/>
                  <a:pt x="7727" y="173"/>
                  <a:pt x="7727" y="185"/>
                </a:cubicBezTo>
                <a:lnTo>
                  <a:pt x="7727" y="1403"/>
                </a:lnTo>
                <a:cubicBezTo>
                  <a:pt x="7727" y="1416"/>
                  <a:pt x="7726" y="1428"/>
                  <a:pt x="7724" y="1440"/>
                </a:cubicBezTo>
                <a:cubicBezTo>
                  <a:pt x="7721" y="1451"/>
                  <a:pt x="7718" y="1463"/>
                  <a:pt x="7713" y="1474"/>
                </a:cubicBezTo>
                <a:cubicBezTo>
                  <a:pt x="7708" y="1486"/>
                  <a:pt x="7703" y="1496"/>
                  <a:pt x="7696" y="1506"/>
                </a:cubicBezTo>
                <a:cubicBezTo>
                  <a:pt x="7689" y="1516"/>
                  <a:pt x="7681" y="1526"/>
                  <a:pt x="7673" y="1534"/>
                </a:cubicBezTo>
                <a:cubicBezTo>
                  <a:pt x="7664" y="1543"/>
                  <a:pt x="7655" y="1551"/>
                  <a:pt x="7645" y="1557"/>
                </a:cubicBezTo>
                <a:cubicBezTo>
                  <a:pt x="7635" y="1564"/>
                  <a:pt x="7624" y="1570"/>
                  <a:pt x="7613" y="1575"/>
                </a:cubicBezTo>
                <a:cubicBezTo>
                  <a:pt x="7602" y="1579"/>
                  <a:pt x="7590" y="1583"/>
                  <a:pt x="7578" y="1585"/>
                </a:cubicBezTo>
                <a:cubicBezTo>
                  <a:pt x="7566" y="1587"/>
                  <a:pt x="7554" y="1589"/>
                  <a:pt x="7542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6" y="1579"/>
                  <a:pt x="115" y="1575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6"/>
                  <a:pt x="32" y="1506"/>
                </a:cubicBezTo>
                <a:cubicBezTo>
                  <a:pt x="25" y="1496"/>
                  <a:pt x="19" y="1486"/>
                  <a:pt x="14" y="1474"/>
                </a:cubicBezTo>
                <a:cubicBezTo>
                  <a:pt x="10" y="1463"/>
                  <a:pt x="6" y="1451"/>
                  <a:pt x="4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5" name=""/>
          <p:cNvSpPr/>
          <p:nvPr/>
        </p:nvSpPr>
        <p:spPr>
          <a:xfrm>
            <a:off x="1441440" y="3984480"/>
            <a:ext cx="317520" cy="317880"/>
          </a:xfrm>
          <a:custGeom>
            <a:avLst/>
            <a:gdLst/>
            <a:ahLst/>
            <a:rect l="0" t="0" r="r" b="b"/>
            <a:pathLst>
              <a:path w="882" h="883">
                <a:moveTo>
                  <a:pt x="375" y="642"/>
                </a:moveTo>
                <a:lnTo>
                  <a:pt x="687" y="330"/>
                </a:lnTo>
                <a:lnTo>
                  <a:pt x="637" y="280"/>
                </a:lnTo>
                <a:lnTo>
                  <a:pt x="375" y="541"/>
                </a:lnTo>
                <a:lnTo>
                  <a:pt x="243" y="409"/>
                </a:lnTo>
                <a:lnTo>
                  <a:pt x="194" y="459"/>
                </a:lnTo>
                <a:lnTo>
                  <a:pt x="375" y="642"/>
                </a:lnTo>
                <a:moveTo>
                  <a:pt x="440" y="883"/>
                </a:moveTo>
                <a:cubicBezTo>
                  <a:pt x="380" y="883"/>
                  <a:pt x="323" y="871"/>
                  <a:pt x="270" y="848"/>
                </a:cubicBezTo>
                <a:cubicBezTo>
                  <a:pt x="216" y="824"/>
                  <a:pt x="169" y="792"/>
                  <a:pt x="129" y="752"/>
                </a:cubicBezTo>
                <a:cubicBezTo>
                  <a:pt x="89" y="712"/>
                  <a:pt x="57" y="665"/>
                  <a:pt x="34" y="612"/>
                </a:cubicBezTo>
                <a:cubicBezTo>
                  <a:pt x="11" y="558"/>
                  <a:pt x="0" y="501"/>
                  <a:pt x="0" y="441"/>
                </a:cubicBezTo>
                <a:cubicBezTo>
                  <a:pt x="0" y="380"/>
                  <a:pt x="11" y="323"/>
                  <a:pt x="34" y="269"/>
                </a:cubicBezTo>
                <a:cubicBezTo>
                  <a:pt x="57" y="215"/>
                  <a:pt x="89" y="169"/>
                  <a:pt x="129" y="129"/>
                </a:cubicBezTo>
                <a:cubicBezTo>
                  <a:pt x="169" y="89"/>
                  <a:pt x="216" y="58"/>
                  <a:pt x="270" y="35"/>
                </a:cubicBezTo>
                <a:cubicBezTo>
                  <a:pt x="323" y="11"/>
                  <a:pt x="380" y="0"/>
                  <a:pt x="440" y="0"/>
                </a:cubicBezTo>
                <a:cubicBezTo>
                  <a:pt x="502" y="0"/>
                  <a:pt x="559" y="11"/>
                  <a:pt x="612" y="35"/>
                </a:cubicBezTo>
                <a:cubicBezTo>
                  <a:pt x="666" y="58"/>
                  <a:pt x="713" y="89"/>
                  <a:pt x="752" y="129"/>
                </a:cubicBezTo>
                <a:cubicBezTo>
                  <a:pt x="792" y="169"/>
                  <a:pt x="824" y="215"/>
                  <a:pt x="848" y="269"/>
                </a:cubicBezTo>
                <a:cubicBezTo>
                  <a:pt x="871" y="323"/>
                  <a:pt x="882" y="380"/>
                  <a:pt x="882" y="441"/>
                </a:cubicBezTo>
                <a:cubicBezTo>
                  <a:pt x="882" y="501"/>
                  <a:pt x="871" y="558"/>
                  <a:pt x="848" y="612"/>
                </a:cubicBezTo>
                <a:cubicBezTo>
                  <a:pt x="824" y="665"/>
                  <a:pt x="792" y="712"/>
                  <a:pt x="752" y="752"/>
                </a:cubicBezTo>
                <a:cubicBezTo>
                  <a:pt x="713" y="792"/>
                  <a:pt x="666" y="824"/>
                  <a:pt x="612" y="848"/>
                </a:cubicBezTo>
                <a:cubicBezTo>
                  <a:pt x="559" y="871"/>
                  <a:pt x="502" y="883"/>
                  <a:pt x="440" y="883"/>
                </a:cubicBezTo>
                <a:moveTo>
                  <a:pt x="440" y="816"/>
                </a:moveTo>
                <a:cubicBezTo>
                  <a:pt x="545" y="816"/>
                  <a:pt x="633" y="779"/>
                  <a:pt x="706" y="706"/>
                </a:cubicBezTo>
                <a:cubicBezTo>
                  <a:pt x="779" y="633"/>
                  <a:pt x="815" y="545"/>
                  <a:pt x="815" y="441"/>
                </a:cubicBezTo>
                <a:cubicBezTo>
                  <a:pt x="815" y="337"/>
                  <a:pt x="779" y="248"/>
                  <a:pt x="706" y="175"/>
                </a:cubicBezTo>
                <a:cubicBezTo>
                  <a:pt x="633" y="102"/>
                  <a:pt x="545" y="66"/>
                  <a:pt x="440" y="66"/>
                </a:cubicBezTo>
                <a:cubicBezTo>
                  <a:pt x="337" y="66"/>
                  <a:pt x="248" y="102"/>
                  <a:pt x="175" y="175"/>
                </a:cubicBezTo>
                <a:cubicBezTo>
                  <a:pt x="102" y="248"/>
                  <a:pt x="66" y="337"/>
                  <a:pt x="66" y="441"/>
                </a:cubicBezTo>
                <a:cubicBezTo>
                  <a:pt x="66" y="545"/>
                  <a:pt x="102" y="633"/>
                  <a:pt x="175" y="706"/>
                </a:cubicBezTo>
                <a:cubicBezTo>
                  <a:pt x="248" y="779"/>
                  <a:pt x="337" y="816"/>
                  <a:pt x="440" y="816"/>
                </a:cubicBezTo>
                <a:moveTo>
                  <a:pt x="440" y="441"/>
                </a:moveTo>
                <a:lnTo>
                  <a:pt x="440" y="441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1868040" y="347760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秘密や大事なデータを置く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1868040" y="3887280"/>
            <a:ext cx="19274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ASI03 </a:t>
            </a:r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身元と権限の悪用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8" name=""/>
          <p:cNvSpPr/>
          <p:nvPr/>
        </p:nvSpPr>
        <p:spPr>
          <a:xfrm>
            <a:off x="1304640" y="4524120"/>
            <a:ext cx="2781720" cy="572040"/>
          </a:xfrm>
          <a:custGeom>
            <a:avLst/>
            <a:gdLst/>
            <a:ahLst/>
            <a:rect l="0" t="0" r="r" b="b"/>
            <a:pathLst>
              <a:path w="7727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2" y="0"/>
                </a:lnTo>
                <a:cubicBezTo>
                  <a:pt x="7554" y="0"/>
                  <a:pt x="7566" y="1"/>
                  <a:pt x="7578" y="4"/>
                </a:cubicBezTo>
                <a:cubicBezTo>
                  <a:pt x="7590" y="6"/>
                  <a:pt x="7602" y="10"/>
                  <a:pt x="7613" y="14"/>
                </a:cubicBezTo>
                <a:cubicBezTo>
                  <a:pt x="7624" y="19"/>
                  <a:pt x="7635" y="25"/>
                  <a:pt x="7645" y="31"/>
                </a:cubicBezTo>
                <a:cubicBezTo>
                  <a:pt x="7655" y="38"/>
                  <a:pt x="7664" y="46"/>
                  <a:pt x="7673" y="54"/>
                </a:cubicBezTo>
                <a:cubicBezTo>
                  <a:pt x="7681" y="63"/>
                  <a:pt x="7689" y="72"/>
                  <a:pt x="7696" y="83"/>
                </a:cubicBezTo>
                <a:cubicBezTo>
                  <a:pt x="7703" y="93"/>
                  <a:pt x="7708" y="103"/>
                  <a:pt x="7713" y="115"/>
                </a:cubicBezTo>
                <a:cubicBezTo>
                  <a:pt x="7718" y="126"/>
                  <a:pt x="7721" y="137"/>
                  <a:pt x="7724" y="149"/>
                </a:cubicBezTo>
                <a:cubicBezTo>
                  <a:pt x="7726" y="161"/>
                  <a:pt x="7727" y="173"/>
                  <a:pt x="7727" y="185"/>
                </a:cubicBezTo>
                <a:lnTo>
                  <a:pt x="7727" y="1403"/>
                </a:lnTo>
                <a:cubicBezTo>
                  <a:pt x="7727" y="1416"/>
                  <a:pt x="7726" y="1428"/>
                  <a:pt x="7724" y="1440"/>
                </a:cubicBezTo>
                <a:cubicBezTo>
                  <a:pt x="7721" y="1452"/>
                  <a:pt x="7718" y="1463"/>
                  <a:pt x="7713" y="1474"/>
                </a:cubicBezTo>
                <a:cubicBezTo>
                  <a:pt x="7708" y="1486"/>
                  <a:pt x="7703" y="1496"/>
                  <a:pt x="7696" y="1506"/>
                </a:cubicBezTo>
                <a:cubicBezTo>
                  <a:pt x="7689" y="1517"/>
                  <a:pt x="7681" y="1526"/>
                  <a:pt x="7673" y="1534"/>
                </a:cubicBezTo>
                <a:cubicBezTo>
                  <a:pt x="7664" y="1543"/>
                  <a:pt x="7655" y="1551"/>
                  <a:pt x="7645" y="1557"/>
                </a:cubicBezTo>
                <a:cubicBezTo>
                  <a:pt x="7635" y="1564"/>
                  <a:pt x="7624" y="1570"/>
                  <a:pt x="7613" y="1575"/>
                </a:cubicBezTo>
                <a:cubicBezTo>
                  <a:pt x="7602" y="1579"/>
                  <a:pt x="7590" y="1583"/>
                  <a:pt x="7578" y="1585"/>
                </a:cubicBezTo>
                <a:cubicBezTo>
                  <a:pt x="7566" y="1588"/>
                  <a:pt x="7554" y="1589"/>
                  <a:pt x="7542" y="1589"/>
                </a:cubicBezTo>
                <a:lnTo>
                  <a:pt x="185" y="1589"/>
                </a:lnTo>
                <a:cubicBezTo>
                  <a:pt x="173" y="1589"/>
                  <a:pt x="161" y="1588"/>
                  <a:pt x="149" y="1585"/>
                </a:cubicBezTo>
                <a:cubicBezTo>
                  <a:pt x="137" y="1583"/>
                  <a:pt x="126" y="1579"/>
                  <a:pt x="115" y="1575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7"/>
                  <a:pt x="32" y="1506"/>
                </a:cubicBezTo>
                <a:cubicBezTo>
                  <a:pt x="25" y="1496"/>
                  <a:pt x="19" y="1486"/>
                  <a:pt x="14" y="1474"/>
                </a:cubicBezTo>
                <a:cubicBezTo>
                  <a:pt x="10" y="1463"/>
                  <a:pt x="6" y="1452"/>
                  <a:pt x="4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9" name=""/>
          <p:cNvSpPr/>
          <p:nvPr/>
        </p:nvSpPr>
        <p:spPr>
          <a:xfrm>
            <a:off x="1304640" y="4524120"/>
            <a:ext cx="2781720" cy="572040"/>
          </a:xfrm>
          <a:custGeom>
            <a:avLst/>
            <a:gdLst/>
            <a:ahLst/>
            <a:rect l="0" t="0" r="r" b="b"/>
            <a:pathLst>
              <a:path w="7727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2" y="0"/>
                </a:lnTo>
                <a:cubicBezTo>
                  <a:pt x="7554" y="0"/>
                  <a:pt x="7566" y="1"/>
                  <a:pt x="7578" y="4"/>
                </a:cubicBezTo>
                <a:cubicBezTo>
                  <a:pt x="7590" y="6"/>
                  <a:pt x="7602" y="10"/>
                  <a:pt x="7613" y="14"/>
                </a:cubicBezTo>
                <a:cubicBezTo>
                  <a:pt x="7624" y="19"/>
                  <a:pt x="7635" y="25"/>
                  <a:pt x="7645" y="31"/>
                </a:cubicBezTo>
                <a:cubicBezTo>
                  <a:pt x="7655" y="38"/>
                  <a:pt x="7664" y="46"/>
                  <a:pt x="7673" y="54"/>
                </a:cubicBezTo>
                <a:cubicBezTo>
                  <a:pt x="7681" y="63"/>
                  <a:pt x="7689" y="72"/>
                  <a:pt x="7696" y="83"/>
                </a:cubicBezTo>
                <a:cubicBezTo>
                  <a:pt x="7703" y="93"/>
                  <a:pt x="7708" y="103"/>
                  <a:pt x="7713" y="115"/>
                </a:cubicBezTo>
                <a:cubicBezTo>
                  <a:pt x="7718" y="126"/>
                  <a:pt x="7721" y="137"/>
                  <a:pt x="7724" y="149"/>
                </a:cubicBezTo>
                <a:cubicBezTo>
                  <a:pt x="7726" y="161"/>
                  <a:pt x="7727" y="173"/>
                  <a:pt x="7727" y="185"/>
                </a:cubicBezTo>
                <a:lnTo>
                  <a:pt x="7727" y="1403"/>
                </a:lnTo>
                <a:cubicBezTo>
                  <a:pt x="7727" y="1416"/>
                  <a:pt x="7726" y="1428"/>
                  <a:pt x="7724" y="1440"/>
                </a:cubicBezTo>
                <a:cubicBezTo>
                  <a:pt x="7721" y="1452"/>
                  <a:pt x="7718" y="1463"/>
                  <a:pt x="7713" y="1474"/>
                </a:cubicBezTo>
                <a:cubicBezTo>
                  <a:pt x="7708" y="1486"/>
                  <a:pt x="7703" y="1496"/>
                  <a:pt x="7696" y="1506"/>
                </a:cubicBezTo>
                <a:cubicBezTo>
                  <a:pt x="7689" y="1517"/>
                  <a:pt x="7681" y="1526"/>
                  <a:pt x="7673" y="1534"/>
                </a:cubicBezTo>
                <a:cubicBezTo>
                  <a:pt x="7664" y="1543"/>
                  <a:pt x="7655" y="1551"/>
                  <a:pt x="7645" y="1557"/>
                </a:cubicBezTo>
                <a:cubicBezTo>
                  <a:pt x="7635" y="1564"/>
                  <a:pt x="7624" y="1570"/>
                  <a:pt x="7613" y="1575"/>
                </a:cubicBezTo>
                <a:cubicBezTo>
                  <a:pt x="7602" y="1579"/>
                  <a:pt x="7590" y="1583"/>
                  <a:pt x="7578" y="1585"/>
                </a:cubicBezTo>
                <a:cubicBezTo>
                  <a:pt x="7566" y="1588"/>
                  <a:pt x="7554" y="1589"/>
                  <a:pt x="7542" y="1589"/>
                </a:cubicBezTo>
                <a:lnTo>
                  <a:pt x="185" y="1589"/>
                </a:lnTo>
                <a:cubicBezTo>
                  <a:pt x="173" y="1589"/>
                  <a:pt x="161" y="1588"/>
                  <a:pt x="149" y="1585"/>
                </a:cubicBezTo>
                <a:cubicBezTo>
                  <a:pt x="137" y="1583"/>
                  <a:pt x="126" y="1579"/>
                  <a:pt x="115" y="1575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7"/>
                  <a:pt x="32" y="1506"/>
                </a:cubicBezTo>
                <a:cubicBezTo>
                  <a:pt x="25" y="1496"/>
                  <a:pt x="19" y="1486"/>
                  <a:pt x="14" y="1474"/>
                </a:cubicBezTo>
                <a:cubicBezTo>
                  <a:pt x="10" y="1463"/>
                  <a:pt x="6" y="1452"/>
                  <a:pt x="4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0" name=""/>
          <p:cNvSpPr/>
          <p:nvPr/>
        </p:nvSpPr>
        <p:spPr>
          <a:xfrm>
            <a:off x="1441440" y="4651200"/>
            <a:ext cx="317520" cy="317880"/>
          </a:xfrm>
          <a:custGeom>
            <a:avLst/>
            <a:gdLst/>
            <a:ahLst/>
            <a:rect l="0" t="0" r="r" b="b"/>
            <a:pathLst>
              <a:path w="882" h="883">
                <a:moveTo>
                  <a:pt x="375" y="642"/>
                </a:moveTo>
                <a:lnTo>
                  <a:pt x="687" y="330"/>
                </a:lnTo>
                <a:lnTo>
                  <a:pt x="637" y="280"/>
                </a:lnTo>
                <a:lnTo>
                  <a:pt x="375" y="541"/>
                </a:lnTo>
                <a:lnTo>
                  <a:pt x="243" y="409"/>
                </a:lnTo>
                <a:lnTo>
                  <a:pt x="194" y="459"/>
                </a:lnTo>
                <a:lnTo>
                  <a:pt x="375" y="642"/>
                </a:lnTo>
                <a:moveTo>
                  <a:pt x="440" y="883"/>
                </a:moveTo>
                <a:cubicBezTo>
                  <a:pt x="380" y="883"/>
                  <a:pt x="323" y="871"/>
                  <a:pt x="270" y="848"/>
                </a:cubicBezTo>
                <a:cubicBezTo>
                  <a:pt x="216" y="825"/>
                  <a:pt x="169" y="793"/>
                  <a:pt x="129" y="753"/>
                </a:cubicBezTo>
                <a:cubicBezTo>
                  <a:pt x="89" y="712"/>
                  <a:pt x="57" y="665"/>
                  <a:pt x="34" y="612"/>
                </a:cubicBezTo>
                <a:cubicBezTo>
                  <a:pt x="11" y="558"/>
                  <a:pt x="0" y="501"/>
                  <a:pt x="0" y="441"/>
                </a:cubicBezTo>
                <a:cubicBezTo>
                  <a:pt x="0" y="380"/>
                  <a:pt x="11" y="323"/>
                  <a:pt x="34" y="269"/>
                </a:cubicBezTo>
                <a:cubicBezTo>
                  <a:pt x="57" y="215"/>
                  <a:pt x="89" y="169"/>
                  <a:pt x="129" y="129"/>
                </a:cubicBezTo>
                <a:cubicBezTo>
                  <a:pt x="169" y="89"/>
                  <a:pt x="216" y="58"/>
                  <a:pt x="270" y="35"/>
                </a:cubicBezTo>
                <a:cubicBezTo>
                  <a:pt x="323" y="12"/>
                  <a:pt x="380" y="0"/>
                  <a:pt x="440" y="0"/>
                </a:cubicBezTo>
                <a:cubicBezTo>
                  <a:pt x="502" y="0"/>
                  <a:pt x="559" y="12"/>
                  <a:pt x="612" y="35"/>
                </a:cubicBezTo>
                <a:cubicBezTo>
                  <a:pt x="666" y="58"/>
                  <a:pt x="713" y="89"/>
                  <a:pt x="752" y="129"/>
                </a:cubicBezTo>
                <a:cubicBezTo>
                  <a:pt x="792" y="169"/>
                  <a:pt x="824" y="215"/>
                  <a:pt x="848" y="269"/>
                </a:cubicBezTo>
                <a:cubicBezTo>
                  <a:pt x="871" y="323"/>
                  <a:pt x="882" y="380"/>
                  <a:pt x="882" y="441"/>
                </a:cubicBezTo>
                <a:cubicBezTo>
                  <a:pt x="882" y="501"/>
                  <a:pt x="871" y="558"/>
                  <a:pt x="848" y="612"/>
                </a:cubicBezTo>
                <a:cubicBezTo>
                  <a:pt x="824" y="665"/>
                  <a:pt x="792" y="712"/>
                  <a:pt x="752" y="753"/>
                </a:cubicBezTo>
                <a:cubicBezTo>
                  <a:pt x="713" y="793"/>
                  <a:pt x="666" y="825"/>
                  <a:pt x="612" y="848"/>
                </a:cubicBezTo>
                <a:cubicBezTo>
                  <a:pt x="559" y="871"/>
                  <a:pt x="502" y="883"/>
                  <a:pt x="440" y="883"/>
                </a:cubicBezTo>
                <a:moveTo>
                  <a:pt x="440" y="817"/>
                </a:moveTo>
                <a:cubicBezTo>
                  <a:pt x="545" y="817"/>
                  <a:pt x="633" y="780"/>
                  <a:pt x="706" y="706"/>
                </a:cubicBezTo>
                <a:cubicBezTo>
                  <a:pt x="779" y="633"/>
                  <a:pt x="815" y="545"/>
                  <a:pt x="815" y="441"/>
                </a:cubicBezTo>
                <a:cubicBezTo>
                  <a:pt x="815" y="337"/>
                  <a:pt x="779" y="248"/>
                  <a:pt x="706" y="175"/>
                </a:cubicBezTo>
                <a:cubicBezTo>
                  <a:pt x="633" y="103"/>
                  <a:pt x="545" y="66"/>
                  <a:pt x="440" y="66"/>
                </a:cubicBezTo>
                <a:cubicBezTo>
                  <a:pt x="337" y="66"/>
                  <a:pt x="248" y="103"/>
                  <a:pt x="175" y="175"/>
                </a:cubicBezTo>
                <a:cubicBezTo>
                  <a:pt x="102" y="248"/>
                  <a:pt x="66" y="337"/>
                  <a:pt x="66" y="441"/>
                </a:cubicBezTo>
                <a:cubicBezTo>
                  <a:pt x="66" y="545"/>
                  <a:pt x="102" y="633"/>
                  <a:pt x="175" y="706"/>
                </a:cubicBezTo>
                <a:cubicBezTo>
                  <a:pt x="248" y="780"/>
                  <a:pt x="337" y="817"/>
                  <a:pt x="440" y="817"/>
                </a:cubicBezTo>
                <a:moveTo>
                  <a:pt x="440" y="441"/>
                </a:moveTo>
                <a:lnTo>
                  <a:pt x="440" y="441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1868040" y="414468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認証を引き継ぐ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1868040" y="4554000"/>
            <a:ext cx="19274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ASI04 </a:t>
            </a:r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供給網のぜい弱性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3" name=""/>
          <p:cNvSpPr/>
          <p:nvPr/>
        </p:nvSpPr>
        <p:spPr>
          <a:xfrm>
            <a:off x="4219560" y="3190680"/>
            <a:ext cx="2781360" cy="572040"/>
          </a:xfrm>
          <a:custGeom>
            <a:avLst/>
            <a:gdLst/>
            <a:ahLst/>
            <a:rect l="0" t="0" r="r" b="b"/>
            <a:pathLst>
              <a:path w="7726" h="1589">
                <a:moveTo>
                  <a:pt x="0" y="140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0" y="0"/>
                </a:lnTo>
                <a:cubicBezTo>
                  <a:pt x="7552" y="0"/>
                  <a:pt x="7564" y="1"/>
                  <a:pt x="7576" y="4"/>
                </a:cubicBezTo>
                <a:cubicBezTo>
                  <a:pt x="7588" y="6"/>
                  <a:pt x="7601" y="9"/>
                  <a:pt x="7612" y="14"/>
                </a:cubicBezTo>
                <a:cubicBezTo>
                  <a:pt x="7623" y="19"/>
                  <a:pt x="7634" y="24"/>
                  <a:pt x="7644" y="31"/>
                </a:cubicBezTo>
                <a:cubicBezTo>
                  <a:pt x="7654" y="38"/>
                  <a:pt x="7664" y="46"/>
                  <a:pt x="7672" y="54"/>
                </a:cubicBezTo>
                <a:cubicBezTo>
                  <a:pt x="7681" y="63"/>
                  <a:pt x="7688" y="72"/>
                  <a:pt x="7695" y="82"/>
                </a:cubicBezTo>
                <a:cubicBezTo>
                  <a:pt x="7702" y="92"/>
                  <a:pt x="7708" y="103"/>
                  <a:pt x="7712" y="114"/>
                </a:cubicBezTo>
                <a:cubicBezTo>
                  <a:pt x="7717" y="126"/>
                  <a:pt x="7720" y="137"/>
                  <a:pt x="7723" y="149"/>
                </a:cubicBezTo>
                <a:cubicBezTo>
                  <a:pt x="7725" y="161"/>
                  <a:pt x="7726" y="173"/>
                  <a:pt x="7726" y="185"/>
                </a:cubicBezTo>
                <a:lnTo>
                  <a:pt x="7726" y="1402"/>
                </a:lnTo>
                <a:cubicBezTo>
                  <a:pt x="7726" y="1414"/>
                  <a:pt x="7725" y="1427"/>
                  <a:pt x="7723" y="1438"/>
                </a:cubicBezTo>
                <a:cubicBezTo>
                  <a:pt x="7720" y="1450"/>
                  <a:pt x="7717" y="1463"/>
                  <a:pt x="7712" y="1474"/>
                </a:cubicBezTo>
                <a:cubicBezTo>
                  <a:pt x="7708" y="1485"/>
                  <a:pt x="7702" y="1496"/>
                  <a:pt x="7695" y="1506"/>
                </a:cubicBezTo>
                <a:cubicBezTo>
                  <a:pt x="7688" y="1516"/>
                  <a:pt x="7681" y="1526"/>
                  <a:pt x="7672" y="1534"/>
                </a:cubicBezTo>
                <a:cubicBezTo>
                  <a:pt x="7664" y="1543"/>
                  <a:pt x="7654" y="1551"/>
                  <a:pt x="7644" y="1557"/>
                </a:cubicBezTo>
                <a:cubicBezTo>
                  <a:pt x="7634" y="1564"/>
                  <a:pt x="7623" y="1570"/>
                  <a:pt x="7612" y="1574"/>
                </a:cubicBezTo>
                <a:cubicBezTo>
                  <a:pt x="7601" y="1579"/>
                  <a:pt x="7588" y="1583"/>
                  <a:pt x="7576" y="1585"/>
                </a:cubicBezTo>
                <a:cubicBezTo>
                  <a:pt x="7564" y="1587"/>
                  <a:pt x="7552" y="1589"/>
                  <a:pt x="7540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5" y="1579"/>
                  <a:pt x="114" y="1574"/>
                </a:cubicBezTo>
                <a:cubicBezTo>
                  <a:pt x="103" y="1570"/>
                  <a:pt x="92" y="1564"/>
                  <a:pt x="82" y="1557"/>
                </a:cubicBezTo>
                <a:cubicBezTo>
                  <a:pt x="72" y="1551"/>
                  <a:pt x="62" y="1543"/>
                  <a:pt x="54" y="1534"/>
                </a:cubicBezTo>
                <a:cubicBezTo>
                  <a:pt x="45" y="1526"/>
                  <a:pt x="38" y="1516"/>
                  <a:pt x="31" y="1506"/>
                </a:cubicBezTo>
                <a:cubicBezTo>
                  <a:pt x="24" y="1496"/>
                  <a:pt x="18" y="1485"/>
                  <a:pt x="14" y="1474"/>
                </a:cubicBezTo>
                <a:cubicBezTo>
                  <a:pt x="9" y="1463"/>
                  <a:pt x="5" y="1450"/>
                  <a:pt x="3" y="1438"/>
                </a:cubicBezTo>
                <a:cubicBezTo>
                  <a:pt x="1" y="1427"/>
                  <a:pt x="0" y="1414"/>
                  <a:pt x="0" y="14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4" name=""/>
          <p:cNvSpPr/>
          <p:nvPr/>
        </p:nvSpPr>
        <p:spPr>
          <a:xfrm>
            <a:off x="4219560" y="3190680"/>
            <a:ext cx="2781360" cy="572040"/>
          </a:xfrm>
          <a:custGeom>
            <a:avLst/>
            <a:gdLst/>
            <a:ahLst/>
            <a:rect l="0" t="0" r="r" b="b"/>
            <a:pathLst>
              <a:path w="7726" h="1589">
                <a:moveTo>
                  <a:pt x="0" y="140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0" y="0"/>
                </a:lnTo>
                <a:cubicBezTo>
                  <a:pt x="7552" y="0"/>
                  <a:pt x="7564" y="1"/>
                  <a:pt x="7576" y="4"/>
                </a:cubicBezTo>
                <a:cubicBezTo>
                  <a:pt x="7588" y="6"/>
                  <a:pt x="7601" y="9"/>
                  <a:pt x="7612" y="14"/>
                </a:cubicBezTo>
                <a:cubicBezTo>
                  <a:pt x="7623" y="19"/>
                  <a:pt x="7634" y="24"/>
                  <a:pt x="7644" y="31"/>
                </a:cubicBezTo>
                <a:cubicBezTo>
                  <a:pt x="7654" y="38"/>
                  <a:pt x="7664" y="46"/>
                  <a:pt x="7672" y="54"/>
                </a:cubicBezTo>
                <a:cubicBezTo>
                  <a:pt x="7681" y="63"/>
                  <a:pt x="7688" y="72"/>
                  <a:pt x="7695" y="82"/>
                </a:cubicBezTo>
                <a:cubicBezTo>
                  <a:pt x="7702" y="92"/>
                  <a:pt x="7708" y="103"/>
                  <a:pt x="7712" y="114"/>
                </a:cubicBezTo>
                <a:cubicBezTo>
                  <a:pt x="7717" y="126"/>
                  <a:pt x="7720" y="137"/>
                  <a:pt x="7723" y="149"/>
                </a:cubicBezTo>
                <a:cubicBezTo>
                  <a:pt x="7725" y="161"/>
                  <a:pt x="7726" y="173"/>
                  <a:pt x="7726" y="185"/>
                </a:cubicBezTo>
                <a:lnTo>
                  <a:pt x="7726" y="1402"/>
                </a:lnTo>
                <a:cubicBezTo>
                  <a:pt x="7726" y="1414"/>
                  <a:pt x="7725" y="1427"/>
                  <a:pt x="7723" y="1438"/>
                </a:cubicBezTo>
                <a:cubicBezTo>
                  <a:pt x="7720" y="1450"/>
                  <a:pt x="7717" y="1463"/>
                  <a:pt x="7712" y="1474"/>
                </a:cubicBezTo>
                <a:cubicBezTo>
                  <a:pt x="7708" y="1485"/>
                  <a:pt x="7702" y="1496"/>
                  <a:pt x="7695" y="1506"/>
                </a:cubicBezTo>
                <a:cubicBezTo>
                  <a:pt x="7688" y="1516"/>
                  <a:pt x="7681" y="1526"/>
                  <a:pt x="7672" y="1534"/>
                </a:cubicBezTo>
                <a:cubicBezTo>
                  <a:pt x="7664" y="1543"/>
                  <a:pt x="7654" y="1551"/>
                  <a:pt x="7644" y="1557"/>
                </a:cubicBezTo>
                <a:cubicBezTo>
                  <a:pt x="7634" y="1564"/>
                  <a:pt x="7623" y="1570"/>
                  <a:pt x="7612" y="1574"/>
                </a:cubicBezTo>
                <a:cubicBezTo>
                  <a:pt x="7601" y="1579"/>
                  <a:pt x="7588" y="1583"/>
                  <a:pt x="7576" y="1585"/>
                </a:cubicBezTo>
                <a:cubicBezTo>
                  <a:pt x="7564" y="1587"/>
                  <a:pt x="7552" y="1589"/>
                  <a:pt x="7540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5" y="1579"/>
                  <a:pt x="114" y="1574"/>
                </a:cubicBezTo>
                <a:cubicBezTo>
                  <a:pt x="103" y="1570"/>
                  <a:pt x="92" y="1564"/>
                  <a:pt x="82" y="1557"/>
                </a:cubicBezTo>
                <a:cubicBezTo>
                  <a:pt x="72" y="1551"/>
                  <a:pt x="62" y="1543"/>
                  <a:pt x="54" y="1534"/>
                </a:cubicBezTo>
                <a:cubicBezTo>
                  <a:pt x="45" y="1526"/>
                  <a:pt x="38" y="1516"/>
                  <a:pt x="31" y="1506"/>
                </a:cubicBezTo>
                <a:cubicBezTo>
                  <a:pt x="24" y="1496"/>
                  <a:pt x="18" y="1485"/>
                  <a:pt x="14" y="1474"/>
                </a:cubicBezTo>
                <a:cubicBezTo>
                  <a:pt x="9" y="1463"/>
                  <a:pt x="5" y="1450"/>
                  <a:pt x="3" y="1438"/>
                </a:cubicBezTo>
                <a:cubicBezTo>
                  <a:pt x="1" y="1427"/>
                  <a:pt x="0" y="1414"/>
                  <a:pt x="0" y="1402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5" name=""/>
          <p:cNvSpPr/>
          <p:nvPr/>
        </p:nvSpPr>
        <p:spPr>
          <a:xfrm>
            <a:off x="4356000" y="3317760"/>
            <a:ext cx="317880" cy="317880"/>
          </a:xfrm>
          <a:custGeom>
            <a:avLst/>
            <a:gdLst/>
            <a:ahLst/>
            <a:rect l="0" t="0" r="r" b="b"/>
            <a:pathLst>
              <a:path w="883" h="883">
                <a:moveTo>
                  <a:pt x="376" y="642"/>
                </a:moveTo>
                <a:lnTo>
                  <a:pt x="689" y="330"/>
                </a:lnTo>
                <a:lnTo>
                  <a:pt x="637" y="281"/>
                </a:lnTo>
                <a:lnTo>
                  <a:pt x="376" y="542"/>
                </a:lnTo>
                <a:lnTo>
                  <a:pt x="243" y="410"/>
                </a:lnTo>
                <a:lnTo>
                  <a:pt x="194" y="459"/>
                </a:lnTo>
                <a:lnTo>
                  <a:pt x="376" y="642"/>
                </a:lnTo>
                <a:moveTo>
                  <a:pt x="441" y="883"/>
                </a:moveTo>
                <a:cubicBezTo>
                  <a:pt x="380" y="883"/>
                  <a:pt x="324" y="871"/>
                  <a:pt x="270" y="848"/>
                </a:cubicBezTo>
                <a:cubicBezTo>
                  <a:pt x="216" y="825"/>
                  <a:pt x="169" y="793"/>
                  <a:pt x="129" y="753"/>
                </a:cubicBezTo>
                <a:cubicBezTo>
                  <a:pt x="89" y="713"/>
                  <a:pt x="58" y="666"/>
                  <a:pt x="35" y="613"/>
                </a:cubicBezTo>
                <a:cubicBezTo>
                  <a:pt x="11" y="559"/>
                  <a:pt x="0" y="502"/>
                  <a:pt x="0" y="442"/>
                </a:cubicBezTo>
                <a:cubicBezTo>
                  <a:pt x="0" y="381"/>
                  <a:pt x="11" y="323"/>
                  <a:pt x="35" y="270"/>
                </a:cubicBezTo>
                <a:cubicBezTo>
                  <a:pt x="58" y="216"/>
                  <a:pt x="89" y="169"/>
                  <a:pt x="129" y="130"/>
                </a:cubicBezTo>
                <a:cubicBezTo>
                  <a:pt x="169" y="90"/>
                  <a:pt x="216" y="59"/>
                  <a:pt x="270" y="36"/>
                </a:cubicBezTo>
                <a:cubicBezTo>
                  <a:pt x="324" y="11"/>
                  <a:pt x="380" y="0"/>
                  <a:pt x="441" y="0"/>
                </a:cubicBezTo>
                <a:cubicBezTo>
                  <a:pt x="502" y="0"/>
                  <a:pt x="559" y="11"/>
                  <a:pt x="613" y="36"/>
                </a:cubicBezTo>
                <a:cubicBezTo>
                  <a:pt x="666" y="59"/>
                  <a:pt x="714" y="90"/>
                  <a:pt x="754" y="130"/>
                </a:cubicBezTo>
                <a:cubicBezTo>
                  <a:pt x="793" y="169"/>
                  <a:pt x="825" y="216"/>
                  <a:pt x="848" y="270"/>
                </a:cubicBezTo>
                <a:cubicBezTo>
                  <a:pt x="871" y="323"/>
                  <a:pt x="883" y="381"/>
                  <a:pt x="883" y="442"/>
                </a:cubicBezTo>
                <a:cubicBezTo>
                  <a:pt x="883" y="502"/>
                  <a:pt x="871" y="559"/>
                  <a:pt x="848" y="613"/>
                </a:cubicBezTo>
                <a:cubicBezTo>
                  <a:pt x="825" y="666"/>
                  <a:pt x="793" y="713"/>
                  <a:pt x="754" y="753"/>
                </a:cubicBezTo>
                <a:cubicBezTo>
                  <a:pt x="714" y="793"/>
                  <a:pt x="666" y="825"/>
                  <a:pt x="613" y="848"/>
                </a:cubicBezTo>
                <a:cubicBezTo>
                  <a:pt x="559" y="871"/>
                  <a:pt x="502" y="883"/>
                  <a:pt x="441" y="883"/>
                </a:cubicBezTo>
                <a:moveTo>
                  <a:pt x="441" y="817"/>
                </a:moveTo>
                <a:cubicBezTo>
                  <a:pt x="545" y="817"/>
                  <a:pt x="634" y="780"/>
                  <a:pt x="707" y="707"/>
                </a:cubicBezTo>
                <a:cubicBezTo>
                  <a:pt x="780" y="634"/>
                  <a:pt x="817" y="545"/>
                  <a:pt x="817" y="442"/>
                </a:cubicBezTo>
                <a:cubicBezTo>
                  <a:pt x="817" y="337"/>
                  <a:pt x="780" y="249"/>
                  <a:pt x="707" y="176"/>
                </a:cubicBezTo>
                <a:cubicBezTo>
                  <a:pt x="634" y="103"/>
                  <a:pt x="545" y="67"/>
                  <a:pt x="441" y="67"/>
                </a:cubicBezTo>
                <a:cubicBezTo>
                  <a:pt x="337" y="67"/>
                  <a:pt x="249" y="103"/>
                  <a:pt x="176" y="176"/>
                </a:cubicBezTo>
                <a:cubicBezTo>
                  <a:pt x="102" y="249"/>
                  <a:pt x="66" y="337"/>
                  <a:pt x="66" y="442"/>
                </a:cubicBezTo>
                <a:cubicBezTo>
                  <a:pt x="66" y="545"/>
                  <a:pt x="102" y="634"/>
                  <a:pt x="176" y="707"/>
                </a:cubicBezTo>
                <a:cubicBezTo>
                  <a:pt x="249" y="780"/>
                  <a:pt x="337" y="817"/>
                  <a:pt x="441" y="817"/>
                </a:cubicBezTo>
                <a:moveTo>
                  <a:pt x="441" y="442"/>
                </a:moveTo>
                <a:lnTo>
                  <a:pt x="441" y="44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1868040" y="481140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外部の部品を取り込む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4782600" y="3220560"/>
            <a:ext cx="20980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ASI05 </a:t>
            </a:r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想定外のコード実行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8" name=""/>
          <p:cNvSpPr/>
          <p:nvPr/>
        </p:nvSpPr>
        <p:spPr>
          <a:xfrm>
            <a:off x="4219560" y="3857400"/>
            <a:ext cx="2781360" cy="572040"/>
          </a:xfrm>
          <a:custGeom>
            <a:avLst/>
            <a:gdLst/>
            <a:ahLst/>
            <a:rect l="0" t="0" r="r" b="b"/>
            <a:pathLst>
              <a:path w="7726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0" y="0"/>
                </a:lnTo>
                <a:cubicBezTo>
                  <a:pt x="7552" y="0"/>
                  <a:pt x="7564" y="1"/>
                  <a:pt x="7576" y="4"/>
                </a:cubicBezTo>
                <a:cubicBezTo>
                  <a:pt x="7588" y="6"/>
                  <a:pt x="7601" y="10"/>
                  <a:pt x="7612" y="14"/>
                </a:cubicBezTo>
                <a:cubicBezTo>
                  <a:pt x="7623" y="19"/>
                  <a:pt x="7634" y="25"/>
                  <a:pt x="7644" y="31"/>
                </a:cubicBezTo>
                <a:cubicBezTo>
                  <a:pt x="7654" y="38"/>
                  <a:pt x="7664" y="46"/>
                  <a:pt x="7672" y="54"/>
                </a:cubicBezTo>
                <a:cubicBezTo>
                  <a:pt x="7681" y="63"/>
                  <a:pt x="7688" y="72"/>
                  <a:pt x="7695" y="82"/>
                </a:cubicBezTo>
                <a:cubicBezTo>
                  <a:pt x="7702" y="93"/>
                  <a:pt x="7708" y="103"/>
                  <a:pt x="7712" y="114"/>
                </a:cubicBezTo>
                <a:cubicBezTo>
                  <a:pt x="7717" y="126"/>
                  <a:pt x="7720" y="137"/>
                  <a:pt x="7723" y="149"/>
                </a:cubicBezTo>
                <a:cubicBezTo>
                  <a:pt x="7725" y="161"/>
                  <a:pt x="7726" y="173"/>
                  <a:pt x="7726" y="185"/>
                </a:cubicBezTo>
                <a:lnTo>
                  <a:pt x="7726" y="1403"/>
                </a:lnTo>
                <a:cubicBezTo>
                  <a:pt x="7726" y="1416"/>
                  <a:pt x="7725" y="1428"/>
                  <a:pt x="7723" y="1440"/>
                </a:cubicBezTo>
                <a:cubicBezTo>
                  <a:pt x="7720" y="1451"/>
                  <a:pt x="7717" y="1463"/>
                  <a:pt x="7712" y="1474"/>
                </a:cubicBezTo>
                <a:cubicBezTo>
                  <a:pt x="7708" y="1486"/>
                  <a:pt x="7702" y="1496"/>
                  <a:pt x="7695" y="1506"/>
                </a:cubicBezTo>
                <a:cubicBezTo>
                  <a:pt x="7688" y="1516"/>
                  <a:pt x="7681" y="1526"/>
                  <a:pt x="7672" y="1534"/>
                </a:cubicBezTo>
                <a:cubicBezTo>
                  <a:pt x="7664" y="1543"/>
                  <a:pt x="7654" y="1551"/>
                  <a:pt x="7644" y="1557"/>
                </a:cubicBezTo>
                <a:cubicBezTo>
                  <a:pt x="7634" y="1564"/>
                  <a:pt x="7623" y="1570"/>
                  <a:pt x="7612" y="1575"/>
                </a:cubicBezTo>
                <a:cubicBezTo>
                  <a:pt x="7601" y="1579"/>
                  <a:pt x="7588" y="1583"/>
                  <a:pt x="7576" y="1585"/>
                </a:cubicBezTo>
                <a:cubicBezTo>
                  <a:pt x="7564" y="1587"/>
                  <a:pt x="7552" y="1589"/>
                  <a:pt x="7540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5" y="1579"/>
                  <a:pt x="114" y="1575"/>
                </a:cubicBezTo>
                <a:cubicBezTo>
                  <a:pt x="103" y="1570"/>
                  <a:pt x="92" y="1564"/>
                  <a:pt x="82" y="1557"/>
                </a:cubicBezTo>
                <a:cubicBezTo>
                  <a:pt x="72" y="1551"/>
                  <a:pt x="62" y="1543"/>
                  <a:pt x="54" y="1534"/>
                </a:cubicBezTo>
                <a:cubicBezTo>
                  <a:pt x="45" y="1526"/>
                  <a:pt x="38" y="1516"/>
                  <a:pt x="31" y="1506"/>
                </a:cubicBezTo>
                <a:cubicBezTo>
                  <a:pt x="24" y="1496"/>
                  <a:pt x="18" y="1486"/>
                  <a:pt x="14" y="1474"/>
                </a:cubicBezTo>
                <a:cubicBezTo>
                  <a:pt x="9" y="1463"/>
                  <a:pt x="5" y="1451"/>
                  <a:pt x="3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9" name=""/>
          <p:cNvSpPr/>
          <p:nvPr/>
        </p:nvSpPr>
        <p:spPr>
          <a:xfrm>
            <a:off x="4219560" y="3857400"/>
            <a:ext cx="2781360" cy="572040"/>
          </a:xfrm>
          <a:custGeom>
            <a:avLst/>
            <a:gdLst/>
            <a:ahLst/>
            <a:rect l="0" t="0" r="r" b="b"/>
            <a:pathLst>
              <a:path w="7726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0" y="0"/>
                </a:lnTo>
                <a:cubicBezTo>
                  <a:pt x="7552" y="0"/>
                  <a:pt x="7564" y="1"/>
                  <a:pt x="7576" y="4"/>
                </a:cubicBezTo>
                <a:cubicBezTo>
                  <a:pt x="7588" y="6"/>
                  <a:pt x="7601" y="10"/>
                  <a:pt x="7612" y="14"/>
                </a:cubicBezTo>
                <a:cubicBezTo>
                  <a:pt x="7623" y="19"/>
                  <a:pt x="7634" y="25"/>
                  <a:pt x="7644" y="31"/>
                </a:cubicBezTo>
                <a:cubicBezTo>
                  <a:pt x="7654" y="38"/>
                  <a:pt x="7664" y="46"/>
                  <a:pt x="7672" y="54"/>
                </a:cubicBezTo>
                <a:cubicBezTo>
                  <a:pt x="7681" y="63"/>
                  <a:pt x="7688" y="72"/>
                  <a:pt x="7695" y="82"/>
                </a:cubicBezTo>
                <a:cubicBezTo>
                  <a:pt x="7702" y="93"/>
                  <a:pt x="7708" y="103"/>
                  <a:pt x="7712" y="114"/>
                </a:cubicBezTo>
                <a:cubicBezTo>
                  <a:pt x="7717" y="126"/>
                  <a:pt x="7720" y="137"/>
                  <a:pt x="7723" y="149"/>
                </a:cubicBezTo>
                <a:cubicBezTo>
                  <a:pt x="7725" y="161"/>
                  <a:pt x="7726" y="173"/>
                  <a:pt x="7726" y="185"/>
                </a:cubicBezTo>
                <a:lnTo>
                  <a:pt x="7726" y="1403"/>
                </a:lnTo>
                <a:cubicBezTo>
                  <a:pt x="7726" y="1416"/>
                  <a:pt x="7725" y="1428"/>
                  <a:pt x="7723" y="1440"/>
                </a:cubicBezTo>
                <a:cubicBezTo>
                  <a:pt x="7720" y="1451"/>
                  <a:pt x="7717" y="1463"/>
                  <a:pt x="7712" y="1474"/>
                </a:cubicBezTo>
                <a:cubicBezTo>
                  <a:pt x="7708" y="1486"/>
                  <a:pt x="7702" y="1496"/>
                  <a:pt x="7695" y="1506"/>
                </a:cubicBezTo>
                <a:cubicBezTo>
                  <a:pt x="7688" y="1516"/>
                  <a:pt x="7681" y="1526"/>
                  <a:pt x="7672" y="1534"/>
                </a:cubicBezTo>
                <a:cubicBezTo>
                  <a:pt x="7664" y="1543"/>
                  <a:pt x="7654" y="1551"/>
                  <a:pt x="7644" y="1557"/>
                </a:cubicBezTo>
                <a:cubicBezTo>
                  <a:pt x="7634" y="1564"/>
                  <a:pt x="7623" y="1570"/>
                  <a:pt x="7612" y="1575"/>
                </a:cubicBezTo>
                <a:cubicBezTo>
                  <a:pt x="7601" y="1579"/>
                  <a:pt x="7588" y="1583"/>
                  <a:pt x="7576" y="1585"/>
                </a:cubicBezTo>
                <a:cubicBezTo>
                  <a:pt x="7564" y="1587"/>
                  <a:pt x="7552" y="1589"/>
                  <a:pt x="7540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5" y="1579"/>
                  <a:pt x="114" y="1575"/>
                </a:cubicBezTo>
                <a:cubicBezTo>
                  <a:pt x="103" y="1570"/>
                  <a:pt x="92" y="1564"/>
                  <a:pt x="82" y="1557"/>
                </a:cubicBezTo>
                <a:cubicBezTo>
                  <a:pt x="72" y="1551"/>
                  <a:pt x="62" y="1543"/>
                  <a:pt x="54" y="1534"/>
                </a:cubicBezTo>
                <a:cubicBezTo>
                  <a:pt x="45" y="1526"/>
                  <a:pt x="38" y="1516"/>
                  <a:pt x="31" y="1506"/>
                </a:cubicBezTo>
                <a:cubicBezTo>
                  <a:pt x="24" y="1496"/>
                  <a:pt x="18" y="1486"/>
                  <a:pt x="14" y="1474"/>
                </a:cubicBezTo>
                <a:cubicBezTo>
                  <a:pt x="9" y="1463"/>
                  <a:pt x="5" y="1451"/>
                  <a:pt x="3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0" name=""/>
          <p:cNvSpPr/>
          <p:nvPr/>
        </p:nvSpPr>
        <p:spPr>
          <a:xfrm>
            <a:off x="4356000" y="3984480"/>
            <a:ext cx="317880" cy="317880"/>
          </a:xfrm>
          <a:custGeom>
            <a:avLst/>
            <a:gdLst/>
            <a:ahLst/>
            <a:rect l="0" t="0" r="r" b="b"/>
            <a:pathLst>
              <a:path w="883" h="883">
                <a:moveTo>
                  <a:pt x="376" y="642"/>
                </a:moveTo>
                <a:lnTo>
                  <a:pt x="689" y="330"/>
                </a:lnTo>
                <a:lnTo>
                  <a:pt x="637" y="280"/>
                </a:lnTo>
                <a:lnTo>
                  <a:pt x="376" y="541"/>
                </a:lnTo>
                <a:lnTo>
                  <a:pt x="243" y="409"/>
                </a:lnTo>
                <a:lnTo>
                  <a:pt x="194" y="459"/>
                </a:lnTo>
                <a:lnTo>
                  <a:pt x="376" y="642"/>
                </a:lnTo>
                <a:moveTo>
                  <a:pt x="441" y="883"/>
                </a:moveTo>
                <a:cubicBezTo>
                  <a:pt x="380" y="883"/>
                  <a:pt x="324" y="871"/>
                  <a:pt x="270" y="848"/>
                </a:cubicBezTo>
                <a:cubicBezTo>
                  <a:pt x="216" y="824"/>
                  <a:pt x="169" y="792"/>
                  <a:pt x="129" y="752"/>
                </a:cubicBezTo>
                <a:cubicBezTo>
                  <a:pt x="89" y="712"/>
                  <a:pt x="58" y="665"/>
                  <a:pt x="35" y="612"/>
                </a:cubicBezTo>
                <a:cubicBezTo>
                  <a:pt x="11" y="558"/>
                  <a:pt x="0" y="501"/>
                  <a:pt x="0" y="441"/>
                </a:cubicBezTo>
                <a:cubicBezTo>
                  <a:pt x="0" y="380"/>
                  <a:pt x="11" y="323"/>
                  <a:pt x="35" y="269"/>
                </a:cubicBezTo>
                <a:cubicBezTo>
                  <a:pt x="58" y="215"/>
                  <a:pt x="89" y="169"/>
                  <a:pt x="129" y="129"/>
                </a:cubicBezTo>
                <a:cubicBezTo>
                  <a:pt x="169" y="89"/>
                  <a:pt x="216" y="58"/>
                  <a:pt x="270" y="35"/>
                </a:cubicBezTo>
                <a:cubicBezTo>
                  <a:pt x="324" y="11"/>
                  <a:pt x="380" y="0"/>
                  <a:pt x="441" y="0"/>
                </a:cubicBezTo>
                <a:cubicBezTo>
                  <a:pt x="502" y="0"/>
                  <a:pt x="559" y="11"/>
                  <a:pt x="613" y="35"/>
                </a:cubicBezTo>
                <a:cubicBezTo>
                  <a:pt x="666" y="58"/>
                  <a:pt x="714" y="89"/>
                  <a:pt x="754" y="129"/>
                </a:cubicBezTo>
                <a:cubicBezTo>
                  <a:pt x="793" y="169"/>
                  <a:pt x="825" y="215"/>
                  <a:pt x="848" y="269"/>
                </a:cubicBezTo>
                <a:cubicBezTo>
                  <a:pt x="871" y="323"/>
                  <a:pt x="883" y="380"/>
                  <a:pt x="883" y="441"/>
                </a:cubicBezTo>
                <a:cubicBezTo>
                  <a:pt x="883" y="501"/>
                  <a:pt x="871" y="558"/>
                  <a:pt x="848" y="612"/>
                </a:cubicBezTo>
                <a:cubicBezTo>
                  <a:pt x="825" y="665"/>
                  <a:pt x="793" y="712"/>
                  <a:pt x="754" y="752"/>
                </a:cubicBezTo>
                <a:cubicBezTo>
                  <a:pt x="714" y="792"/>
                  <a:pt x="666" y="824"/>
                  <a:pt x="613" y="848"/>
                </a:cubicBezTo>
                <a:cubicBezTo>
                  <a:pt x="559" y="871"/>
                  <a:pt x="502" y="883"/>
                  <a:pt x="441" y="883"/>
                </a:cubicBezTo>
                <a:moveTo>
                  <a:pt x="441" y="816"/>
                </a:moveTo>
                <a:cubicBezTo>
                  <a:pt x="545" y="816"/>
                  <a:pt x="634" y="779"/>
                  <a:pt x="707" y="706"/>
                </a:cubicBezTo>
                <a:cubicBezTo>
                  <a:pt x="780" y="633"/>
                  <a:pt x="817" y="545"/>
                  <a:pt x="817" y="441"/>
                </a:cubicBezTo>
                <a:cubicBezTo>
                  <a:pt x="817" y="337"/>
                  <a:pt x="780" y="248"/>
                  <a:pt x="707" y="175"/>
                </a:cubicBezTo>
                <a:cubicBezTo>
                  <a:pt x="634" y="102"/>
                  <a:pt x="545" y="66"/>
                  <a:pt x="441" y="66"/>
                </a:cubicBezTo>
                <a:cubicBezTo>
                  <a:pt x="337" y="66"/>
                  <a:pt x="249" y="102"/>
                  <a:pt x="176" y="175"/>
                </a:cubicBezTo>
                <a:cubicBezTo>
                  <a:pt x="102" y="248"/>
                  <a:pt x="66" y="337"/>
                  <a:pt x="66" y="441"/>
                </a:cubicBezTo>
                <a:cubicBezTo>
                  <a:pt x="66" y="545"/>
                  <a:pt x="102" y="633"/>
                  <a:pt x="176" y="706"/>
                </a:cubicBezTo>
                <a:cubicBezTo>
                  <a:pt x="249" y="779"/>
                  <a:pt x="337" y="816"/>
                  <a:pt x="441" y="816"/>
                </a:cubicBezTo>
                <a:moveTo>
                  <a:pt x="441" y="441"/>
                </a:moveTo>
                <a:lnTo>
                  <a:pt x="441" y="441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4782600" y="347760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成果物をホストで動かす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4782600" y="3887280"/>
            <a:ext cx="15861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ASI08 </a:t>
            </a:r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連鎖的な障害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3" name=""/>
          <p:cNvSpPr/>
          <p:nvPr/>
        </p:nvSpPr>
        <p:spPr>
          <a:xfrm>
            <a:off x="4219560" y="4524120"/>
            <a:ext cx="2781360" cy="572040"/>
          </a:xfrm>
          <a:custGeom>
            <a:avLst/>
            <a:gdLst/>
            <a:ahLst/>
            <a:rect l="0" t="0" r="r" b="b"/>
            <a:pathLst>
              <a:path w="7726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0" y="0"/>
                </a:lnTo>
                <a:cubicBezTo>
                  <a:pt x="7552" y="0"/>
                  <a:pt x="7564" y="1"/>
                  <a:pt x="7576" y="4"/>
                </a:cubicBezTo>
                <a:cubicBezTo>
                  <a:pt x="7588" y="6"/>
                  <a:pt x="7601" y="10"/>
                  <a:pt x="7612" y="14"/>
                </a:cubicBezTo>
                <a:cubicBezTo>
                  <a:pt x="7623" y="19"/>
                  <a:pt x="7634" y="25"/>
                  <a:pt x="7644" y="31"/>
                </a:cubicBezTo>
                <a:cubicBezTo>
                  <a:pt x="7654" y="38"/>
                  <a:pt x="7664" y="46"/>
                  <a:pt x="7672" y="54"/>
                </a:cubicBezTo>
                <a:cubicBezTo>
                  <a:pt x="7681" y="63"/>
                  <a:pt x="7688" y="72"/>
                  <a:pt x="7695" y="83"/>
                </a:cubicBezTo>
                <a:cubicBezTo>
                  <a:pt x="7702" y="93"/>
                  <a:pt x="7708" y="103"/>
                  <a:pt x="7712" y="115"/>
                </a:cubicBezTo>
                <a:cubicBezTo>
                  <a:pt x="7717" y="126"/>
                  <a:pt x="7720" y="137"/>
                  <a:pt x="7723" y="149"/>
                </a:cubicBezTo>
                <a:cubicBezTo>
                  <a:pt x="7725" y="161"/>
                  <a:pt x="7726" y="173"/>
                  <a:pt x="7726" y="185"/>
                </a:cubicBezTo>
                <a:lnTo>
                  <a:pt x="7726" y="1403"/>
                </a:lnTo>
                <a:cubicBezTo>
                  <a:pt x="7726" y="1416"/>
                  <a:pt x="7725" y="1428"/>
                  <a:pt x="7723" y="1440"/>
                </a:cubicBezTo>
                <a:cubicBezTo>
                  <a:pt x="7720" y="1452"/>
                  <a:pt x="7717" y="1463"/>
                  <a:pt x="7712" y="1474"/>
                </a:cubicBezTo>
                <a:cubicBezTo>
                  <a:pt x="7708" y="1486"/>
                  <a:pt x="7702" y="1496"/>
                  <a:pt x="7695" y="1506"/>
                </a:cubicBezTo>
                <a:cubicBezTo>
                  <a:pt x="7688" y="1517"/>
                  <a:pt x="7681" y="1526"/>
                  <a:pt x="7672" y="1534"/>
                </a:cubicBezTo>
                <a:cubicBezTo>
                  <a:pt x="7664" y="1543"/>
                  <a:pt x="7654" y="1551"/>
                  <a:pt x="7644" y="1557"/>
                </a:cubicBezTo>
                <a:cubicBezTo>
                  <a:pt x="7634" y="1564"/>
                  <a:pt x="7623" y="1570"/>
                  <a:pt x="7612" y="1575"/>
                </a:cubicBezTo>
                <a:cubicBezTo>
                  <a:pt x="7601" y="1579"/>
                  <a:pt x="7588" y="1583"/>
                  <a:pt x="7576" y="1585"/>
                </a:cubicBezTo>
                <a:cubicBezTo>
                  <a:pt x="7564" y="1588"/>
                  <a:pt x="7552" y="1589"/>
                  <a:pt x="7540" y="1589"/>
                </a:cubicBezTo>
                <a:lnTo>
                  <a:pt x="185" y="1589"/>
                </a:lnTo>
                <a:cubicBezTo>
                  <a:pt x="173" y="1589"/>
                  <a:pt x="161" y="1588"/>
                  <a:pt x="149" y="1585"/>
                </a:cubicBezTo>
                <a:cubicBezTo>
                  <a:pt x="137" y="1583"/>
                  <a:pt x="125" y="1579"/>
                  <a:pt x="114" y="1575"/>
                </a:cubicBezTo>
                <a:cubicBezTo>
                  <a:pt x="103" y="1570"/>
                  <a:pt x="92" y="1564"/>
                  <a:pt x="82" y="1557"/>
                </a:cubicBezTo>
                <a:cubicBezTo>
                  <a:pt x="72" y="1551"/>
                  <a:pt x="62" y="1543"/>
                  <a:pt x="54" y="1534"/>
                </a:cubicBezTo>
                <a:cubicBezTo>
                  <a:pt x="45" y="1526"/>
                  <a:pt x="38" y="1517"/>
                  <a:pt x="31" y="1506"/>
                </a:cubicBezTo>
                <a:cubicBezTo>
                  <a:pt x="24" y="1496"/>
                  <a:pt x="18" y="1486"/>
                  <a:pt x="14" y="1474"/>
                </a:cubicBezTo>
                <a:cubicBezTo>
                  <a:pt x="9" y="1463"/>
                  <a:pt x="5" y="1452"/>
                  <a:pt x="3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4" name=""/>
          <p:cNvSpPr/>
          <p:nvPr/>
        </p:nvSpPr>
        <p:spPr>
          <a:xfrm>
            <a:off x="4219560" y="4524120"/>
            <a:ext cx="2781360" cy="572040"/>
          </a:xfrm>
          <a:custGeom>
            <a:avLst/>
            <a:gdLst/>
            <a:ahLst/>
            <a:rect l="0" t="0" r="r" b="b"/>
            <a:pathLst>
              <a:path w="7726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540" y="0"/>
                </a:lnTo>
                <a:cubicBezTo>
                  <a:pt x="7552" y="0"/>
                  <a:pt x="7564" y="1"/>
                  <a:pt x="7576" y="4"/>
                </a:cubicBezTo>
                <a:cubicBezTo>
                  <a:pt x="7588" y="6"/>
                  <a:pt x="7601" y="10"/>
                  <a:pt x="7612" y="14"/>
                </a:cubicBezTo>
                <a:cubicBezTo>
                  <a:pt x="7623" y="19"/>
                  <a:pt x="7634" y="25"/>
                  <a:pt x="7644" y="31"/>
                </a:cubicBezTo>
                <a:cubicBezTo>
                  <a:pt x="7654" y="38"/>
                  <a:pt x="7664" y="46"/>
                  <a:pt x="7672" y="54"/>
                </a:cubicBezTo>
                <a:cubicBezTo>
                  <a:pt x="7681" y="63"/>
                  <a:pt x="7688" y="72"/>
                  <a:pt x="7695" y="83"/>
                </a:cubicBezTo>
                <a:cubicBezTo>
                  <a:pt x="7702" y="93"/>
                  <a:pt x="7708" y="103"/>
                  <a:pt x="7712" y="115"/>
                </a:cubicBezTo>
                <a:cubicBezTo>
                  <a:pt x="7717" y="126"/>
                  <a:pt x="7720" y="137"/>
                  <a:pt x="7723" y="149"/>
                </a:cubicBezTo>
                <a:cubicBezTo>
                  <a:pt x="7725" y="161"/>
                  <a:pt x="7726" y="173"/>
                  <a:pt x="7726" y="185"/>
                </a:cubicBezTo>
                <a:lnTo>
                  <a:pt x="7726" y="1403"/>
                </a:lnTo>
                <a:cubicBezTo>
                  <a:pt x="7726" y="1416"/>
                  <a:pt x="7725" y="1428"/>
                  <a:pt x="7723" y="1440"/>
                </a:cubicBezTo>
                <a:cubicBezTo>
                  <a:pt x="7720" y="1452"/>
                  <a:pt x="7717" y="1463"/>
                  <a:pt x="7712" y="1474"/>
                </a:cubicBezTo>
                <a:cubicBezTo>
                  <a:pt x="7708" y="1486"/>
                  <a:pt x="7702" y="1496"/>
                  <a:pt x="7695" y="1506"/>
                </a:cubicBezTo>
                <a:cubicBezTo>
                  <a:pt x="7688" y="1517"/>
                  <a:pt x="7681" y="1526"/>
                  <a:pt x="7672" y="1534"/>
                </a:cubicBezTo>
                <a:cubicBezTo>
                  <a:pt x="7664" y="1543"/>
                  <a:pt x="7654" y="1551"/>
                  <a:pt x="7644" y="1557"/>
                </a:cubicBezTo>
                <a:cubicBezTo>
                  <a:pt x="7634" y="1564"/>
                  <a:pt x="7623" y="1570"/>
                  <a:pt x="7612" y="1575"/>
                </a:cubicBezTo>
                <a:cubicBezTo>
                  <a:pt x="7601" y="1579"/>
                  <a:pt x="7588" y="1583"/>
                  <a:pt x="7576" y="1585"/>
                </a:cubicBezTo>
                <a:cubicBezTo>
                  <a:pt x="7564" y="1588"/>
                  <a:pt x="7552" y="1589"/>
                  <a:pt x="7540" y="1589"/>
                </a:cubicBezTo>
                <a:lnTo>
                  <a:pt x="185" y="1589"/>
                </a:lnTo>
                <a:cubicBezTo>
                  <a:pt x="173" y="1589"/>
                  <a:pt x="161" y="1588"/>
                  <a:pt x="149" y="1585"/>
                </a:cubicBezTo>
                <a:cubicBezTo>
                  <a:pt x="137" y="1583"/>
                  <a:pt x="125" y="1579"/>
                  <a:pt x="114" y="1575"/>
                </a:cubicBezTo>
                <a:cubicBezTo>
                  <a:pt x="103" y="1570"/>
                  <a:pt x="92" y="1564"/>
                  <a:pt x="82" y="1557"/>
                </a:cubicBezTo>
                <a:cubicBezTo>
                  <a:pt x="72" y="1551"/>
                  <a:pt x="62" y="1543"/>
                  <a:pt x="54" y="1534"/>
                </a:cubicBezTo>
                <a:cubicBezTo>
                  <a:pt x="45" y="1526"/>
                  <a:pt x="38" y="1517"/>
                  <a:pt x="31" y="1506"/>
                </a:cubicBezTo>
                <a:cubicBezTo>
                  <a:pt x="24" y="1496"/>
                  <a:pt x="18" y="1486"/>
                  <a:pt x="14" y="1474"/>
                </a:cubicBezTo>
                <a:cubicBezTo>
                  <a:pt x="9" y="1463"/>
                  <a:pt x="5" y="1452"/>
                  <a:pt x="3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5" name=""/>
          <p:cNvSpPr/>
          <p:nvPr/>
        </p:nvSpPr>
        <p:spPr>
          <a:xfrm>
            <a:off x="4356000" y="4651200"/>
            <a:ext cx="317880" cy="317880"/>
          </a:xfrm>
          <a:custGeom>
            <a:avLst/>
            <a:gdLst/>
            <a:ahLst/>
            <a:rect l="0" t="0" r="r" b="b"/>
            <a:pathLst>
              <a:path w="883" h="883">
                <a:moveTo>
                  <a:pt x="376" y="642"/>
                </a:moveTo>
                <a:lnTo>
                  <a:pt x="689" y="330"/>
                </a:lnTo>
                <a:lnTo>
                  <a:pt x="637" y="280"/>
                </a:lnTo>
                <a:lnTo>
                  <a:pt x="376" y="541"/>
                </a:lnTo>
                <a:lnTo>
                  <a:pt x="243" y="409"/>
                </a:lnTo>
                <a:lnTo>
                  <a:pt x="194" y="459"/>
                </a:lnTo>
                <a:lnTo>
                  <a:pt x="376" y="642"/>
                </a:lnTo>
                <a:moveTo>
                  <a:pt x="441" y="883"/>
                </a:moveTo>
                <a:cubicBezTo>
                  <a:pt x="380" y="883"/>
                  <a:pt x="324" y="871"/>
                  <a:pt x="270" y="848"/>
                </a:cubicBezTo>
                <a:cubicBezTo>
                  <a:pt x="216" y="825"/>
                  <a:pt x="169" y="793"/>
                  <a:pt x="129" y="753"/>
                </a:cubicBezTo>
                <a:cubicBezTo>
                  <a:pt x="89" y="712"/>
                  <a:pt x="58" y="665"/>
                  <a:pt x="35" y="612"/>
                </a:cubicBezTo>
                <a:cubicBezTo>
                  <a:pt x="11" y="558"/>
                  <a:pt x="0" y="501"/>
                  <a:pt x="0" y="441"/>
                </a:cubicBezTo>
                <a:cubicBezTo>
                  <a:pt x="0" y="380"/>
                  <a:pt x="11" y="323"/>
                  <a:pt x="35" y="269"/>
                </a:cubicBezTo>
                <a:cubicBezTo>
                  <a:pt x="58" y="215"/>
                  <a:pt x="89" y="169"/>
                  <a:pt x="129" y="129"/>
                </a:cubicBezTo>
                <a:cubicBezTo>
                  <a:pt x="169" y="89"/>
                  <a:pt x="216" y="58"/>
                  <a:pt x="270" y="35"/>
                </a:cubicBezTo>
                <a:cubicBezTo>
                  <a:pt x="324" y="12"/>
                  <a:pt x="380" y="0"/>
                  <a:pt x="441" y="0"/>
                </a:cubicBezTo>
                <a:cubicBezTo>
                  <a:pt x="502" y="0"/>
                  <a:pt x="559" y="12"/>
                  <a:pt x="613" y="35"/>
                </a:cubicBezTo>
                <a:cubicBezTo>
                  <a:pt x="666" y="58"/>
                  <a:pt x="714" y="89"/>
                  <a:pt x="754" y="129"/>
                </a:cubicBezTo>
                <a:cubicBezTo>
                  <a:pt x="793" y="169"/>
                  <a:pt x="825" y="215"/>
                  <a:pt x="848" y="269"/>
                </a:cubicBezTo>
                <a:cubicBezTo>
                  <a:pt x="871" y="323"/>
                  <a:pt x="883" y="380"/>
                  <a:pt x="883" y="441"/>
                </a:cubicBezTo>
                <a:cubicBezTo>
                  <a:pt x="883" y="501"/>
                  <a:pt x="871" y="558"/>
                  <a:pt x="848" y="612"/>
                </a:cubicBezTo>
                <a:cubicBezTo>
                  <a:pt x="825" y="665"/>
                  <a:pt x="793" y="712"/>
                  <a:pt x="754" y="753"/>
                </a:cubicBezTo>
                <a:cubicBezTo>
                  <a:pt x="714" y="793"/>
                  <a:pt x="666" y="825"/>
                  <a:pt x="613" y="848"/>
                </a:cubicBezTo>
                <a:cubicBezTo>
                  <a:pt x="559" y="871"/>
                  <a:pt x="502" y="883"/>
                  <a:pt x="441" y="883"/>
                </a:cubicBezTo>
                <a:moveTo>
                  <a:pt x="441" y="817"/>
                </a:moveTo>
                <a:cubicBezTo>
                  <a:pt x="545" y="817"/>
                  <a:pt x="634" y="780"/>
                  <a:pt x="707" y="706"/>
                </a:cubicBezTo>
                <a:cubicBezTo>
                  <a:pt x="780" y="633"/>
                  <a:pt x="817" y="545"/>
                  <a:pt x="817" y="441"/>
                </a:cubicBezTo>
                <a:cubicBezTo>
                  <a:pt x="817" y="337"/>
                  <a:pt x="780" y="248"/>
                  <a:pt x="707" y="175"/>
                </a:cubicBezTo>
                <a:cubicBezTo>
                  <a:pt x="634" y="103"/>
                  <a:pt x="545" y="66"/>
                  <a:pt x="441" y="66"/>
                </a:cubicBezTo>
                <a:cubicBezTo>
                  <a:pt x="337" y="66"/>
                  <a:pt x="249" y="103"/>
                  <a:pt x="176" y="175"/>
                </a:cubicBezTo>
                <a:cubicBezTo>
                  <a:pt x="102" y="248"/>
                  <a:pt x="66" y="337"/>
                  <a:pt x="66" y="441"/>
                </a:cubicBezTo>
                <a:cubicBezTo>
                  <a:pt x="66" y="545"/>
                  <a:pt x="102" y="633"/>
                  <a:pt x="176" y="706"/>
                </a:cubicBezTo>
                <a:cubicBezTo>
                  <a:pt x="249" y="780"/>
                  <a:pt x="337" y="817"/>
                  <a:pt x="441" y="817"/>
                </a:cubicBezTo>
                <a:moveTo>
                  <a:pt x="441" y="441"/>
                </a:moveTo>
                <a:lnTo>
                  <a:pt x="441" y="441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4782600" y="414468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自動で後工程に流す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4782600" y="4554000"/>
            <a:ext cx="19274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ASI10 </a:t>
            </a:r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暴走エージェント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8" name=""/>
          <p:cNvSpPr/>
          <p:nvPr/>
        </p:nvSpPr>
        <p:spPr>
          <a:xfrm>
            <a:off x="7248240" y="2619360"/>
            <a:ext cx="3638880" cy="476280"/>
          </a:xfrm>
          <a:custGeom>
            <a:avLst/>
            <a:gdLst/>
            <a:ahLst/>
            <a:rect l="0" t="0" r="r" b="b"/>
            <a:pathLst>
              <a:path w="10108" h="1323">
                <a:moveTo>
                  <a:pt x="0" y="1137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2"/>
                  <a:pt x="55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9923" y="0"/>
                </a:lnTo>
                <a:cubicBezTo>
                  <a:pt x="9935" y="0"/>
                  <a:pt x="9947" y="1"/>
                  <a:pt x="9959" y="3"/>
                </a:cubicBezTo>
                <a:cubicBezTo>
                  <a:pt x="9971" y="5"/>
                  <a:pt x="9983" y="9"/>
                  <a:pt x="9994" y="14"/>
                </a:cubicBezTo>
                <a:cubicBezTo>
                  <a:pt x="10005" y="18"/>
                  <a:pt x="10016" y="24"/>
                  <a:pt x="10026" y="31"/>
                </a:cubicBezTo>
                <a:cubicBezTo>
                  <a:pt x="10036" y="38"/>
                  <a:pt x="10046" y="45"/>
                  <a:pt x="10054" y="54"/>
                </a:cubicBezTo>
                <a:cubicBezTo>
                  <a:pt x="10063" y="62"/>
                  <a:pt x="10070" y="72"/>
                  <a:pt x="10077" y="82"/>
                </a:cubicBezTo>
                <a:cubicBezTo>
                  <a:pt x="10084" y="92"/>
                  <a:pt x="10090" y="103"/>
                  <a:pt x="10094" y="114"/>
                </a:cubicBezTo>
                <a:cubicBezTo>
                  <a:pt x="10099" y="125"/>
                  <a:pt x="10102" y="137"/>
                  <a:pt x="10105" y="149"/>
                </a:cubicBezTo>
                <a:cubicBezTo>
                  <a:pt x="10107" y="161"/>
                  <a:pt x="10108" y="173"/>
                  <a:pt x="10108" y="185"/>
                </a:cubicBezTo>
                <a:lnTo>
                  <a:pt x="10108" y="1137"/>
                </a:lnTo>
                <a:cubicBezTo>
                  <a:pt x="10108" y="1149"/>
                  <a:pt x="10107" y="1161"/>
                  <a:pt x="10105" y="1173"/>
                </a:cubicBezTo>
                <a:cubicBezTo>
                  <a:pt x="10102" y="1185"/>
                  <a:pt x="10099" y="1197"/>
                  <a:pt x="10094" y="1208"/>
                </a:cubicBezTo>
                <a:cubicBezTo>
                  <a:pt x="10090" y="1219"/>
                  <a:pt x="10084" y="1230"/>
                  <a:pt x="10077" y="1240"/>
                </a:cubicBezTo>
                <a:cubicBezTo>
                  <a:pt x="10070" y="1250"/>
                  <a:pt x="10063" y="1260"/>
                  <a:pt x="10054" y="1268"/>
                </a:cubicBezTo>
                <a:cubicBezTo>
                  <a:pt x="10046" y="1277"/>
                  <a:pt x="10036" y="1284"/>
                  <a:pt x="10026" y="1291"/>
                </a:cubicBezTo>
                <a:cubicBezTo>
                  <a:pt x="10016" y="1298"/>
                  <a:pt x="10005" y="1304"/>
                  <a:pt x="9994" y="1308"/>
                </a:cubicBezTo>
                <a:cubicBezTo>
                  <a:pt x="9983" y="1313"/>
                  <a:pt x="9971" y="1318"/>
                  <a:pt x="9959" y="1320"/>
                </a:cubicBezTo>
                <a:cubicBezTo>
                  <a:pt x="9947" y="1322"/>
                  <a:pt x="9935" y="1323"/>
                  <a:pt x="9923" y="1323"/>
                </a:cubicBezTo>
                <a:lnTo>
                  <a:pt x="185" y="1323"/>
                </a:lnTo>
                <a:cubicBezTo>
                  <a:pt x="173" y="1323"/>
                  <a:pt x="161" y="1322"/>
                  <a:pt x="149" y="1320"/>
                </a:cubicBezTo>
                <a:cubicBezTo>
                  <a:pt x="137" y="1318"/>
                  <a:pt x="126" y="1313"/>
                  <a:pt x="115" y="1308"/>
                </a:cubicBezTo>
                <a:cubicBezTo>
                  <a:pt x="103" y="1304"/>
                  <a:pt x="93" y="1298"/>
                  <a:pt x="83" y="1291"/>
                </a:cubicBezTo>
                <a:cubicBezTo>
                  <a:pt x="72" y="1284"/>
                  <a:pt x="63" y="1277"/>
                  <a:pt x="55" y="1268"/>
                </a:cubicBezTo>
                <a:cubicBezTo>
                  <a:pt x="46" y="1260"/>
                  <a:pt x="38" y="1250"/>
                  <a:pt x="32" y="1240"/>
                </a:cubicBezTo>
                <a:cubicBezTo>
                  <a:pt x="25" y="1230"/>
                  <a:pt x="19" y="1219"/>
                  <a:pt x="14" y="1208"/>
                </a:cubicBezTo>
                <a:cubicBezTo>
                  <a:pt x="10" y="1197"/>
                  <a:pt x="6" y="1185"/>
                  <a:pt x="4" y="1173"/>
                </a:cubicBezTo>
                <a:cubicBezTo>
                  <a:pt x="1" y="1161"/>
                  <a:pt x="0" y="1149"/>
                  <a:pt x="0" y="113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9" name=""/>
          <p:cNvSpPr/>
          <p:nvPr/>
        </p:nvSpPr>
        <p:spPr>
          <a:xfrm>
            <a:off x="7248240" y="2619360"/>
            <a:ext cx="3638880" cy="476280"/>
          </a:xfrm>
          <a:custGeom>
            <a:avLst/>
            <a:gdLst/>
            <a:ahLst/>
            <a:rect l="0" t="0" r="r" b="b"/>
            <a:pathLst>
              <a:path w="10108" h="1323">
                <a:moveTo>
                  <a:pt x="0" y="1137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2"/>
                  <a:pt x="55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9923" y="0"/>
                </a:lnTo>
                <a:cubicBezTo>
                  <a:pt x="9935" y="0"/>
                  <a:pt x="9947" y="1"/>
                  <a:pt x="9959" y="3"/>
                </a:cubicBezTo>
                <a:cubicBezTo>
                  <a:pt x="9971" y="5"/>
                  <a:pt x="9983" y="9"/>
                  <a:pt x="9994" y="14"/>
                </a:cubicBezTo>
                <a:cubicBezTo>
                  <a:pt x="10005" y="18"/>
                  <a:pt x="10016" y="24"/>
                  <a:pt x="10026" y="31"/>
                </a:cubicBezTo>
                <a:cubicBezTo>
                  <a:pt x="10036" y="38"/>
                  <a:pt x="10046" y="45"/>
                  <a:pt x="10054" y="54"/>
                </a:cubicBezTo>
                <a:cubicBezTo>
                  <a:pt x="10063" y="62"/>
                  <a:pt x="10070" y="72"/>
                  <a:pt x="10077" y="82"/>
                </a:cubicBezTo>
                <a:cubicBezTo>
                  <a:pt x="10084" y="92"/>
                  <a:pt x="10090" y="103"/>
                  <a:pt x="10094" y="114"/>
                </a:cubicBezTo>
                <a:cubicBezTo>
                  <a:pt x="10099" y="125"/>
                  <a:pt x="10102" y="137"/>
                  <a:pt x="10105" y="149"/>
                </a:cubicBezTo>
                <a:cubicBezTo>
                  <a:pt x="10107" y="161"/>
                  <a:pt x="10108" y="173"/>
                  <a:pt x="10108" y="185"/>
                </a:cubicBezTo>
                <a:lnTo>
                  <a:pt x="10108" y="1137"/>
                </a:lnTo>
                <a:cubicBezTo>
                  <a:pt x="10108" y="1149"/>
                  <a:pt x="10107" y="1161"/>
                  <a:pt x="10105" y="1173"/>
                </a:cubicBezTo>
                <a:cubicBezTo>
                  <a:pt x="10102" y="1185"/>
                  <a:pt x="10099" y="1197"/>
                  <a:pt x="10094" y="1208"/>
                </a:cubicBezTo>
                <a:cubicBezTo>
                  <a:pt x="10090" y="1219"/>
                  <a:pt x="10084" y="1230"/>
                  <a:pt x="10077" y="1240"/>
                </a:cubicBezTo>
                <a:cubicBezTo>
                  <a:pt x="10070" y="1250"/>
                  <a:pt x="10063" y="1260"/>
                  <a:pt x="10054" y="1268"/>
                </a:cubicBezTo>
                <a:cubicBezTo>
                  <a:pt x="10046" y="1277"/>
                  <a:pt x="10036" y="1284"/>
                  <a:pt x="10026" y="1291"/>
                </a:cubicBezTo>
                <a:cubicBezTo>
                  <a:pt x="10016" y="1298"/>
                  <a:pt x="10005" y="1304"/>
                  <a:pt x="9994" y="1308"/>
                </a:cubicBezTo>
                <a:cubicBezTo>
                  <a:pt x="9983" y="1313"/>
                  <a:pt x="9971" y="1318"/>
                  <a:pt x="9959" y="1320"/>
                </a:cubicBezTo>
                <a:cubicBezTo>
                  <a:pt x="9947" y="1322"/>
                  <a:pt x="9935" y="1323"/>
                  <a:pt x="9923" y="1323"/>
                </a:cubicBezTo>
                <a:lnTo>
                  <a:pt x="185" y="1323"/>
                </a:lnTo>
                <a:cubicBezTo>
                  <a:pt x="173" y="1323"/>
                  <a:pt x="161" y="1322"/>
                  <a:pt x="149" y="1320"/>
                </a:cubicBezTo>
                <a:cubicBezTo>
                  <a:pt x="137" y="1318"/>
                  <a:pt x="126" y="1313"/>
                  <a:pt x="115" y="1308"/>
                </a:cubicBezTo>
                <a:cubicBezTo>
                  <a:pt x="103" y="1304"/>
                  <a:pt x="93" y="1298"/>
                  <a:pt x="83" y="1291"/>
                </a:cubicBezTo>
                <a:cubicBezTo>
                  <a:pt x="72" y="1284"/>
                  <a:pt x="63" y="1277"/>
                  <a:pt x="55" y="1268"/>
                </a:cubicBezTo>
                <a:cubicBezTo>
                  <a:pt x="46" y="1260"/>
                  <a:pt x="38" y="1250"/>
                  <a:pt x="32" y="1240"/>
                </a:cubicBezTo>
                <a:cubicBezTo>
                  <a:pt x="25" y="1230"/>
                  <a:pt x="19" y="1219"/>
                  <a:pt x="14" y="1208"/>
                </a:cubicBezTo>
                <a:cubicBezTo>
                  <a:pt x="10" y="1197"/>
                  <a:pt x="6" y="1185"/>
                  <a:pt x="4" y="1173"/>
                </a:cubicBezTo>
                <a:cubicBezTo>
                  <a:pt x="1" y="1161"/>
                  <a:pt x="0" y="1149"/>
                  <a:pt x="0" y="1137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0" name=""/>
          <p:cNvSpPr/>
          <p:nvPr/>
        </p:nvSpPr>
        <p:spPr>
          <a:xfrm>
            <a:off x="8092800" y="2730240"/>
            <a:ext cx="254520" cy="254520"/>
          </a:xfrm>
          <a:custGeom>
            <a:avLst/>
            <a:gdLst/>
            <a:ahLst/>
            <a:rect l="0" t="0" r="r" b="b"/>
            <a:pathLst>
              <a:path w="707" h="707">
                <a:moveTo>
                  <a:pt x="177" y="377"/>
                </a:moveTo>
                <a:lnTo>
                  <a:pt x="530" y="377"/>
                </a:lnTo>
                <a:lnTo>
                  <a:pt x="530" y="324"/>
                </a:lnTo>
                <a:lnTo>
                  <a:pt x="177" y="324"/>
                </a:lnTo>
                <a:lnTo>
                  <a:pt x="177" y="377"/>
                </a:lnTo>
                <a:moveTo>
                  <a:pt x="353" y="707"/>
                </a:moveTo>
                <a:cubicBezTo>
                  <a:pt x="305" y="707"/>
                  <a:pt x="259" y="698"/>
                  <a:pt x="216" y="679"/>
                </a:cubicBezTo>
                <a:cubicBezTo>
                  <a:pt x="173" y="660"/>
                  <a:pt x="136" y="635"/>
                  <a:pt x="104" y="603"/>
                </a:cubicBezTo>
                <a:cubicBezTo>
                  <a:pt x="72" y="571"/>
                  <a:pt x="47" y="534"/>
                  <a:pt x="28" y="490"/>
                </a:cubicBezTo>
                <a:cubicBezTo>
                  <a:pt x="10" y="447"/>
                  <a:pt x="0" y="401"/>
                  <a:pt x="0" y="353"/>
                </a:cubicBezTo>
                <a:cubicBezTo>
                  <a:pt x="0" y="304"/>
                  <a:pt x="10" y="258"/>
                  <a:pt x="28" y="215"/>
                </a:cubicBezTo>
                <a:cubicBezTo>
                  <a:pt x="47" y="172"/>
                  <a:pt x="72" y="135"/>
                  <a:pt x="104" y="103"/>
                </a:cubicBezTo>
                <a:cubicBezTo>
                  <a:pt x="136" y="72"/>
                  <a:pt x="173" y="47"/>
                  <a:pt x="216" y="28"/>
                </a:cubicBezTo>
                <a:cubicBezTo>
                  <a:pt x="259" y="9"/>
                  <a:pt x="305" y="0"/>
                  <a:pt x="353" y="0"/>
                </a:cubicBezTo>
                <a:cubicBezTo>
                  <a:pt x="402" y="0"/>
                  <a:pt x="449" y="9"/>
                  <a:pt x="492" y="28"/>
                </a:cubicBezTo>
                <a:cubicBezTo>
                  <a:pt x="535" y="47"/>
                  <a:pt x="572" y="72"/>
                  <a:pt x="604" y="103"/>
                </a:cubicBezTo>
                <a:cubicBezTo>
                  <a:pt x="635" y="135"/>
                  <a:pt x="661" y="172"/>
                  <a:pt x="679" y="215"/>
                </a:cubicBezTo>
                <a:cubicBezTo>
                  <a:pt x="698" y="258"/>
                  <a:pt x="707" y="304"/>
                  <a:pt x="707" y="353"/>
                </a:cubicBezTo>
                <a:cubicBezTo>
                  <a:pt x="707" y="401"/>
                  <a:pt x="698" y="447"/>
                  <a:pt x="679" y="490"/>
                </a:cubicBezTo>
                <a:cubicBezTo>
                  <a:pt x="661" y="534"/>
                  <a:pt x="635" y="571"/>
                  <a:pt x="604" y="603"/>
                </a:cubicBezTo>
                <a:cubicBezTo>
                  <a:pt x="572" y="635"/>
                  <a:pt x="535" y="660"/>
                  <a:pt x="492" y="679"/>
                </a:cubicBezTo>
                <a:cubicBezTo>
                  <a:pt x="449" y="698"/>
                  <a:pt x="402" y="707"/>
                  <a:pt x="353" y="707"/>
                </a:cubicBezTo>
                <a:moveTo>
                  <a:pt x="353" y="654"/>
                </a:moveTo>
                <a:cubicBezTo>
                  <a:pt x="438" y="654"/>
                  <a:pt x="508" y="625"/>
                  <a:pt x="567" y="566"/>
                </a:cubicBezTo>
                <a:cubicBezTo>
                  <a:pt x="625" y="507"/>
                  <a:pt x="654" y="436"/>
                  <a:pt x="654" y="353"/>
                </a:cubicBezTo>
                <a:cubicBezTo>
                  <a:pt x="654" y="270"/>
                  <a:pt x="625" y="199"/>
                  <a:pt x="567" y="140"/>
                </a:cubicBezTo>
                <a:cubicBezTo>
                  <a:pt x="508" y="82"/>
                  <a:pt x="438" y="53"/>
                  <a:pt x="353" y="53"/>
                </a:cubicBezTo>
                <a:cubicBezTo>
                  <a:pt x="270" y="53"/>
                  <a:pt x="199" y="82"/>
                  <a:pt x="141" y="140"/>
                </a:cubicBezTo>
                <a:cubicBezTo>
                  <a:pt x="82" y="199"/>
                  <a:pt x="53" y="270"/>
                  <a:pt x="53" y="353"/>
                </a:cubicBezTo>
                <a:cubicBezTo>
                  <a:pt x="53" y="436"/>
                  <a:pt x="82" y="507"/>
                  <a:pt x="141" y="566"/>
                </a:cubicBezTo>
                <a:cubicBezTo>
                  <a:pt x="199" y="625"/>
                  <a:pt x="270" y="654"/>
                  <a:pt x="353" y="654"/>
                </a:cubicBezTo>
                <a:moveTo>
                  <a:pt x="353" y="353"/>
                </a:moveTo>
                <a:lnTo>
                  <a:pt x="353" y="353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4782600" y="481140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無人で動かす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2" name=""/>
          <p:cNvSpPr/>
          <p:nvPr/>
        </p:nvSpPr>
        <p:spPr>
          <a:xfrm>
            <a:off x="7248240" y="3190680"/>
            <a:ext cx="3638880" cy="572040"/>
          </a:xfrm>
          <a:custGeom>
            <a:avLst/>
            <a:gdLst/>
            <a:ahLst/>
            <a:rect l="0" t="0" r="r" b="b"/>
            <a:pathLst>
              <a:path w="10108" h="1589">
                <a:moveTo>
                  <a:pt x="0" y="140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923" y="0"/>
                </a:lnTo>
                <a:cubicBezTo>
                  <a:pt x="9935" y="0"/>
                  <a:pt x="9947" y="1"/>
                  <a:pt x="9959" y="4"/>
                </a:cubicBezTo>
                <a:cubicBezTo>
                  <a:pt x="9971" y="6"/>
                  <a:pt x="9983" y="9"/>
                  <a:pt x="9994" y="14"/>
                </a:cubicBezTo>
                <a:cubicBezTo>
                  <a:pt x="10005" y="19"/>
                  <a:pt x="10016" y="24"/>
                  <a:pt x="10026" y="31"/>
                </a:cubicBezTo>
                <a:cubicBezTo>
                  <a:pt x="10036" y="38"/>
                  <a:pt x="10046" y="46"/>
                  <a:pt x="10054" y="54"/>
                </a:cubicBezTo>
                <a:cubicBezTo>
                  <a:pt x="10063" y="63"/>
                  <a:pt x="10070" y="72"/>
                  <a:pt x="10077" y="82"/>
                </a:cubicBezTo>
                <a:cubicBezTo>
                  <a:pt x="10084" y="92"/>
                  <a:pt x="10090" y="103"/>
                  <a:pt x="10094" y="114"/>
                </a:cubicBezTo>
                <a:cubicBezTo>
                  <a:pt x="10099" y="126"/>
                  <a:pt x="10102" y="137"/>
                  <a:pt x="10105" y="149"/>
                </a:cubicBezTo>
                <a:cubicBezTo>
                  <a:pt x="10107" y="161"/>
                  <a:pt x="10108" y="173"/>
                  <a:pt x="10108" y="185"/>
                </a:cubicBezTo>
                <a:lnTo>
                  <a:pt x="10108" y="1402"/>
                </a:lnTo>
                <a:cubicBezTo>
                  <a:pt x="10108" y="1414"/>
                  <a:pt x="10107" y="1427"/>
                  <a:pt x="10105" y="1438"/>
                </a:cubicBezTo>
                <a:cubicBezTo>
                  <a:pt x="10102" y="1450"/>
                  <a:pt x="10099" y="1463"/>
                  <a:pt x="10094" y="1474"/>
                </a:cubicBezTo>
                <a:cubicBezTo>
                  <a:pt x="10090" y="1485"/>
                  <a:pt x="10084" y="1496"/>
                  <a:pt x="10077" y="1506"/>
                </a:cubicBezTo>
                <a:cubicBezTo>
                  <a:pt x="10070" y="1516"/>
                  <a:pt x="10063" y="1526"/>
                  <a:pt x="10054" y="1534"/>
                </a:cubicBezTo>
                <a:cubicBezTo>
                  <a:pt x="10046" y="1543"/>
                  <a:pt x="10036" y="1551"/>
                  <a:pt x="10026" y="1557"/>
                </a:cubicBezTo>
                <a:cubicBezTo>
                  <a:pt x="10016" y="1564"/>
                  <a:pt x="10005" y="1570"/>
                  <a:pt x="9994" y="1574"/>
                </a:cubicBezTo>
                <a:cubicBezTo>
                  <a:pt x="9983" y="1579"/>
                  <a:pt x="9971" y="1583"/>
                  <a:pt x="9959" y="1585"/>
                </a:cubicBezTo>
                <a:cubicBezTo>
                  <a:pt x="9947" y="1587"/>
                  <a:pt x="9935" y="1589"/>
                  <a:pt x="9923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6" y="1579"/>
                  <a:pt x="115" y="1574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6"/>
                  <a:pt x="32" y="1506"/>
                </a:cubicBezTo>
                <a:cubicBezTo>
                  <a:pt x="25" y="1496"/>
                  <a:pt x="19" y="1485"/>
                  <a:pt x="14" y="1474"/>
                </a:cubicBezTo>
                <a:cubicBezTo>
                  <a:pt x="10" y="1463"/>
                  <a:pt x="6" y="1450"/>
                  <a:pt x="4" y="1438"/>
                </a:cubicBezTo>
                <a:cubicBezTo>
                  <a:pt x="1" y="1427"/>
                  <a:pt x="0" y="1414"/>
                  <a:pt x="0" y="14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3" name=""/>
          <p:cNvSpPr/>
          <p:nvPr/>
        </p:nvSpPr>
        <p:spPr>
          <a:xfrm>
            <a:off x="7248240" y="3190680"/>
            <a:ext cx="3638880" cy="572040"/>
          </a:xfrm>
          <a:custGeom>
            <a:avLst/>
            <a:gdLst/>
            <a:ahLst/>
            <a:rect l="0" t="0" r="r" b="b"/>
            <a:pathLst>
              <a:path w="10108" h="1589">
                <a:moveTo>
                  <a:pt x="0" y="140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923" y="0"/>
                </a:lnTo>
                <a:cubicBezTo>
                  <a:pt x="9935" y="0"/>
                  <a:pt x="9947" y="1"/>
                  <a:pt x="9959" y="4"/>
                </a:cubicBezTo>
                <a:cubicBezTo>
                  <a:pt x="9971" y="6"/>
                  <a:pt x="9983" y="9"/>
                  <a:pt x="9994" y="14"/>
                </a:cubicBezTo>
                <a:cubicBezTo>
                  <a:pt x="10005" y="19"/>
                  <a:pt x="10016" y="24"/>
                  <a:pt x="10026" y="31"/>
                </a:cubicBezTo>
                <a:cubicBezTo>
                  <a:pt x="10036" y="38"/>
                  <a:pt x="10046" y="46"/>
                  <a:pt x="10054" y="54"/>
                </a:cubicBezTo>
                <a:cubicBezTo>
                  <a:pt x="10063" y="63"/>
                  <a:pt x="10070" y="72"/>
                  <a:pt x="10077" y="82"/>
                </a:cubicBezTo>
                <a:cubicBezTo>
                  <a:pt x="10084" y="92"/>
                  <a:pt x="10090" y="103"/>
                  <a:pt x="10094" y="114"/>
                </a:cubicBezTo>
                <a:cubicBezTo>
                  <a:pt x="10099" y="126"/>
                  <a:pt x="10102" y="137"/>
                  <a:pt x="10105" y="149"/>
                </a:cubicBezTo>
                <a:cubicBezTo>
                  <a:pt x="10107" y="161"/>
                  <a:pt x="10108" y="173"/>
                  <a:pt x="10108" y="185"/>
                </a:cubicBezTo>
                <a:lnTo>
                  <a:pt x="10108" y="1402"/>
                </a:lnTo>
                <a:cubicBezTo>
                  <a:pt x="10108" y="1414"/>
                  <a:pt x="10107" y="1427"/>
                  <a:pt x="10105" y="1438"/>
                </a:cubicBezTo>
                <a:cubicBezTo>
                  <a:pt x="10102" y="1450"/>
                  <a:pt x="10099" y="1463"/>
                  <a:pt x="10094" y="1474"/>
                </a:cubicBezTo>
                <a:cubicBezTo>
                  <a:pt x="10090" y="1485"/>
                  <a:pt x="10084" y="1496"/>
                  <a:pt x="10077" y="1506"/>
                </a:cubicBezTo>
                <a:cubicBezTo>
                  <a:pt x="10070" y="1516"/>
                  <a:pt x="10063" y="1526"/>
                  <a:pt x="10054" y="1534"/>
                </a:cubicBezTo>
                <a:cubicBezTo>
                  <a:pt x="10046" y="1543"/>
                  <a:pt x="10036" y="1551"/>
                  <a:pt x="10026" y="1557"/>
                </a:cubicBezTo>
                <a:cubicBezTo>
                  <a:pt x="10016" y="1564"/>
                  <a:pt x="10005" y="1570"/>
                  <a:pt x="9994" y="1574"/>
                </a:cubicBezTo>
                <a:cubicBezTo>
                  <a:pt x="9983" y="1579"/>
                  <a:pt x="9971" y="1583"/>
                  <a:pt x="9959" y="1585"/>
                </a:cubicBezTo>
                <a:cubicBezTo>
                  <a:pt x="9947" y="1587"/>
                  <a:pt x="9935" y="1589"/>
                  <a:pt x="9923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6" y="1579"/>
                  <a:pt x="115" y="1574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6"/>
                  <a:pt x="32" y="1506"/>
                </a:cubicBezTo>
                <a:cubicBezTo>
                  <a:pt x="25" y="1496"/>
                  <a:pt x="19" y="1485"/>
                  <a:pt x="14" y="1474"/>
                </a:cubicBezTo>
                <a:cubicBezTo>
                  <a:pt x="10" y="1463"/>
                  <a:pt x="6" y="1450"/>
                  <a:pt x="4" y="1438"/>
                </a:cubicBezTo>
                <a:cubicBezTo>
                  <a:pt x="1" y="1427"/>
                  <a:pt x="0" y="1414"/>
                  <a:pt x="0" y="1402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4" name=""/>
          <p:cNvSpPr/>
          <p:nvPr/>
        </p:nvSpPr>
        <p:spPr>
          <a:xfrm>
            <a:off x="7385040" y="3317760"/>
            <a:ext cx="317520" cy="317880"/>
          </a:xfrm>
          <a:custGeom>
            <a:avLst/>
            <a:gdLst/>
            <a:ahLst/>
            <a:rect l="0" t="0" r="r" b="b"/>
            <a:pathLst>
              <a:path w="882" h="883">
                <a:moveTo>
                  <a:pt x="221" y="472"/>
                </a:moveTo>
                <a:lnTo>
                  <a:pt x="662" y="472"/>
                </a:lnTo>
                <a:lnTo>
                  <a:pt x="662" y="405"/>
                </a:lnTo>
                <a:lnTo>
                  <a:pt x="221" y="405"/>
                </a:lnTo>
                <a:lnTo>
                  <a:pt x="221" y="472"/>
                </a:lnTo>
                <a:moveTo>
                  <a:pt x="441" y="883"/>
                </a:moveTo>
                <a:cubicBezTo>
                  <a:pt x="381" y="883"/>
                  <a:pt x="324" y="871"/>
                  <a:pt x="271" y="848"/>
                </a:cubicBezTo>
                <a:cubicBezTo>
                  <a:pt x="217" y="825"/>
                  <a:pt x="169" y="793"/>
                  <a:pt x="129" y="753"/>
                </a:cubicBezTo>
                <a:cubicBezTo>
                  <a:pt x="89" y="713"/>
                  <a:pt x="57" y="666"/>
                  <a:pt x="34" y="613"/>
                </a:cubicBezTo>
                <a:cubicBezTo>
                  <a:pt x="11" y="559"/>
                  <a:pt x="0" y="502"/>
                  <a:pt x="0" y="442"/>
                </a:cubicBezTo>
                <a:cubicBezTo>
                  <a:pt x="0" y="381"/>
                  <a:pt x="11" y="323"/>
                  <a:pt x="34" y="270"/>
                </a:cubicBezTo>
                <a:cubicBezTo>
                  <a:pt x="57" y="216"/>
                  <a:pt x="89" y="169"/>
                  <a:pt x="129" y="130"/>
                </a:cubicBezTo>
                <a:cubicBezTo>
                  <a:pt x="169" y="90"/>
                  <a:pt x="217" y="59"/>
                  <a:pt x="271" y="36"/>
                </a:cubicBezTo>
                <a:cubicBezTo>
                  <a:pt x="324" y="11"/>
                  <a:pt x="381" y="0"/>
                  <a:pt x="441" y="0"/>
                </a:cubicBezTo>
                <a:cubicBezTo>
                  <a:pt x="503" y="0"/>
                  <a:pt x="560" y="11"/>
                  <a:pt x="613" y="36"/>
                </a:cubicBezTo>
                <a:cubicBezTo>
                  <a:pt x="667" y="59"/>
                  <a:pt x="714" y="90"/>
                  <a:pt x="753" y="130"/>
                </a:cubicBezTo>
                <a:cubicBezTo>
                  <a:pt x="793" y="169"/>
                  <a:pt x="825" y="216"/>
                  <a:pt x="848" y="270"/>
                </a:cubicBezTo>
                <a:cubicBezTo>
                  <a:pt x="871" y="323"/>
                  <a:pt x="882" y="381"/>
                  <a:pt x="882" y="442"/>
                </a:cubicBezTo>
                <a:cubicBezTo>
                  <a:pt x="882" y="502"/>
                  <a:pt x="871" y="559"/>
                  <a:pt x="848" y="613"/>
                </a:cubicBezTo>
                <a:cubicBezTo>
                  <a:pt x="825" y="666"/>
                  <a:pt x="793" y="713"/>
                  <a:pt x="753" y="753"/>
                </a:cubicBezTo>
                <a:cubicBezTo>
                  <a:pt x="714" y="793"/>
                  <a:pt x="667" y="825"/>
                  <a:pt x="613" y="848"/>
                </a:cubicBezTo>
                <a:cubicBezTo>
                  <a:pt x="560" y="871"/>
                  <a:pt x="503" y="883"/>
                  <a:pt x="441" y="883"/>
                </a:cubicBezTo>
                <a:moveTo>
                  <a:pt x="441" y="817"/>
                </a:moveTo>
                <a:cubicBezTo>
                  <a:pt x="546" y="817"/>
                  <a:pt x="634" y="780"/>
                  <a:pt x="707" y="707"/>
                </a:cubicBezTo>
                <a:cubicBezTo>
                  <a:pt x="780" y="634"/>
                  <a:pt x="816" y="545"/>
                  <a:pt x="816" y="442"/>
                </a:cubicBezTo>
                <a:cubicBezTo>
                  <a:pt x="816" y="337"/>
                  <a:pt x="780" y="249"/>
                  <a:pt x="707" y="176"/>
                </a:cubicBezTo>
                <a:cubicBezTo>
                  <a:pt x="634" y="103"/>
                  <a:pt x="546" y="67"/>
                  <a:pt x="441" y="67"/>
                </a:cubicBezTo>
                <a:cubicBezTo>
                  <a:pt x="338" y="67"/>
                  <a:pt x="249" y="103"/>
                  <a:pt x="175" y="176"/>
                </a:cubicBezTo>
                <a:cubicBezTo>
                  <a:pt x="102" y="249"/>
                  <a:pt x="66" y="337"/>
                  <a:pt x="66" y="442"/>
                </a:cubicBezTo>
                <a:cubicBezTo>
                  <a:pt x="66" y="545"/>
                  <a:pt x="102" y="634"/>
                  <a:pt x="175" y="707"/>
                </a:cubicBezTo>
                <a:cubicBezTo>
                  <a:pt x="249" y="780"/>
                  <a:pt x="338" y="817"/>
                  <a:pt x="441" y="817"/>
                </a:cubicBezTo>
                <a:moveTo>
                  <a:pt x="441" y="442"/>
                </a:moveTo>
                <a:lnTo>
                  <a:pt x="441" y="442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8453160" y="2712600"/>
            <a:ext cx="1592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低減できない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7812000" y="3220560"/>
            <a:ext cx="17568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ASI01 </a:t>
            </a:r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目標の乗っ取り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7" name=""/>
          <p:cNvSpPr/>
          <p:nvPr/>
        </p:nvSpPr>
        <p:spPr>
          <a:xfrm>
            <a:off x="7248240" y="3857400"/>
            <a:ext cx="3638880" cy="572040"/>
          </a:xfrm>
          <a:custGeom>
            <a:avLst/>
            <a:gdLst/>
            <a:ahLst/>
            <a:rect l="0" t="0" r="r" b="b"/>
            <a:pathLst>
              <a:path w="10108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923" y="0"/>
                </a:lnTo>
                <a:cubicBezTo>
                  <a:pt x="9935" y="0"/>
                  <a:pt x="9947" y="1"/>
                  <a:pt x="9959" y="4"/>
                </a:cubicBezTo>
                <a:cubicBezTo>
                  <a:pt x="9971" y="6"/>
                  <a:pt x="9983" y="10"/>
                  <a:pt x="9994" y="14"/>
                </a:cubicBezTo>
                <a:cubicBezTo>
                  <a:pt x="10005" y="19"/>
                  <a:pt x="10016" y="25"/>
                  <a:pt x="10026" y="31"/>
                </a:cubicBezTo>
                <a:cubicBezTo>
                  <a:pt x="10036" y="38"/>
                  <a:pt x="10046" y="46"/>
                  <a:pt x="10054" y="54"/>
                </a:cubicBezTo>
                <a:cubicBezTo>
                  <a:pt x="10063" y="63"/>
                  <a:pt x="10070" y="72"/>
                  <a:pt x="10077" y="82"/>
                </a:cubicBezTo>
                <a:cubicBezTo>
                  <a:pt x="10084" y="93"/>
                  <a:pt x="10090" y="103"/>
                  <a:pt x="10094" y="114"/>
                </a:cubicBezTo>
                <a:cubicBezTo>
                  <a:pt x="10099" y="126"/>
                  <a:pt x="10102" y="137"/>
                  <a:pt x="10105" y="149"/>
                </a:cubicBezTo>
                <a:cubicBezTo>
                  <a:pt x="10107" y="161"/>
                  <a:pt x="10108" y="173"/>
                  <a:pt x="10108" y="185"/>
                </a:cubicBezTo>
                <a:lnTo>
                  <a:pt x="10108" y="1403"/>
                </a:lnTo>
                <a:cubicBezTo>
                  <a:pt x="10108" y="1416"/>
                  <a:pt x="10107" y="1428"/>
                  <a:pt x="10105" y="1440"/>
                </a:cubicBezTo>
                <a:cubicBezTo>
                  <a:pt x="10102" y="1451"/>
                  <a:pt x="10099" y="1463"/>
                  <a:pt x="10094" y="1474"/>
                </a:cubicBezTo>
                <a:cubicBezTo>
                  <a:pt x="10090" y="1486"/>
                  <a:pt x="10084" y="1496"/>
                  <a:pt x="10077" y="1506"/>
                </a:cubicBezTo>
                <a:cubicBezTo>
                  <a:pt x="10070" y="1516"/>
                  <a:pt x="10063" y="1526"/>
                  <a:pt x="10054" y="1534"/>
                </a:cubicBezTo>
                <a:cubicBezTo>
                  <a:pt x="10046" y="1543"/>
                  <a:pt x="10036" y="1551"/>
                  <a:pt x="10026" y="1557"/>
                </a:cubicBezTo>
                <a:cubicBezTo>
                  <a:pt x="10016" y="1564"/>
                  <a:pt x="10005" y="1570"/>
                  <a:pt x="9994" y="1575"/>
                </a:cubicBezTo>
                <a:cubicBezTo>
                  <a:pt x="9983" y="1579"/>
                  <a:pt x="9971" y="1583"/>
                  <a:pt x="9959" y="1585"/>
                </a:cubicBezTo>
                <a:cubicBezTo>
                  <a:pt x="9947" y="1587"/>
                  <a:pt x="9935" y="1589"/>
                  <a:pt x="9923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6" y="1579"/>
                  <a:pt x="115" y="1575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6"/>
                  <a:pt x="32" y="1506"/>
                </a:cubicBezTo>
                <a:cubicBezTo>
                  <a:pt x="25" y="1496"/>
                  <a:pt x="19" y="1486"/>
                  <a:pt x="14" y="1474"/>
                </a:cubicBezTo>
                <a:cubicBezTo>
                  <a:pt x="10" y="1463"/>
                  <a:pt x="6" y="1451"/>
                  <a:pt x="4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8" name=""/>
          <p:cNvSpPr/>
          <p:nvPr/>
        </p:nvSpPr>
        <p:spPr>
          <a:xfrm>
            <a:off x="7248240" y="3857400"/>
            <a:ext cx="3638880" cy="572040"/>
          </a:xfrm>
          <a:custGeom>
            <a:avLst/>
            <a:gdLst/>
            <a:ahLst/>
            <a:rect l="0" t="0" r="r" b="b"/>
            <a:pathLst>
              <a:path w="10108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3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923" y="0"/>
                </a:lnTo>
                <a:cubicBezTo>
                  <a:pt x="9935" y="0"/>
                  <a:pt x="9947" y="1"/>
                  <a:pt x="9959" y="4"/>
                </a:cubicBezTo>
                <a:cubicBezTo>
                  <a:pt x="9971" y="6"/>
                  <a:pt x="9983" y="10"/>
                  <a:pt x="9994" y="14"/>
                </a:cubicBezTo>
                <a:cubicBezTo>
                  <a:pt x="10005" y="19"/>
                  <a:pt x="10016" y="25"/>
                  <a:pt x="10026" y="31"/>
                </a:cubicBezTo>
                <a:cubicBezTo>
                  <a:pt x="10036" y="38"/>
                  <a:pt x="10046" y="46"/>
                  <a:pt x="10054" y="54"/>
                </a:cubicBezTo>
                <a:cubicBezTo>
                  <a:pt x="10063" y="63"/>
                  <a:pt x="10070" y="72"/>
                  <a:pt x="10077" y="82"/>
                </a:cubicBezTo>
                <a:cubicBezTo>
                  <a:pt x="10084" y="93"/>
                  <a:pt x="10090" y="103"/>
                  <a:pt x="10094" y="114"/>
                </a:cubicBezTo>
                <a:cubicBezTo>
                  <a:pt x="10099" y="126"/>
                  <a:pt x="10102" y="137"/>
                  <a:pt x="10105" y="149"/>
                </a:cubicBezTo>
                <a:cubicBezTo>
                  <a:pt x="10107" y="161"/>
                  <a:pt x="10108" y="173"/>
                  <a:pt x="10108" y="185"/>
                </a:cubicBezTo>
                <a:lnTo>
                  <a:pt x="10108" y="1403"/>
                </a:lnTo>
                <a:cubicBezTo>
                  <a:pt x="10108" y="1416"/>
                  <a:pt x="10107" y="1428"/>
                  <a:pt x="10105" y="1440"/>
                </a:cubicBezTo>
                <a:cubicBezTo>
                  <a:pt x="10102" y="1451"/>
                  <a:pt x="10099" y="1463"/>
                  <a:pt x="10094" y="1474"/>
                </a:cubicBezTo>
                <a:cubicBezTo>
                  <a:pt x="10090" y="1486"/>
                  <a:pt x="10084" y="1496"/>
                  <a:pt x="10077" y="1506"/>
                </a:cubicBezTo>
                <a:cubicBezTo>
                  <a:pt x="10070" y="1516"/>
                  <a:pt x="10063" y="1526"/>
                  <a:pt x="10054" y="1534"/>
                </a:cubicBezTo>
                <a:cubicBezTo>
                  <a:pt x="10046" y="1543"/>
                  <a:pt x="10036" y="1551"/>
                  <a:pt x="10026" y="1557"/>
                </a:cubicBezTo>
                <a:cubicBezTo>
                  <a:pt x="10016" y="1564"/>
                  <a:pt x="10005" y="1570"/>
                  <a:pt x="9994" y="1575"/>
                </a:cubicBezTo>
                <a:cubicBezTo>
                  <a:pt x="9983" y="1579"/>
                  <a:pt x="9971" y="1583"/>
                  <a:pt x="9959" y="1585"/>
                </a:cubicBezTo>
                <a:cubicBezTo>
                  <a:pt x="9947" y="1587"/>
                  <a:pt x="9935" y="1589"/>
                  <a:pt x="9923" y="1589"/>
                </a:cubicBezTo>
                <a:lnTo>
                  <a:pt x="185" y="1589"/>
                </a:lnTo>
                <a:cubicBezTo>
                  <a:pt x="173" y="1589"/>
                  <a:pt x="161" y="1587"/>
                  <a:pt x="149" y="1585"/>
                </a:cubicBezTo>
                <a:cubicBezTo>
                  <a:pt x="137" y="1583"/>
                  <a:pt x="126" y="1579"/>
                  <a:pt x="115" y="1575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6"/>
                  <a:pt x="32" y="1506"/>
                </a:cubicBezTo>
                <a:cubicBezTo>
                  <a:pt x="25" y="1496"/>
                  <a:pt x="19" y="1486"/>
                  <a:pt x="14" y="1474"/>
                </a:cubicBezTo>
                <a:cubicBezTo>
                  <a:pt x="10" y="1463"/>
                  <a:pt x="6" y="1451"/>
                  <a:pt x="4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9" name=""/>
          <p:cNvSpPr/>
          <p:nvPr/>
        </p:nvSpPr>
        <p:spPr>
          <a:xfrm>
            <a:off x="7385040" y="3984480"/>
            <a:ext cx="317520" cy="317880"/>
          </a:xfrm>
          <a:custGeom>
            <a:avLst/>
            <a:gdLst/>
            <a:ahLst/>
            <a:rect l="0" t="0" r="r" b="b"/>
            <a:pathLst>
              <a:path w="882" h="883">
                <a:moveTo>
                  <a:pt x="221" y="471"/>
                </a:moveTo>
                <a:lnTo>
                  <a:pt x="662" y="471"/>
                </a:lnTo>
                <a:lnTo>
                  <a:pt x="662" y="404"/>
                </a:lnTo>
                <a:lnTo>
                  <a:pt x="221" y="404"/>
                </a:lnTo>
                <a:lnTo>
                  <a:pt x="221" y="471"/>
                </a:lnTo>
                <a:moveTo>
                  <a:pt x="441" y="883"/>
                </a:moveTo>
                <a:cubicBezTo>
                  <a:pt x="381" y="883"/>
                  <a:pt x="324" y="871"/>
                  <a:pt x="271" y="848"/>
                </a:cubicBezTo>
                <a:cubicBezTo>
                  <a:pt x="217" y="824"/>
                  <a:pt x="169" y="792"/>
                  <a:pt x="129" y="752"/>
                </a:cubicBezTo>
                <a:cubicBezTo>
                  <a:pt x="89" y="712"/>
                  <a:pt x="57" y="665"/>
                  <a:pt x="34" y="612"/>
                </a:cubicBezTo>
                <a:cubicBezTo>
                  <a:pt x="11" y="558"/>
                  <a:pt x="0" y="501"/>
                  <a:pt x="0" y="441"/>
                </a:cubicBezTo>
                <a:cubicBezTo>
                  <a:pt x="0" y="380"/>
                  <a:pt x="11" y="323"/>
                  <a:pt x="34" y="269"/>
                </a:cubicBezTo>
                <a:cubicBezTo>
                  <a:pt x="57" y="215"/>
                  <a:pt x="89" y="169"/>
                  <a:pt x="129" y="129"/>
                </a:cubicBezTo>
                <a:cubicBezTo>
                  <a:pt x="169" y="89"/>
                  <a:pt x="217" y="58"/>
                  <a:pt x="271" y="35"/>
                </a:cubicBezTo>
                <a:cubicBezTo>
                  <a:pt x="324" y="11"/>
                  <a:pt x="381" y="0"/>
                  <a:pt x="441" y="0"/>
                </a:cubicBezTo>
                <a:cubicBezTo>
                  <a:pt x="503" y="0"/>
                  <a:pt x="560" y="11"/>
                  <a:pt x="613" y="35"/>
                </a:cubicBezTo>
                <a:cubicBezTo>
                  <a:pt x="667" y="58"/>
                  <a:pt x="714" y="89"/>
                  <a:pt x="753" y="129"/>
                </a:cubicBezTo>
                <a:cubicBezTo>
                  <a:pt x="793" y="169"/>
                  <a:pt x="825" y="215"/>
                  <a:pt x="848" y="269"/>
                </a:cubicBezTo>
                <a:cubicBezTo>
                  <a:pt x="871" y="323"/>
                  <a:pt x="882" y="380"/>
                  <a:pt x="882" y="441"/>
                </a:cubicBezTo>
                <a:cubicBezTo>
                  <a:pt x="882" y="501"/>
                  <a:pt x="871" y="558"/>
                  <a:pt x="848" y="612"/>
                </a:cubicBezTo>
                <a:cubicBezTo>
                  <a:pt x="825" y="665"/>
                  <a:pt x="793" y="712"/>
                  <a:pt x="753" y="752"/>
                </a:cubicBezTo>
                <a:cubicBezTo>
                  <a:pt x="714" y="792"/>
                  <a:pt x="667" y="824"/>
                  <a:pt x="613" y="848"/>
                </a:cubicBezTo>
                <a:cubicBezTo>
                  <a:pt x="560" y="871"/>
                  <a:pt x="503" y="883"/>
                  <a:pt x="441" y="883"/>
                </a:cubicBezTo>
                <a:moveTo>
                  <a:pt x="441" y="816"/>
                </a:moveTo>
                <a:cubicBezTo>
                  <a:pt x="546" y="816"/>
                  <a:pt x="634" y="779"/>
                  <a:pt x="707" y="706"/>
                </a:cubicBezTo>
                <a:cubicBezTo>
                  <a:pt x="780" y="633"/>
                  <a:pt x="816" y="545"/>
                  <a:pt x="816" y="441"/>
                </a:cubicBezTo>
                <a:cubicBezTo>
                  <a:pt x="816" y="337"/>
                  <a:pt x="780" y="248"/>
                  <a:pt x="707" y="175"/>
                </a:cubicBezTo>
                <a:cubicBezTo>
                  <a:pt x="634" y="102"/>
                  <a:pt x="546" y="66"/>
                  <a:pt x="441" y="66"/>
                </a:cubicBezTo>
                <a:cubicBezTo>
                  <a:pt x="338" y="66"/>
                  <a:pt x="249" y="102"/>
                  <a:pt x="175" y="175"/>
                </a:cubicBezTo>
                <a:cubicBezTo>
                  <a:pt x="102" y="248"/>
                  <a:pt x="66" y="337"/>
                  <a:pt x="66" y="441"/>
                </a:cubicBezTo>
                <a:cubicBezTo>
                  <a:pt x="66" y="545"/>
                  <a:pt x="102" y="633"/>
                  <a:pt x="175" y="706"/>
                </a:cubicBezTo>
                <a:cubicBezTo>
                  <a:pt x="249" y="779"/>
                  <a:pt x="338" y="816"/>
                  <a:pt x="441" y="816"/>
                </a:cubicBezTo>
                <a:moveTo>
                  <a:pt x="441" y="441"/>
                </a:moveTo>
                <a:lnTo>
                  <a:pt x="441" y="441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7812000" y="347760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他人の文書を読む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7812000" y="3887280"/>
            <a:ext cx="19274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ASI06 </a:t>
            </a:r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記憶と文脈の汚染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2" name=""/>
          <p:cNvSpPr/>
          <p:nvPr/>
        </p:nvSpPr>
        <p:spPr>
          <a:xfrm>
            <a:off x="7248240" y="4524120"/>
            <a:ext cx="3638880" cy="572040"/>
          </a:xfrm>
          <a:custGeom>
            <a:avLst/>
            <a:gdLst/>
            <a:ahLst/>
            <a:rect l="0" t="0" r="r" b="b"/>
            <a:pathLst>
              <a:path w="10108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923" y="0"/>
                </a:lnTo>
                <a:cubicBezTo>
                  <a:pt x="9935" y="0"/>
                  <a:pt x="9947" y="1"/>
                  <a:pt x="9959" y="4"/>
                </a:cubicBezTo>
                <a:cubicBezTo>
                  <a:pt x="9971" y="6"/>
                  <a:pt x="9983" y="10"/>
                  <a:pt x="9994" y="14"/>
                </a:cubicBezTo>
                <a:cubicBezTo>
                  <a:pt x="10005" y="19"/>
                  <a:pt x="10016" y="25"/>
                  <a:pt x="10026" y="31"/>
                </a:cubicBezTo>
                <a:cubicBezTo>
                  <a:pt x="10036" y="38"/>
                  <a:pt x="10046" y="46"/>
                  <a:pt x="10054" y="54"/>
                </a:cubicBezTo>
                <a:cubicBezTo>
                  <a:pt x="10063" y="63"/>
                  <a:pt x="10070" y="72"/>
                  <a:pt x="10077" y="83"/>
                </a:cubicBezTo>
                <a:cubicBezTo>
                  <a:pt x="10084" y="93"/>
                  <a:pt x="10090" y="103"/>
                  <a:pt x="10094" y="115"/>
                </a:cubicBezTo>
                <a:cubicBezTo>
                  <a:pt x="10099" y="126"/>
                  <a:pt x="10102" y="137"/>
                  <a:pt x="10105" y="149"/>
                </a:cubicBezTo>
                <a:cubicBezTo>
                  <a:pt x="10107" y="161"/>
                  <a:pt x="10108" y="173"/>
                  <a:pt x="10108" y="185"/>
                </a:cubicBezTo>
                <a:lnTo>
                  <a:pt x="10108" y="1403"/>
                </a:lnTo>
                <a:cubicBezTo>
                  <a:pt x="10108" y="1416"/>
                  <a:pt x="10107" y="1428"/>
                  <a:pt x="10105" y="1440"/>
                </a:cubicBezTo>
                <a:cubicBezTo>
                  <a:pt x="10102" y="1452"/>
                  <a:pt x="10099" y="1463"/>
                  <a:pt x="10094" y="1474"/>
                </a:cubicBezTo>
                <a:cubicBezTo>
                  <a:pt x="10090" y="1486"/>
                  <a:pt x="10084" y="1496"/>
                  <a:pt x="10077" y="1506"/>
                </a:cubicBezTo>
                <a:cubicBezTo>
                  <a:pt x="10070" y="1517"/>
                  <a:pt x="10063" y="1526"/>
                  <a:pt x="10054" y="1534"/>
                </a:cubicBezTo>
                <a:cubicBezTo>
                  <a:pt x="10046" y="1543"/>
                  <a:pt x="10036" y="1551"/>
                  <a:pt x="10026" y="1557"/>
                </a:cubicBezTo>
                <a:cubicBezTo>
                  <a:pt x="10016" y="1564"/>
                  <a:pt x="10005" y="1570"/>
                  <a:pt x="9994" y="1575"/>
                </a:cubicBezTo>
                <a:cubicBezTo>
                  <a:pt x="9983" y="1579"/>
                  <a:pt x="9971" y="1583"/>
                  <a:pt x="9959" y="1585"/>
                </a:cubicBezTo>
                <a:cubicBezTo>
                  <a:pt x="9947" y="1588"/>
                  <a:pt x="9935" y="1589"/>
                  <a:pt x="9923" y="1589"/>
                </a:cubicBezTo>
                <a:lnTo>
                  <a:pt x="185" y="1589"/>
                </a:lnTo>
                <a:cubicBezTo>
                  <a:pt x="173" y="1589"/>
                  <a:pt x="161" y="1588"/>
                  <a:pt x="149" y="1585"/>
                </a:cubicBezTo>
                <a:cubicBezTo>
                  <a:pt x="137" y="1583"/>
                  <a:pt x="126" y="1579"/>
                  <a:pt x="115" y="1575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7"/>
                  <a:pt x="32" y="1506"/>
                </a:cubicBezTo>
                <a:cubicBezTo>
                  <a:pt x="25" y="1496"/>
                  <a:pt x="19" y="1486"/>
                  <a:pt x="14" y="1474"/>
                </a:cubicBezTo>
                <a:cubicBezTo>
                  <a:pt x="10" y="1463"/>
                  <a:pt x="6" y="1452"/>
                  <a:pt x="4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3" name=""/>
          <p:cNvSpPr/>
          <p:nvPr/>
        </p:nvSpPr>
        <p:spPr>
          <a:xfrm>
            <a:off x="7248240" y="4524120"/>
            <a:ext cx="3638880" cy="572040"/>
          </a:xfrm>
          <a:custGeom>
            <a:avLst/>
            <a:gdLst/>
            <a:ahLst/>
            <a:rect l="0" t="0" r="r" b="b"/>
            <a:pathLst>
              <a:path w="10108" h="1589">
                <a:moveTo>
                  <a:pt x="0" y="140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923" y="0"/>
                </a:lnTo>
                <a:cubicBezTo>
                  <a:pt x="9935" y="0"/>
                  <a:pt x="9947" y="1"/>
                  <a:pt x="9959" y="4"/>
                </a:cubicBezTo>
                <a:cubicBezTo>
                  <a:pt x="9971" y="6"/>
                  <a:pt x="9983" y="10"/>
                  <a:pt x="9994" y="14"/>
                </a:cubicBezTo>
                <a:cubicBezTo>
                  <a:pt x="10005" y="19"/>
                  <a:pt x="10016" y="25"/>
                  <a:pt x="10026" y="31"/>
                </a:cubicBezTo>
                <a:cubicBezTo>
                  <a:pt x="10036" y="38"/>
                  <a:pt x="10046" y="46"/>
                  <a:pt x="10054" y="54"/>
                </a:cubicBezTo>
                <a:cubicBezTo>
                  <a:pt x="10063" y="63"/>
                  <a:pt x="10070" y="72"/>
                  <a:pt x="10077" y="83"/>
                </a:cubicBezTo>
                <a:cubicBezTo>
                  <a:pt x="10084" y="93"/>
                  <a:pt x="10090" y="103"/>
                  <a:pt x="10094" y="115"/>
                </a:cubicBezTo>
                <a:cubicBezTo>
                  <a:pt x="10099" y="126"/>
                  <a:pt x="10102" y="137"/>
                  <a:pt x="10105" y="149"/>
                </a:cubicBezTo>
                <a:cubicBezTo>
                  <a:pt x="10107" y="161"/>
                  <a:pt x="10108" y="173"/>
                  <a:pt x="10108" y="185"/>
                </a:cubicBezTo>
                <a:lnTo>
                  <a:pt x="10108" y="1403"/>
                </a:lnTo>
                <a:cubicBezTo>
                  <a:pt x="10108" y="1416"/>
                  <a:pt x="10107" y="1428"/>
                  <a:pt x="10105" y="1440"/>
                </a:cubicBezTo>
                <a:cubicBezTo>
                  <a:pt x="10102" y="1452"/>
                  <a:pt x="10099" y="1463"/>
                  <a:pt x="10094" y="1474"/>
                </a:cubicBezTo>
                <a:cubicBezTo>
                  <a:pt x="10090" y="1486"/>
                  <a:pt x="10084" y="1496"/>
                  <a:pt x="10077" y="1506"/>
                </a:cubicBezTo>
                <a:cubicBezTo>
                  <a:pt x="10070" y="1517"/>
                  <a:pt x="10063" y="1526"/>
                  <a:pt x="10054" y="1534"/>
                </a:cubicBezTo>
                <a:cubicBezTo>
                  <a:pt x="10046" y="1543"/>
                  <a:pt x="10036" y="1551"/>
                  <a:pt x="10026" y="1557"/>
                </a:cubicBezTo>
                <a:cubicBezTo>
                  <a:pt x="10016" y="1564"/>
                  <a:pt x="10005" y="1570"/>
                  <a:pt x="9994" y="1575"/>
                </a:cubicBezTo>
                <a:cubicBezTo>
                  <a:pt x="9983" y="1579"/>
                  <a:pt x="9971" y="1583"/>
                  <a:pt x="9959" y="1585"/>
                </a:cubicBezTo>
                <a:cubicBezTo>
                  <a:pt x="9947" y="1588"/>
                  <a:pt x="9935" y="1589"/>
                  <a:pt x="9923" y="1589"/>
                </a:cubicBezTo>
                <a:lnTo>
                  <a:pt x="185" y="1589"/>
                </a:lnTo>
                <a:cubicBezTo>
                  <a:pt x="173" y="1589"/>
                  <a:pt x="161" y="1588"/>
                  <a:pt x="149" y="1585"/>
                </a:cubicBezTo>
                <a:cubicBezTo>
                  <a:pt x="137" y="1583"/>
                  <a:pt x="126" y="1579"/>
                  <a:pt x="115" y="1575"/>
                </a:cubicBezTo>
                <a:cubicBezTo>
                  <a:pt x="103" y="1570"/>
                  <a:pt x="93" y="1564"/>
                  <a:pt x="83" y="1557"/>
                </a:cubicBezTo>
                <a:cubicBezTo>
                  <a:pt x="72" y="1551"/>
                  <a:pt x="63" y="1543"/>
                  <a:pt x="55" y="1534"/>
                </a:cubicBezTo>
                <a:cubicBezTo>
                  <a:pt x="46" y="1526"/>
                  <a:pt x="38" y="1517"/>
                  <a:pt x="32" y="1506"/>
                </a:cubicBezTo>
                <a:cubicBezTo>
                  <a:pt x="25" y="1496"/>
                  <a:pt x="19" y="1486"/>
                  <a:pt x="14" y="1474"/>
                </a:cubicBezTo>
                <a:cubicBezTo>
                  <a:pt x="10" y="1463"/>
                  <a:pt x="6" y="1452"/>
                  <a:pt x="4" y="1440"/>
                </a:cubicBezTo>
                <a:cubicBezTo>
                  <a:pt x="1" y="1428"/>
                  <a:pt x="0" y="1416"/>
                  <a:pt x="0" y="1403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4" name=""/>
          <p:cNvSpPr/>
          <p:nvPr/>
        </p:nvSpPr>
        <p:spPr>
          <a:xfrm>
            <a:off x="7385040" y="4651200"/>
            <a:ext cx="317520" cy="317880"/>
          </a:xfrm>
          <a:custGeom>
            <a:avLst/>
            <a:gdLst/>
            <a:ahLst/>
            <a:rect l="0" t="0" r="r" b="b"/>
            <a:pathLst>
              <a:path w="882" h="883">
                <a:moveTo>
                  <a:pt x="221" y="471"/>
                </a:moveTo>
                <a:lnTo>
                  <a:pt x="662" y="471"/>
                </a:lnTo>
                <a:lnTo>
                  <a:pt x="662" y="405"/>
                </a:lnTo>
                <a:lnTo>
                  <a:pt x="221" y="405"/>
                </a:lnTo>
                <a:lnTo>
                  <a:pt x="221" y="471"/>
                </a:lnTo>
                <a:moveTo>
                  <a:pt x="441" y="883"/>
                </a:moveTo>
                <a:cubicBezTo>
                  <a:pt x="381" y="883"/>
                  <a:pt x="324" y="871"/>
                  <a:pt x="271" y="848"/>
                </a:cubicBezTo>
                <a:cubicBezTo>
                  <a:pt x="217" y="825"/>
                  <a:pt x="169" y="793"/>
                  <a:pt x="129" y="753"/>
                </a:cubicBezTo>
                <a:cubicBezTo>
                  <a:pt x="89" y="712"/>
                  <a:pt x="57" y="665"/>
                  <a:pt x="34" y="612"/>
                </a:cubicBezTo>
                <a:cubicBezTo>
                  <a:pt x="11" y="558"/>
                  <a:pt x="0" y="501"/>
                  <a:pt x="0" y="441"/>
                </a:cubicBezTo>
                <a:cubicBezTo>
                  <a:pt x="0" y="380"/>
                  <a:pt x="11" y="323"/>
                  <a:pt x="34" y="269"/>
                </a:cubicBezTo>
                <a:cubicBezTo>
                  <a:pt x="57" y="215"/>
                  <a:pt x="89" y="169"/>
                  <a:pt x="129" y="129"/>
                </a:cubicBezTo>
                <a:cubicBezTo>
                  <a:pt x="169" y="89"/>
                  <a:pt x="217" y="58"/>
                  <a:pt x="271" y="35"/>
                </a:cubicBezTo>
                <a:cubicBezTo>
                  <a:pt x="324" y="12"/>
                  <a:pt x="381" y="0"/>
                  <a:pt x="441" y="0"/>
                </a:cubicBezTo>
                <a:cubicBezTo>
                  <a:pt x="503" y="0"/>
                  <a:pt x="560" y="12"/>
                  <a:pt x="613" y="35"/>
                </a:cubicBezTo>
                <a:cubicBezTo>
                  <a:pt x="667" y="58"/>
                  <a:pt x="714" y="89"/>
                  <a:pt x="753" y="129"/>
                </a:cubicBezTo>
                <a:cubicBezTo>
                  <a:pt x="793" y="169"/>
                  <a:pt x="825" y="215"/>
                  <a:pt x="848" y="269"/>
                </a:cubicBezTo>
                <a:cubicBezTo>
                  <a:pt x="871" y="323"/>
                  <a:pt x="882" y="380"/>
                  <a:pt x="882" y="441"/>
                </a:cubicBezTo>
                <a:cubicBezTo>
                  <a:pt x="882" y="501"/>
                  <a:pt x="871" y="558"/>
                  <a:pt x="848" y="612"/>
                </a:cubicBezTo>
                <a:cubicBezTo>
                  <a:pt x="825" y="665"/>
                  <a:pt x="793" y="712"/>
                  <a:pt x="753" y="753"/>
                </a:cubicBezTo>
                <a:cubicBezTo>
                  <a:pt x="714" y="793"/>
                  <a:pt x="667" y="825"/>
                  <a:pt x="613" y="848"/>
                </a:cubicBezTo>
                <a:cubicBezTo>
                  <a:pt x="560" y="871"/>
                  <a:pt x="503" y="883"/>
                  <a:pt x="441" y="883"/>
                </a:cubicBezTo>
                <a:moveTo>
                  <a:pt x="441" y="817"/>
                </a:moveTo>
                <a:cubicBezTo>
                  <a:pt x="546" y="817"/>
                  <a:pt x="634" y="780"/>
                  <a:pt x="707" y="706"/>
                </a:cubicBezTo>
                <a:cubicBezTo>
                  <a:pt x="780" y="633"/>
                  <a:pt x="816" y="545"/>
                  <a:pt x="816" y="441"/>
                </a:cubicBezTo>
                <a:cubicBezTo>
                  <a:pt x="816" y="337"/>
                  <a:pt x="780" y="248"/>
                  <a:pt x="707" y="175"/>
                </a:cubicBezTo>
                <a:cubicBezTo>
                  <a:pt x="634" y="103"/>
                  <a:pt x="546" y="66"/>
                  <a:pt x="441" y="66"/>
                </a:cubicBezTo>
                <a:cubicBezTo>
                  <a:pt x="338" y="66"/>
                  <a:pt x="249" y="103"/>
                  <a:pt x="175" y="175"/>
                </a:cubicBezTo>
                <a:cubicBezTo>
                  <a:pt x="102" y="248"/>
                  <a:pt x="66" y="337"/>
                  <a:pt x="66" y="441"/>
                </a:cubicBezTo>
                <a:cubicBezTo>
                  <a:pt x="66" y="545"/>
                  <a:pt x="102" y="633"/>
                  <a:pt x="175" y="706"/>
                </a:cubicBezTo>
                <a:cubicBezTo>
                  <a:pt x="249" y="780"/>
                  <a:pt x="338" y="817"/>
                  <a:pt x="441" y="817"/>
                </a:cubicBezTo>
                <a:moveTo>
                  <a:pt x="441" y="441"/>
                </a:moveTo>
                <a:lnTo>
                  <a:pt x="441" y="441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7812000" y="414468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履歴を引き継ぐ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7812000" y="4554000"/>
            <a:ext cx="2951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ASI07 </a:t>
            </a:r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安全でないエージェント間通信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7" name=""/>
          <p:cNvSpPr/>
          <p:nvPr/>
        </p:nvSpPr>
        <p:spPr>
          <a:xfrm>
            <a:off x="7248240" y="5190840"/>
            <a:ext cx="3638880" cy="572040"/>
          </a:xfrm>
          <a:custGeom>
            <a:avLst/>
            <a:gdLst/>
            <a:ahLst/>
            <a:rect l="0" t="0" r="r" b="b"/>
            <a:pathLst>
              <a:path w="10108" h="1589">
                <a:moveTo>
                  <a:pt x="0" y="140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923" y="0"/>
                </a:lnTo>
                <a:cubicBezTo>
                  <a:pt x="9935" y="0"/>
                  <a:pt x="9947" y="1"/>
                  <a:pt x="9959" y="4"/>
                </a:cubicBezTo>
                <a:cubicBezTo>
                  <a:pt x="9971" y="6"/>
                  <a:pt x="9983" y="10"/>
                  <a:pt x="9994" y="14"/>
                </a:cubicBezTo>
                <a:cubicBezTo>
                  <a:pt x="10005" y="19"/>
                  <a:pt x="10016" y="25"/>
                  <a:pt x="10026" y="32"/>
                </a:cubicBezTo>
                <a:cubicBezTo>
                  <a:pt x="10036" y="38"/>
                  <a:pt x="10046" y="46"/>
                  <a:pt x="10054" y="55"/>
                </a:cubicBezTo>
                <a:cubicBezTo>
                  <a:pt x="10063" y="63"/>
                  <a:pt x="10070" y="72"/>
                  <a:pt x="10077" y="83"/>
                </a:cubicBezTo>
                <a:cubicBezTo>
                  <a:pt x="10084" y="93"/>
                  <a:pt x="10090" y="103"/>
                  <a:pt x="10094" y="115"/>
                </a:cubicBezTo>
                <a:cubicBezTo>
                  <a:pt x="10099" y="126"/>
                  <a:pt x="10102" y="137"/>
                  <a:pt x="10105" y="149"/>
                </a:cubicBezTo>
                <a:cubicBezTo>
                  <a:pt x="10107" y="161"/>
                  <a:pt x="10108" y="173"/>
                  <a:pt x="10108" y="185"/>
                </a:cubicBezTo>
                <a:lnTo>
                  <a:pt x="10108" y="1404"/>
                </a:lnTo>
                <a:cubicBezTo>
                  <a:pt x="10108" y="1416"/>
                  <a:pt x="10107" y="1428"/>
                  <a:pt x="10105" y="1440"/>
                </a:cubicBezTo>
                <a:cubicBezTo>
                  <a:pt x="10102" y="1452"/>
                  <a:pt x="10099" y="1463"/>
                  <a:pt x="10094" y="1474"/>
                </a:cubicBezTo>
                <a:cubicBezTo>
                  <a:pt x="10090" y="1486"/>
                  <a:pt x="10084" y="1496"/>
                  <a:pt x="10077" y="1506"/>
                </a:cubicBezTo>
                <a:cubicBezTo>
                  <a:pt x="10070" y="1517"/>
                  <a:pt x="10063" y="1526"/>
                  <a:pt x="10054" y="1535"/>
                </a:cubicBezTo>
                <a:cubicBezTo>
                  <a:pt x="10046" y="1543"/>
                  <a:pt x="10036" y="1551"/>
                  <a:pt x="10026" y="1558"/>
                </a:cubicBezTo>
                <a:cubicBezTo>
                  <a:pt x="10016" y="1564"/>
                  <a:pt x="10005" y="1570"/>
                  <a:pt x="9994" y="1575"/>
                </a:cubicBezTo>
                <a:cubicBezTo>
                  <a:pt x="9983" y="1579"/>
                  <a:pt x="9971" y="1583"/>
                  <a:pt x="9959" y="1585"/>
                </a:cubicBezTo>
                <a:cubicBezTo>
                  <a:pt x="9947" y="1588"/>
                  <a:pt x="9935" y="1589"/>
                  <a:pt x="9923" y="1589"/>
                </a:cubicBezTo>
                <a:lnTo>
                  <a:pt x="185" y="1589"/>
                </a:lnTo>
                <a:cubicBezTo>
                  <a:pt x="173" y="1589"/>
                  <a:pt x="161" y="1588"/>
                  <a:pt x="149" y="1585"/>
                </a:cubicBezTo>
                <a:cubicBezTo>
                  <a:pt x="137" y="1583"/>
                  <a:pt x="126" y="1579"/>
                  <a:pt x="115" y="1575"/>
                </a:cubicBezTo>
                <a:cubicBezTo>
                  <a:pt x="103" y="1570"/>
                  <a:pt x="93" y="1564"/>
                  <a:pt x="83" y="1558"/>
                </a:cubicBezTo>
                <a:cubicBezTo>
                  <a:pt x="72" y="1551"/>
                  <a:pt x="63" y="1543"/>
                  <a:pt x="55" y="1535"/>
                </a:cubicBezTo>
                <a:cubicBezTo>
                  <a:pt x="46" y="1526"/>
                  <a:pt x="38" y="1517"/>
                  <a:pt x="32" y="1506"/>
                </a:cubicBezTo>
                <a:cubicBezTo>
                  <a:pt x="25" y="1496"/>
                  <a:pt x="19" y="1486"/>
                  <a:pt x="14" y="1474"/>
                </a:cubicBezTo>
                <a:cubicBezTo>
                  <a:pt x="10" y="1463"/>
                  <a:pt x="6" y="1452"/>
                  <a:pt x="4" y="1440"/>
                </a:cubicBezTo>
                <a:cubicBezTo>
                  <a:pt x="1" y="1428"/>
                  <a:pt x="0" y="1416"/>
                  <a:pt x="0" y="14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8" name=""/>
          <p:cNvSpPr/>
          <p:nvPr/>
        </p:nvSpPr>
        <p:spPr>
          <a:xfrm>
            <a:off x="7248240" y="5190840"/>
            <a:ext cx="3638880" cy="572040"/>
          </a:xfrm>
          <a:custGeom>
            <a:avLst/>
            <a:gdLst/>
            <a:ahLst/>
            <a:rect l="0" t="0" r="r" b="b"/>
            <a:pathLst>
              <a:path w="10108" h="1589">
                <a:moveTo>
                  <a:pt x="0" y="140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923" y="0"/>
                </a:lnTo>
                <a:cubicBezTo>
                  <a:pt x="9935" y="0"/>
                  <a:pt x="9947" y="1"/>
                  <a:pt x="9959" y="4"/>
                </a:cubicBezTo>
                <a:cubicBezTo>
                  <a:pt x="9971" y="6"/>
                  <a:pt x="9983" y="10"/>
                  <a:pt x="9994" y="14"/>
                </a:cubicBezTo>
                <a:cubicBezTo>
                  <a:pt x="10005" y="19"/>
                  <a:pt x="10016" y="25"/>
                  <a:pt x="10026" y="32"/>
                </a:cubicBezTo>
                <a:cubicBezTo>
                  <a:pt x="10036" y="38"/>
                  <a:pt x="10046" y="46"/>
                  <a:pt x="10054" y="55"/>
                </a:cubicBezTo>
                <a:cubicBezTo>
                  <a:pt x="10063" y="63"/>
                  <a:pt x="10070" y="72"/>
                  <a:pt x="10077" y="83"/>
                </a:cubicBezTo>
                <a:cubicBezTo>
                  <a:pt x="10084" y="93"/>
                  <a:pt x="10090" y="103"/>
                  <a:pt x="10094" y="115"/>
                </a:cubicBezTo>
                <a:cubicBezTo>
                  <a:pt x="10099" y="126"/>
                  <a:pt x="10102" y="137"/>
                  <a:pt x="10105" y="149"/>
                </a:cubicBezTo>
                <a:cubicBezTo>
                  <a:pt x="10107" y="161"/>
                  <a:pt x="10108" y="173"/>
                  <a:pt x="10108" y="185"/>
                </a:cubicBezTo>
                <a:lnTo>
                  <a:pt x="10108" y="1404"/>
                </a:lnTo>
                <a:cubicBezTo>
                  <a:pt x="10108" y="1416"/>
                  <a:pt x="10107" y="1428"/>
                  <a:pt x="10105" y="1440"/>
                </a:cubicBezTo>
                <a:cubicBezTo>
                  <a:pt x="10102" y="1452"/>
                  <a:pt x="10099" y="1463"/>
                  <a:pt x="10094" y="1474"/>
                </a:cubicBezTo>
                <a:cubicBezTo>
                  <a:pt x="10090" y="1486"/>
                  <a:pt x="10084" y="1496"/>
                  <a:pt x="10077" y="1506"/>
                </a:cubicBezTo>
                <a:cubicBezTo>
                  <a:pt x="10070" y="1517"/>
                  <a:pt x="10063" y="1526"/>
                  <a:pt x="10054" y="1535"/>
                </a:cubicBezTo>
                <a:cubicBezTo>
                  <a:pt x="10046" y="1543"/>
                  <a:pt x="10036" y="1551"/>
                  <a:pt x="10026" y="1558"/>
                </a:cubicBezTo>
                <a:cubicBezTo>
                  <a:pt x="10016" y="1564"/>
                  <a:pt x="10005" y="1570"/>
                  <a:pt x="9994" y="1575"/>
                </a:cubicBezTo>
                <a:cubicBezTo>
                  <a:pt x="9983" y="1579"/>
                  <a:pt x="9971" y="1583"/>
                  <a:pt x="9959" y="1585"/>
                </a:cubicBezTo>
                <a:cubicBezTo>
                  <a:pt x="9947" y="1588"/>
                  <a:pt x="9935" y="1589"/>
                  <a:pt x="9923" y="1589"/>
                </a:cubicBezTo>
                <a:lnTo>
                  <a:pt x="185" y="1589"/>
                </a:lnTo>
                <a:cubicBezTo>
                  <a:pt x="173" y="1589"/>
                  <a:pt x="161" y="1588"/>
                  <a:pt x="149" y="1585"/>
                </a:cubicBezTo>
                <a:cubicBezTo>
                  <a:pt x="137" y="1583"/>
                  <a:pt x="126" y="1579"/>
                  <a:pt x="115" y="1575"/>
                </a:cubicBezTo>
                <a:cubicBezTo>
                  <a:pt x="103" y="1570"/>
                  <a:pt x="93" y="1564"/>
                  <a:pt x="83" y="1558"/>
                </a:cubicBezTo>
                <a:cubicBezTo>
                  <a:pt x="72" y="1551"/>
                  <a:pt x="63" y="1543"/>
                  <a:pt x="55" y="1535"/>
                </a:cubicBezTo>
                <a:cubicBezTo>
                  <a:pt x="46" y="1526"/>
                  <a:pt x="38" y="1517"/>
                  <a:pt x="32" y="1506"/>
                </a:cubicBezTo>
                <a:cubicBezTo>
                  <a:pt x="25" y="1496"/>
                  <a:pt x="19" y="1486"/>
                  <a:pt x="14" y="1474"/>
                </a:cubicBezTo>
                <a:cubicBezTo>
                  <a:pt x="10" y="1463"/>
                  <a:pt x="6" y="1452"/>
                  <a:pt x="4" y="1440"/>
                </a:cubicBezTo>
                <a:cubicBezTo>
                  <a:pt x="1" y="1428"/>
                  <a:pt x="0" y="1416"/>
                  <a:pt x="0" y="1404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9" name=""/>
          <p:cNvSpPr/>
          <p:nvPr/>
        </p:nvSpPr>
        <p:spPr>
          <a:xfrm>
            <a:off x="7385040" y="5317920"/>
            <a:ext cx="317520" cy="317880"/>
          </a:xfrm>
          <a:custGeom>
            <a:avLst/>
            <a:gdLst/>
            <a:ahLst/>
            <a:rect l="0" t="0" r="r" b="b"/>
            <a:pathLst>
              <a:path w="882" h="883">
                <a:moveTo>
                  <a:pt x="221" y="471"/>
                </a:moveTo>
                <a:lnTo>
                  <a:pt x="662" y="471"/>
                </a:lnTo>
                <a:lnTo>
                  <a:pt x="662" y="405"/>
                </a:lnTo>
                <a:lnTo>
                  <a:pt x="221" y="405"/>
                </a:lnTo>
                <a:lnTo>
                  <a:pt x="221" y="471"/>
                </a:lnTo>
                <a:moveTo>
                  <a:pt x="441" y="883"/>
                </a:moveTo>
                <a:cubicBezTo>
                  <a:pt x="381" y="883"/>
                  <a:pt x="324" y="871"/>
                  <a:pt x="271" y="848"/>
                </a:cubicBezTo>
                <a:cubicBezTo>
                  <a:pt x="217" y="825"/>
                  <a:pt x="169" y="794"/>
                  <a:pt x="129" y="753"/>
                </a:cubicBezTo>
                <a:cubicBezTo>
                  <a:pt x="89" y="713"/>
                  <a:pt x="57" y="667"/>
                  <a:pt x="34" y="612"/>
                </a:cubicBezTo>
                <a:cubicBezTo>
                  <a:pt x="11" y="558"/>
                  <a:pt x="0" y="501"/>
                  <a:pt x="0" y="441"/>
                </a:cubicBezTo>
                <a:cubicBezTo>
                  <a:pt x="0" y="380"/>
                  <a:pt x="11" y="323"/>
                  <a:pt x="34" y="269"/>
                </a:cubicBezTo>
                <a:cubicBezTo>
                  <a:pt x="57" y="215"/>
                  <a:pt x="89" y="169"/>
                  <a:pt x="129" y="129"/>
                </a:cubicBezTo>
                <a:cubicBezTo>
                  <a:pt x="169" y="89"/>
                  <a:pt x="217" y="58"/>
                  <a:pt x="271" y="35"/>
                </a:cubicBezTo>
                <a:cubicBezTo>
                  <a:pt x="324" y="12"/>
                  <a:pt x="381" y="0"/>
                  <a:pt x="441" y="0"/>
                </a:cubicBezTo>
                <a:cubicBezTo>
                  <a:pt x="503" y="0"/>
                  <a:pt x="560" y="12"/>
                  <a:pt x="613" y="35"/>
                </a:cubicBezTo>
                <a:cubicBezTo>
                  <a:pt x="667" y="58"/>
                  <a:pt x="714" y="89"/>
                  <a:pt x="753" y="129"/>
                </a:cubicBezTo>
                <a:cubicBezTo>
                  <a:pt x="793" y="169"/>
                  <a:pt x="825" y="215"/>
                  <a:pt x="848" y="269"/>
                </a:cubicBezTo>
                <a:cubicBezTo>
                  <a:pt x="871" y="323"/>
                  <a:pt x="882" y="380"/>
                  <a:pt x="882" y="441"/>
                </a:cubicBezTo>
                <a:cubicBezTo>
                  <a:pt x="882" y="501"/>
                  <a:pt x="871" y="558"/>
                  <a:pt x="848" y="612"/>
                </a:cubicBezTo>
                <a:cubicBezTo>
                  <a:pt x="825" y="667"/>
                  <a:pt x="793" y="713"/>
                  <a:pt x="753" y="753"/>
                </a:cubicBezTo>
                <a:cubicBezTo>
                  <a:pt x="714" y="794"/>
                  <a:pt x="667" y="825"/>
                  <a:pt x="613" y="848"/>
                </a:cubicBezTo>
                <a:cubicBezTo>
                  <a:pt x="560" y="871"/>
                  <a:pt x="503" y="883"/>
                  <a:pt x="441" y="883"/>
                </a:cubicBezTo>
                <a:moveTo>
                  <a:pt x="441" y="817"/>
                </a:moveTo>
                <a:cubicBezTo>
                  <a:pt x="546" y="817"/>
                  <a:pt x="634" y="780"/>
                  <a:pt x="707" y="707"/>
                </a:cubicBezTo>
                <a:cubicBezTo>
                  <a:pt x="780" y="633"/>
                  <a:pt x="816" y="545"/>
                  <a:pt x="816" y="441"/>
                </a:cubicBezTo>
                <a:cubicBezTo>
                  <a:pt x="816" y="337"/>
                  <a:pt x="780" y="248"/>
                  <a:pt x="707" y="175"/>
                </a:cubicBezTo>
                <a:cubicBezTo>
                  <a:pt x="634" y="103"/>
                  <a:pt x="546" y="66"/>
                  <a:pt x="441" y="66"/>
                </a:cubicBezTo>
                <a:cubicBezTo>
                  <a:pt x="338" y="66"/>
                  <a:pt x="249" y="103"/>
                  <a:pt x="175" y="175"/>
                </a:cubicBezTo>
                <a:cubicBezTo>
                  <a:pt x="102" y="248"/>
                  <a:pt x="66" y="337"/>
                  <a:pt x="66" y="441"/>
                </a:cubicBezTo>
                <a:cubicBezTo>
                  <a:pt x="66" y="545"/>
                  <a:pt x="102" y="633"/>
                  <a:pt x="175" y="707"/>
                </a:cubicBezTo>
                <a:cubicBezTo>
                  <a:pt x="249" y="780"/>
                  <a:pt x="338" y="817"/>
                  <a:pt x="441" y="817"/>
                </a:cubicBezTo>
                <a:moveTo>
                  <a:pt x="441" y="441"/>
                </a:moveTo>
                <a:lnTo>
                  <a:pt x="441" y="441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7812000" y="481140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複数を連携させる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7812000" y="5220720"/>
            <a:ext cx="17568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ASI09 </a:t>
            </a:r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人の信頼の悪用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7812000" y="547812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確かめずに承認する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7956360" y="556560"/>
            <a:ext cx="3472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管理策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有効性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10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8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609480" y="392760"/>
            <a:ext cx="383004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低減できる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6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つのリスク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0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609480" y="1090800"/>
            <a:ext cx="67125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低減できる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6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つも、コンテナの中にあるものは守れない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2" name=""/>
          <p:cNvSpPr/>
          <p:nvPr/>
        </p:nvSpPr>
        <p:spPr>
          <a:xfrm>
            <a:off x="1009440" y="2428560"/>
            <a:ext cx="3619800" cy="495720"/>
          </a:xfrm>
          <a:custGeom>
            <a:avLst/>
            <a:gdLst/>
            <a:ahLst/>
            <a:rect l="0" t="0" r="r" b="b"/>
            <a:pathLst>
              <a:path w="10055" h="1377">
                <a:moveTo>
                  <a:pt x="0" y="0"/>
                </a:moveTo>
                <a:lnTo>
                  <a:pt x="10055" y="0"/>
                </a:lnTo>
                <a:lnTo>
                  <a:pt x="1005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3" name=""/>
          <p:cNvSpPr/>
          <p:nvPr/>
        </p:nvSpPr>
        <p:spPr>
          <a:xfrm>
            <a:off x="4628880" y="2428560"/>
            <a:ext cx="2629440" cy="495720"/>
          </a:xfrm>
          <a:custGeom>
            <a:avLst/>
            <a:gdLst/>
            <a:ahLst/>
            <a:rect l="0" t="0" r="r" b="b"/>
            <a:pathLst>
              <a:path w="7304" h="1377">
                <a:moveTo>
                  <a:pt x="0" y="0"/>
                </a:moveTo>
                <a:lnTo>
                  <a:pt x="7304" y="0"/>
                </a:lnTo>
                <a:lnTo>
                  <a:pt x="7304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4" name=""/>
          <p:cNvSpPr/>
          <p:nvPr/>
        </p:nvSpPr>
        <p:spPr>
          <a:xfrm>
            <a:off x="7257960" y="2428560"/>
            <a:ext cx="2495880" cy="495720"/>
          </a:xfrm>
          <a:custGeom>
            <a:avLst/>
            <a:gdLst/>
            <a:ahLst/>
            <a:rect l="0" t="0" r="r" b="b"/>
            <a:pathLst>
              <a:path w="6933" h="1377">
                <a:moveTo>
                  <a:pt x="0" y="0"/>
                </a:moveTo>
                <a:lnTo>
                  <a:pt x="6933" y="0"/>
                </a:lnTo>
                <a:lnTo>
                  <a:pt x="693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5" name=""/>
          <p:cNvSpPr/>
          <p:nvPr/>
        </p:nvSpPr>
        <p:spPr>
          <a:xfrm>
            <a:off x="9753480" y="2428560"/>
            <a:ext cx="1429200" cy="495720"/>
          </a:xfrm>
          <a:custGeom>
            <a:avLst/>
            <a:gdLst/>
            <a:ahLst/>
            <a:rect l="0" t="0" r="r" b="b"/>
            <a:pathLst>
              <a:path w="3970" h="1377">
                <a:moveTo>
                  <a:pt x="0" y="0"/>
                </a:moveTo>
                <a:lnTo>
                  <a:pt x="3970" y="0"/>
                </a:lnTo>
                <a:lnTo>
                  <a:pt x="397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6" name=""/>
          <p:cNvSpPr/>
          <p:nvPr/>
        </p:nvSpPr>
        <p:spPr>
          <a:xfrm>
            <a:off x="1009440" y="2923920"/>
            <a:ext cx="3619800" cy="505080"/>
          </a:xfrm>
          <a:custGeom>
            <a:avLst/>
            <a:gdLst/>
            <a:ahLst/>
            <a:rect l="0" t="0" r="r" b="b"/>
            <a:pathLst>
              <a:path w="10055" h="1403">
                <a:moveTo>
                  <a:pt x="0" y="0"/>
                </a:moveTo>
                <a:lnTo>
                  <a:pt x="10055" y="0"/>
                </a:lnTo>
                <a:lnTo>
                  <a:pt x="1005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7" name=""/>
          <p:cNvSpPr/>
          <p:nvPr/>
        </p:nvSpPr>
        <p:spPr>
          <a:xfrm>
            <a:off x="4628880" y="2923920"/>
            <a:ext cx="2629440" cy="505080"/>
          </a:xfrm>
          <a:custGeom>
            <a:avLst/>
            <a:gdLst/>
            <a:ahLst/>
            <a:rect l="0" t="0" r="r" b="b"/>
            <a:pathLst>
              <a:path w="7304" h="1403">
                <a:moveTo>
                  <a:pt x="0" y="0"/>
                </a:moveTo>
                <a:lnTo>
                  <a:pt x="7304" y="0"/>
                </a:lnTo>
                <a:lnTo>
                  <a:pt x="73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8" name=""/>
          <p:cNvSpPr/>
          <p:nvPr/>
        </p:nvSpPr>
        <p:spPr>
          <a:xfrm>
            <a:off x="7257960" y="292392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9" name=""/>
          <p:cNvSpPr/>
          <p:nvPr/>
        </p:nvSpPr>
        <p:spPr>
          <a:xfrm>
            <a:off x="9753480" y="2923920"/>
            <a:ext cx="1429200" cy="505080"/>
          </a:xfrm>
          <a:custGeom>
            <a:avLst/>
            <a:gdLst/>
            <a:ahLst/>
            <a:rect l="0" t="0" r="r" b="b"/>
            <a:pathLst>
              <a:path w="3970" h="1403">
                <a:moveTo>
                  <a:pt x="0" y="0"/>
                </a:moveTo>
                <a:lnTo>
                  <a:pt x="3970" y="0"/>
                </a:lnTo>
                <a:lnTo>
                  <a:pt x="39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0" name=""/>
          <p:cNvSpPr/>
          <p:nvPr/>
        </p:nvSpPr>
        <p:spPr>
          <a:xfrm>
            <a:off x="1009440" y="3428640"/>
            <a:ext cx="3619800" cy="505440"/>
          </a:xfrm>
          <a:custGeom>
            <a:avLst/>
            <a:gdLst/>
            <a:ahLst/>
            <a:rect l="0" t="0" r="r" b="b"/>
            <a:pathLst>
              <a:path w="10055" h="1404">
                <a:moveTo>
                  <a:pt x="0" y="0"/>
                </a:moveTo>
                <a:lnTo>
                  <a:pt x="10055" y="0"/>
                </a:lnTo>
                <a:lnTo>
                  <a:pt x="10055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1" name=""/>
          <p:cNvSpPr/>
          <p:nvPr/>
        </p:nvSpPr>
        <p:spPr>
          <a:xfrm>
            <a:off x="4628880" y="3428640"/>
            <a:ext cx="2629440" cy="505440"/>
          </a:xfrm>
          <a:custGeom>
            <a:avLst/>
            <a:gdLst/>
            <a:ahLst/>
            <a:rect l="0" t="0" r="r" b="b"/>
            <a:pathLst>
              <a:path w="7304" h="1404">
                <a:moveTo>
                  <a:pt x="0" y="0"/>
                </a:moveTo>
                <a:lnTo>
                  <a:pt x="7304" y="0"/>
                </a:lnTo>
                <a:lnTo>
                  <a:pt x="730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2" name=""/>
          <p:cNvSpPr/>
          <p:nvPr/>
        </p:nvSpPr>
        <p:spPr>
          <a:xfrm>
            <a:off x="7257960" y="3428640"/>
            <a:ext cx="2495880" cy="505440"/>
          </a:xfrm>
          <a:custGeom>
            <a:avLst/>
            <a:gdLst/>
            <a:ahLst/>
            <a:rect l="0" t="0" r="r" b="b"/>
            <a:pathLst>
              <a:path w="6933" h="1404">
                <a:moveTo>
                  <a:pt x="0" y="0"/>
                </a:moveTo>
                <a:lnTo>
                  <a:pt x="6933" y="0"/>
                </a:lnTo>
                <a:lnTo>
                  <a:pt x="6933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3" name=""/>
          <p:cNvSpPr/>
          <p:nvPr/>
        </p:nvSpPr>
        <p:spPr>
          <a:xfrm>
            <a:off x="9753480" y="3428640"/>
            <a:ext cx="1429200" cy="505440"/>
          </a:xfrm>
          <a:custGeom>
            <a:avLst/>
            <a:gdLst/>
            <a:ahLst/>
            <a:rect l="0" t="0" r="r" b="b"/>
            <a:pathLst>
              <a:path w="3970" h="1404">
                <a:moveTo>
                  <a:pt x="0" y="0"/>
                </a:moveTo>
                <a:lnTo>
                  <a:pt x="3970" y="0"/>
                </a:lnTo>
                <a:lnTo>
                  <a:pt x="3970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4" name=""/>
          <p:cNvSpPr/>
          <p:nvPr/>
        </p:nvSpPr>
        <p:spPr>
          <a:xfrm>
            <a:off x="1009440" y="3933720"/>
            <a:ext cx="3619800" cy="505080"/>
          </a:xfrm>
          <a:custGeom>
            <a:avLst/>
            <a:gdLst/>
            <a:ahLst/>
            <a:rect l="0" t="0" r="r" b="b"/>
            <a:pathLst>
              <a:path w="10055" h="1403">
                <a:moveTo>
                  <a:pt x="0" y="0"/>
                </a:moveTo>
                <a:lnTo>
                  <a:pt x="10055" y="0"/>
                </a:lnTo>
                <a:lnTo>
                  <a:pt x="1005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5" name=""/>
          <p:cNvSpPr/>
          <p:nvPr/>
        </p:nvSpPr>
        <p:spPr>
          <a:xfrm>
            <a:off x="4628880" y="3933720"/>
            <a:ext cx="2629440" cy="505080"/>
          </a:xfrm>
          <a:custGeom>
            <a:avLst/>
            <a:gdLst/>
            <a:ahLst/>
            <a:rect l="0" t="0" r="r" b="b"/>
            <a:pathLst>
              <a:path w="7304" h="1403">
                <a:moveTo>
                  <a:pt x="0" y="0"/>
                </a:moveTo>
                <a:lnTo>
                  <a:pt x="7304" y="0"/>
                </a:lnTo>
                <a:lnTo>
                  <a:pt x="73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6" name=""/>
          <p:cNvSpPr/>
          <p:nvPr/>
        </p:nvSpPr>
        <p:spPr>
          <a:xfrm>
            <a:off x="7257960" y="393372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7" name=""/>
          <p:cNvSpPr/>
          <p:nvPr/>
        </p:nvSpPr>
        <p:spPr>
          <a:xfrm>
            <a:off x="9753480" y="3933720"/>
            <a:ext cx="1429200" cy="505080"/>
          </a:xfrm>
          <a:custGeom>
            <a:avLst/>
            <a:gdLst/>
            <a:ahLst/>
            <a:rect l="0" t="0" r="r" b="b"/>
            <a:pathLst>
              <a:path w="3970" h="1403">
                <a:moveTo>
                  <a:pt x="0" y="0"/>
                </a:moveTo>
                <a:lnTo>
                  <a:pt x="3970" y="0"/>
                </a:lnTo>
                <a:lnTo>
                  <a:pt x="39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8" name=""/>
          <p:cNvSpPr/>
          <p:nvPr/>
        </p:nvSpPr>
        <p:spPr>
          <a:xfrm>
            <a:off x="1009440" y="4438440"/>
            <a:ext cx="3619800" cy="505080"/>
          </a:xfrm>
          <a:custGeom>
            <a:avLst/>
            <a:gdLst/>
            <a:ahLst/>
            <a:rect l="0" t="0" r="r" b="b"/>
            <a:pathLst>
              <a:path w="10055" h="1403">
                <a:moveTo>
                  <a:pt x="0" y="0"/>
                </a:moveTo>
                <a:lnTo>
                  <a:pt x="10055" y="0"/>
                </a:lnTo>
                <a:lnTo>
                  <a:pt x="1005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9" name=""/>
          <p:cNvSpPr/>
          <p:nvPr/>
        </p:nvSpPr>
        <p:spPr>
          <a:xfrm>
            <a:off x="4628880" y="4438440"/>
            <a:ext cx="2629440" cy="505080"/>
          </a:xfrm>
          <a:custGeom>
            <a:avLst/>
            <a:gdLst/>
            <a:ahLst/>
            <a:rect l="0" t="0" r="r" b="b"/>
            <a:pathLst>
              <a:path w="7304" h="1403">
                <a:moveTo>
                  <a:pt x="0" y="0"/>
                </a:moveTo>
                <a:lnTo>
                  <a:pt x="7304" y="0"/>
                </a:lnTo>
                <a:lnTo>
                  <a:pt x="73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0" name=""/>
          <p:cNvSpPr/>
          <p:nvPr/>
        </p:nvSpPr>
        <p:spPr>
          <a:xfrm>
            <a:off x="7257960" y="443844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1" name=""/>
          <p:cNvSpPr/>
          <p:nvPr/>
        </p:nvSpPr>
        <p:spPr>
          <a:xfrm>
            <a:off x="9753480" y="4438440"/>
            <a:ext cx="1429200" cy="505080"/>
          </a:xfrm>
          <a:custGeom>
            <a:avLst/>
            <a:gdLst/>
            <a:ahLst/>
            <a:rect l="0" t="0" r="r" b="b"/>
            <a:pathLst>
              <a:path w="3970" h="1403">
                <a:moveTo>
                  <a:pt x="0" y="0"/>
                </a:moveTo>
                <a:lnTo>
                  <a:pt x="3970" y="0"/>
                </a:lnTo>
                <a:lnTo>
                  <a:pt x="39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2" name=""/>
          <p:cNvSpPr/>
          <p:nvPr/>
        </p:nvSpPr>
        <p:spPr>
          <a:xfrm>
            <a:off x="1009440" y="4943160"/>
            <a:ext cx="3619800" cy="505440"/>
          </a:xfrm>
          <a:custGeom>
            <a:avLst/>
            <a:gdLst/>
            <a:ahLst/>
            <a:rect l="0" t="0" r="r" b="b"/>
            <a:pathLst>
              <a:path w="10055" h="1404">
                <a:moveTo>
                  <a:pt x="0" y="0"/>
                </a:moveTo>
                <a:lnTo>
                  <a:pt x="10055" y="0"/>
                </a:lnTo>
                <a:lnTo>
                  <a:pt x="10055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3" name=""/>
          <p:cNvSpPr/>
          <p:nvPr/>
        </p:nvSpPr>
        <p:spPr>
          <a:xfrm>
            <a:off x="4628880" y="4943160"/>
            <a:ext cx="2629440" cy="505440"/>
          </a:xfrm>
          <a:custGeom>
            <a:avLst/>
            <a:gdLst/>
            <a:ahLst/>
            <a:rect l="0" t="0" r="r" b="b"/>
            <a:pathLst>
              <a:path w="7304" h="1404">
                <a:moveTo>
                  <a:pt x="0" y="0"/>
                </a:moveTo>
                <a:lnTo>
                  <a:pt x="7304" y="0"/>
                </a:lnTo>
                <a:lnTo>
                  <a:pt x="730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4" name=""/>
          <p:cNvSpPr/>
          <p:nvPr/>
        </p:nvSpPr>
        <p:spPr>
          <a:xfrm>
            <a:off x="7257960" y="4943160"/>
            <a:ext cx="2495880" cy="505440"/>
          </a:xfrm>
          <a:custGeom>
            <a:avLst/>
            <a:gdLst/>
            <a:ahLst/>
            <a:rect l="0" t="0" r="r" b="b"/>
            <a:pathLst>
              <a:path w="6933" h="1404">
                <a:moveTo>
                  <a:pt x="0" y="0"/>
                </a:moveTo>
                <a:lnTo>
                  <a:pt x="6933" y="0"/>
                </a:lnTo>
                <a:lnTo>
                  <a:pt x="6933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5" name=""/>
          <p:cNvSpPr/>
          <p:nvPr/>
        </p:nvSpPr>
        <p:spPr>
          <a:xfrm>
            <a:off x="9753480" y="4943160"/>
            <a:ext cx="1429200" cy="505440"/>
          </a:xfrm>
          <a:custGeom>
            <a:avLst/>
            <a:gdLst/>
            <a:ahLst/>
            <a:rect l="0" t="0" r="r" b="b"/>
            <a:pathLst>
              <a:path w="3970" h="1404">
                <a:moveTo>
                  <a:pt x="0" y="0"/>
                </a:moveTo>
                <a:lnTo>
                  <a:pt x="3970" y="0"/>
                </a:lnTo>
                <a:lnTo>
                  <a:pt x="3970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6" name=""/>
          <p:cNvSpPr/>
          <p:nvPr/>
        </p:nvSpPr>
        <p:spPr>
          <a:xfrm>
            <a:off x="1009440" y="5448240"/>
            <a:ext cx="3619800" cy="505080"/>
          </a:xfrm>
          <a:custGeom>
            <a:avLst/>
            <a:gdLst/>
            <a:ahLst/>
            <a:rect l="0" t="0" r="r" b="b"/>
            <a:pathLst>
              <a:path w="10055" h="1403">
                <a:moveTo>
                  <a:pt x="0" y="0"/>
                </a:moveTo>
                <a:lnTo>
                  <a:pt x="10055" y="0"/>
                </a:lnTo>
                <a:lnTo>
                  <a:pt x="1005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7" name=""/>
          <p:cNvSpPr/>
          <p:nvPr/>
        </p:nvSpPr>
        <p:spPr>
          <a:xfrm>
            <a:off x="4628880" y="5448240"/>
            <a:ext cx="2629440" cy="505080"/>
          </a:xfrm>
          <a:custGeom>
            <a:avLst/>
            <a:gdLst/>
            <a:ahLst/>
            <a:rect l="0" t="0" r="r" b="b"/>
            <a:pathLst>
              <a:path w="7304" h="1403">
                <a:moveTo>
                  <a:pt x="0" y="0"/>
                </a:moveTo>
                <a:lnTo>
                  <a:pt x="7304" y="0"/>
                </a:lnTo>
                <a:lnTo>
                  <a:pt x="73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8" name=""/>
          <p:cNvSpPr/>
          <p:nvPr/>
        </p:nvSpPr>
        <p:spPr>
          <a:xfrm>
            <a:off x="7257960" y="544824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9" name=""/>
          <p:cNvSpPr/>
          <p:nvPr/>
        </p:nvSpPr>
        <p:spPr>
          <a:xfrm>
            <a:off x="9753480" y="5448240"/>
            <a:ext cx="1429200" cy="505080"/>
          </a:xfrm>
          <a:custGeom>
            <a:avLst/>
            <a:gdLst/>
            <a:ahLst/>
            <a:rect l="0" t="0" r="r" b="b"/>
            <a:pathLst>
              <a:path w="3970" h="1403">
                <a:moveTo>
                  <a:pt x="0" y="0"/>
                </a:moveTo>
                <a:lnTo>
                  <a:pt x="3970" y="0"/>
                </a:lnTo>
                <a:lnTo>
                  <a:pt x="39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0" name=""/>
          <p:cNvSpPr/>
          <p:nvPr/>
        </p:nvSpPr>
        <p:spPr>
          <a:xfrm>
            <a:off x="1009440" y="2914560"/>
            <a:ext cx="3619800" cy="19440"/>
          </a:xfrm>
          <a:custGeom>
            <a:avLst/>
            <a:gdLst/>
            <a:ahLst/>
            <a:rect l="0" t="0" r="r" b="b"/>
            <a:pathLst>
              <a:path w="10055" h="54">
                <a:moveTo>
                  <a:pt x="0" y="0"/>
                </a:moveTo>
                <a:lnTo>
                  <a:pt x="10055" y="0"/>
                </a:lnTo>
                <a:lnTo>
                  <a:pt x="1005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31" name=""/>
          <p:cNvSpPr/>
          <p:nvPr/>
        </p:nvSpPr>
        <p:spPr>
          <a:xfrm>
            <a:off x="4628880" y="2914560"/>
            <a:ext cx="2629440" cy="19440"/>
          </a:xfrm>
          <a:custGeom>
            <a:avLst/>
            <a:gdLst/>
            <a:ahLst/>
            <a:rect l="0" t="0" r="r" b="b"/>
            <a:pathLst>
              <a:path w="7304" h="54">
                <a:moveTo>
                  <a:pt x="0" y="0"/>
                </a:moveTo>
                <a:lnTo>
                  <a:pt x="7304" y="0"/>
                </a:lnTo>
                <a:lnTo>
                  <a:pt x="730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32" name=""/>
          <p:cNvSpPr/>
          <p:nvPr/>
        </p:nvSpPr>
        <p:spPr>
          <a:xfrm>
            <a:off x="7257960" y="2914560"/>
            <a:ext cx="2495880" cy="19440"/>
          </a:xfrm>
          <a:custGeom>
            <a:avLst/>
            <a:gdLst/>
            <a:ahLst/>
            <a:rect l="0" t="0" r="r" b="b"/>
            <a:pathLst>
              <a:path w="6933" h="54">
                <a:moveTo>
                  <a:pt x="0" y="0"/>
                </a:moveTo>
                <a:lnTo>
                  <a:pt x="6933" y="0"/>
                </a:lnTo>
                <a:lnTo>
                  <a:pt x="693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33" name=""/>
          <p:cNvSpPr/>
          <p:nvPr/>
        </p:nvSpPr>
        <p:spPr>
          <a:xfrm>
            <a:off x="9753480" y="2914560"/>
            <a:ext cx="1429200" cy="19440"/>
          </a:xfrm>
          <a:custGeom>
            <a:avLst/>
            <a:gdLst/>
            <a:ahLst/>
            <a:rect l="0" t="0" r="r" b="b"/>
            <a:pathLst>
              <a:path w="3970" h="54">
                <a:moveTo>
                  <a:pt x="0" y="0"/>
                </a:moveTo>
                <a:lnTo>
                  <a:pt x="3970" y="0"/>
                </a:lnTo>
                <a:lnTo>
                  <a:pt x="397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34" name=""/>
          <p:cNvSpPr/>
          <p:nvPr/>
        </p:nvSpPr>
        <p:spPr>
          <a:xfrm>
            <a:off x="1009440" y="342864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5" name=""/>
          <p:cNvSpPr/>
          <p:nvPr/>
        </p:nvSpPr>
        <p:spPr>
          <a:xfrm>
            <a:off x="4628880" y="3428640"/>
            <a:ext cx="2629440" cy="10080"/>
          </a:xfrm>
          <a:custGeom>
            <a:avLst/>
            <a:gdLst/>
            <a:ahLst/>
            <a:rect l="0" t="0" r="r" b="b"/>
            <a:pathLst>
              <a:path w="7304" h="28">
                <a:moveTo>
                  <a:pt x="0" y="0"/>
                </a:moveTo>
                <a:lnTo>
                  <a:pt x="7304" y="0"/>
                </a:lnTo>
                <a:lnTo>
                  <a:pt x="7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6" name=""/>
          <p:cNvSpPr/>
          <p:nvPr/>
        </p:nvSpPr>
        <p:spPr>
          <a:xfrm>
            <a:off x="7257960" y="342864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7" name=""/>
          <p:cNvSpPr/>
          <p:nvPr/>
        </p:nvSpPr>
        <p:spPr>
          <a:xfrm>
            <a:off x="9753480" y="3428640"/>
            <a:ext cx="1429200" cy="10080"/>
          </a:xfrm>
          <a:custGeom>
            <a:avLst/>
            <a:gdLst/>
            <a:ahLst/>
            <a:rect l="0" t="0" r="r" b="b"/>
            <a:pathLst>
              <a:path w="3970" h="28">
                <a:moveTo>
                  <a:pt x="0" y="0"/>
                </a:moveTo>
                <a:lnTo>
                  <a:pt x="3970" y="0"/>
                </a:lnTo>
                <a:lnTo>
                  <a:pt x="3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8" name=""/>
          <p:cNvSpPr/>
          <p:nvPr/>
        </p:nvSpPr>
        <p:spPr>
          <a:xfrm>
            <a:off x="1009440" y="393372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9" name=""/>
          <p:cNvSpPr/>
          <p:nvPr/>
        </p:nvSpPr>
        <p:spPr>
          <a:xfrm>
            <a:off x="4628880" y="3933720"/>
            <a:ext cx="2629440" cy="9720"/>
          </a:xfrm>
          <a:custGeom>
            <a:avLst/>
            <a:gdLst/>
            <a:ahLst/>
            <a:rect l="0" t="0" r="r" b="b"/>
            <a:pathLst>
              <a:path w="7304" h="27">
                <a:moveTo>
                  <a:pt x="0" y="0"/>
                </a:moveTo>
                <a:lnTo>
                  <a:pt x="7304" y="0"/>
                </a:lnTo>
                <a:lnTo>
                  <a:pt x="7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0" name=""/>
          <p:cNvSpPr/>
          <p:nvPr/>
        </p:nvSpPr>
        <p:spPr>
          <a:xfrm>
            <a:off x="7257960" y="393372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1" name=""/>
          <p:cNvSpPr/>
          <p:nvPr/>
        </p:nvSpPr>
        <p:spPr>
          <a:xfrm>
            <a:off x="9753480" y="3933720"/>
            <a:ext cx="1429200" cy="9720"/>
          </a:xfrm>
          <a:custGeom>
            <a:avLst/>
            <a:gdLst/>
            <a:ahLst/>
            <a:rect l="0" t="0" r="r" b="b"/>
            <a:pathLst>
              <a:path w="3970" h="27">
                <a:moveTo>
                  <a:pt x="0" y="0"/>
                </a:moveTo>
                <a:lnTo>
                  <a:pt x="3970" y="0"/>
                </a:lnTo>
                <a:lnTo>
                  <a:pt x="3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2" name=""/>
          <p:cNvSpPr/>
          <p:nvPr/>
        </p:nvSpPr>
        <p:spPr>
          <a:xfrm>
            <a:off x="1009440" y="443844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3" name=""/>
          <p:cNvSpPr/>
          <p:nvPr/>
        </p:nvSpPr>
        <p:spPr>
          <a:xfrm>
            <a:off x="4628880" y="4438440"/>
            <a:ext cx="2629440" cy="10080"/>
          </a:xfrm>
          <a:custGeom>
            <a:avLst/>
            <a:gdLst/>
            <a:ahLst/>
            <a:rect l="0" t="0" r="r" b="b"/>
            <a:pathLst>
              <a:path w="7304" h="28">
                <a:moveTo>
                  <a:pt x="0" y="0"/>
                </a:moveTo>
                <a:lnTo>
                  <a:pt x="7304" y="0"/>
                </a:lnTo>
                <a:lnTo>
                  <a:pt x="7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4" name=""/>
          <p:cNvSpPr/>
          <p:nvPr/>
        </p:nvSpPr>
        <p:spPr>
          <a:xfrm>
            <a:off x="7257960" y="443844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5" name=""/>
          <p:cNvSpPr/>
          <p:nvPr/>
        </p:nvSpPr>
        <p:spPr>
          <a:xfrm>
            <a:off x="9753480" y="4438440"/>
            <a:ext cx="1429200" cy="10080"/>
          </a:xfrm>
          <a:custGeom>
            <a:avLst/>
            <a:gdLst/>
            <a:ahLst/>
            <a:rect l="0" t="0" r="r" b="b"/>
            <a:pathLst>
              <a:path w="3970" h="28">
                <a:moveTo>
                  <a:pt x="0" y="0"/>
                </a:moveTo>
                <a:lnTo>
                  <a:pt x="3970" y="0"/>
                </a:lnTo>
                <a:lnTo>
                  <a:pt x="3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6" name=""/>
          <p:cNvSpPr/>
          <p:nvPr/>
        </p:nvSpPr>
        <p:spPr>
          <a:xfrm>
            <a:off x="1009440" y="494316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7" name=""/>
          <p:cNvSpPr/>
          <p:nvPr/>
        </p:nvSpPr>
        <p:spPr>
          <a:xfrm>
            <a:off x="4628880" y="4943160"/>
            <a:ext cx="2629440" cy="10080"/>
          </a:xfrm>
          <a:custGeom>
            <a:avLst/>
            <a:gdLst/>
            <a:ahLst/>
            <a:rect l="0" t="0" r="r" b="b"/>
            <a:pathLst>
              <a:path w="7304" h="28">
                <a:moveTo>
                  <a:pt x="0" y="0"/>
                </a:moveTo>
                <a:lnTo>
                  <a:pt x="7304" y="0"/>
                </a:lnTo>
                <a:lnTo>
                  <a:pt x="7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8" name=""/>
          <p:cNvSpPr/>
          <p:nvPr/>
        </p:nvSpPr>
        <p:spPr>
          <a:xfrm>
            <a:off x="7257960" y="494316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9" name=""/>
          <p:cNvSpPr/>
          <p:nvPr/>
        </p:nvSpPr>
        <p:spPr>
          <a:xfrm>
            <a:off x="9753480" y="4943160"/>
            <a:ext cx="1429200" cy="10080"/>
          </a:xfrm>
          <a:custGeom>
            <a:avLst/>
            <a:gdLst/>
            <a:ahLst/>
            <a:rect l="0" t="0" r="r" b="b"/>
            <a:pathLst>
              <a:path w="3970" h="28">
                <a:moveTo>
                  <a:pt x="0" y="0"/>
                </a:moveTo>
                <a:lnTo>
                  <a:pt x="3970" y="0"/>
                </a:lnTo>
                <a:lnTo>
                  <a:pt x="3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0" name=""/>
          <p:cNvSpPr/>
          <p:nvPr/>
        </p:nvSpPr>
        <p:spPr>
          <a:xfrm>
            <a:off x="1009440" y="544824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1" name=""/>
          <p:cNvSpPr/>
          <p:nvPr/>
        </p:nvSpPr>
        <p:spPr>
          <a:xfrm>
            <a:off x="4628880" y="5448240"/>
            <a:ext cx="2629440" cy="9720"/>
          </a:xfrm>
          <a:custGeom>
            <a:avLst/>
            <a:gdLst/>
            <a:ahLst/>
            <a:rect l="0" t="0" r="r" b="b"/>
            <a:pathLst>
              <a:path w="7304" h="27">
                <a:moveTo>
                  <a:pt x="0" y="0"/>
                </a:moveTo>
                <a:lnTo>
                  <a:pt x="7304" y="0"/>
                </a:lnTo>
                <a:lnTo>
                  <a:pt x="7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2" name=""/>
          <p:cNvSpPr/>
          <p:nvPr/>
        </p:nvSpPr>
        <p:spPr>
          <a:xfrm>
            <a:off x="7257960" y="544824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3" name=""/>
          <p:cNvSpPr/>
          <p:nvPr/>
        </p:nvSpPr>
        <p:spPr>
          <a:xfrm>
            <a:off x="9753480" y="5448240"/>
            <a:ext cx="1429200" cy="9720"/>
          </a:xfrm>
          <a:custGeom>
            <a:avLst/>
            <a:gdLst/>
            <a:ahLst/>
            <a:rect l="0" t="0" r="r" b="b"/>
            <a:pathLst>
              <a:path w="3970" h="27">
                <a:moveTo>
                  <a:pt x="0" y="0"/>
                </a:moveTo>
                <a:lnTo>
                  <a:pt x="3970" y="0"/>
                </a:lnTo>
                <a:lnTo>
                  <a:pt x="3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4" name=""/>
          <p:cNvSpPr/>
          <p:nvPr/>
        </p:nvSpPr>
        <p:spPr>
          <a:xfrm>
            <a:off x="1009440" y="595296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5" name=""/>
          <p:cNvSpPr/>
          <p:nvPr/>
        </p:nvSpPr>
        <p:spPr>
          <a:xfrm>
            <a:off x="4628880" y="5952960"/>
            <a:ext cx="2629440" cy="9720"/>
          </a:xfrm>
          <a:custGeom>
            <a:avLst/>
            <a:gdLst/>
            <a:ahLst/>
            <a:rect l="0" t="0" r="r" b="b"/>
            <a:pathLst>
              <a:path w="7304" h="27">
                <a:moveTo>
                  <a:pt x="0" y="0"/>
                </a:moveTo>
                <a:lnTo>
                  <a:pt x="7304" y="0"/>
                </a:lnTo>
                <a:lnTo>
                  <a:pt x="7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6" name=""/>
          <p:cNvSpPr/>
          <p:nvPr/>
        </p:nvSpPr>
        <p:spPr>
          <a:xfrm>
            <a:off x="7257960" y="595296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7" name=""/>
          <p:cNvSpPr/>
          <p:nvPr/>
        </p:nvSpPr>
        <p:spPr>
          <a:xfrm>
            <a:off x="9753480" y="5952960"/>
            <a:ext cx="1429200" cy="9720"/>
          </a:xfrm>
          <a:custGeom>
            <a:avLst/>
            <a:gdLst/>
            <a:ahLst/>
            <a:rect l="0" t="0" r="r" b="b"/>
            <a:pathLst>
              <a:path w="3970" h="27">
                <a:moveTo>
                  <a:pt x="0" y="0"/>
                </a:moveTo>
                <a:lnTo>
                  <a:pt x="3970" y="0"/>
                </a:lnTo>
                <a:lnTo>
                  <a:pt x="3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799920" y="1716120"/>
            <a:ext cx="60789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6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つのうち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2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つは、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VS Code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でそのまま使うと当てはまる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1123920" y="254448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4743360" y="254448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管理策の働き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7372440" y="254448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残留リスクが大きい構成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2" name=""/>
          <p:cNvSpPr/>
          <p:nvPr/>
        </p:nvSpPr>
        <p:spPr>
          <a:xfrm>
            <a:off x="1145880" y="3070080"/>
            <a:ext cx="222840" cy="222480"/>
          </a:xfrm>
          <a:custGeom>
            <a:avLst/>
            <a:gdLst/>
            <a:ahLst/>
            <a:rect l="0" t="0" r="r" b="b"/>
            <a:pathLst>
              <a:path w="619" h="618">
                <a:moveTo>
                  <a:pt x="264" y="450"/>
                </a:moveTo>
                <a:lnTo>
                  <a:pt x="483" y="231"/>
                </a:lnTo>
                <a:lnTo>
                  <a:pt x="447" y="196"/>
                </a:lnTo>
                <a:lnTo>
                  <a:pt x="264" y="379"/>
                </a:lnTo>
                <a:lnTo>
                  <a:pt x="171" y="286"/>
                </a:lnTo>
                <a:lnTo>
                  <a:pt x="136" y="321"/>
                </a:lnTo>
                <a:lnTo>
                  <a:pt x="264" y="450"/>
                </a:lnTo>
                <a:moveTo>
                  <a:pt x="310" y="618"/>
                </a:moveTo>
                <a:cubicBezTo>
                  <a:pt x="268" y="618"/>
                  <a:pt x="228" y="610"/>
                  <a:pt x="189" y="594"/>
                </a:cubicBezTo>
                <a:cubicBezTo>
                  <a:pt x="152" y="578"/>
                  <a:pt x="119" y="556"/>
                  <a:pt x="91" y="528"/>
                </a:cubicBezTo>
                <a:cubicBezTo>
                  <a:pt x="63" y="500"/>
                  <a:pt x="41" y="467"/>
                  <a:pt x="25" y="429"/>
                </a:cubicBezTo>
                <a:cubicBezTo>
                  <a:pt x="8" y="391"/>
                  <a:pt x="0" y="351"/>
                  <a:pt x="0" y="309"/>
                </a:cubicBezTo>
                <a:cubicBezTo>
                  <a:pt x="0" y="266"/>
                  <a:pt x="8" y="226"/>
                  <a:pt x="25" y="188"/>
                </a:cubicBezTo>
                <a:cubicBezTo>
                  <a:pt x="41" y="151"/>
                  <a:pt x="63" y="118"/>
                  <a:pt x="91" y="90"/>
                </a:cubicBezTo>
                <a:cubicBezTo>
                  <a:pt x="119" y="62"/>
                  <a:pt x="152" y="40"/>
                  <a:pt x="189" y="24"/>
                </a:cubicBezTo>
                <a:cubicBezTo>
                  <a:pt x="228" y="8"/>
                  <a:pt x="268" y="0"/>
                  <a:pt x="310" y="0"/>
                </a:cubicBezTo>
                <a:cubicBezTo>
                  <a:pt x="353" y="0"/>
                  <a:pt x="393" y="8"/>
                  <a:pt x="430" y="24"/>
                </a:cubicBezTo>
                <a:cubicBezTo>
                  <a:pt x="468" y="40"/>
                  <a:pt x="501" y="62"/>
                  <a:pt x="528" y="90"/>
                </a:cubicBezTo>
                <a:cubicBezTo>
                  <a:pt x="556" y="118"/>
                  <a:pt x="578" y="151"/>
                  <a:pt x="594" y="188"/>
                </a:cubicBezTo>
                <a:cubicBezTo>
                  <a:pt x="611" y="226"/>
                  <a:pt x="619" y="266"/>
                  <a:pt x="619" y="309"/>
                </a:cubicBezTo>
                <a:cubicBezTo>
                  <a:pt x="619" y="351"/>
                  <a:pt x="611" y="391"/>
                  <a:pt x="594" y="429"/>
                </a:cubicBezTo>
                <a:cubicBezTo>
                  <a:pt x="578" y="467"/>
                  <a:pt x="556" y="500"/>
                  <a:pt x="528" y="528"/>
                </a:cubicBezTo>
                <a:cubicBezTo>
                  <a:pt x="501" y="556"/>
                  <a:pt x="468" y="578"/>
                  <a:pt x="430" y="594"/>
                </a:cubicBezTo>
                <a:cubicBezTo>
                  <a:pt x="393" y="610"/>
                  <a:pt x="353" y="618"/>
                  <a:pt x="310" y="618"/>
                </a:cubicBezTo>
                <a:moveTo>
                  <a:pt x="310" y="572"/>
                </a:moveTo>
                <a:cubicBezTo>
                  <a:pt x="383" y="572"/>
                  <a:pt x="445" y="546"/>
                  <a:pt x="496" y="495"/>
                </a:cubicBezTo>
                <a:cubicBezTo>
                  <a:pt x="547" y="444"/>
                  <a:pt x="572" y="381"/>
                  <a:pt x="572" y="309"/>
                </a:cubicBezTo>
                <a:cubicBezTo>
                  <a:pt x="572" y="236"/>
                  <a:pt x="547" y="174"/>
                  <a:pt x="496" y="123"/>
                </a:cubicBezTo>
                <a:cubicBezTo>
                  <a:pt x="445" y="72"/>
                  <a:pt x="383" y="46"/>
                  <a:pt x="310" y="46"/>
                </a:cubicBezTo>
                <a:cubicBezTo>
                  <a:pt x="237" y="46"/>
                  <a:pt x="175" y="72"/>
                  <a:pt x="123" y="123"/>
                </a:cubicBezTo>
                <a:cubicBezTo>
                  <a:pt x="72" y="174"/>
                  <a:pt x="47" y="236"/>
                  <a:pt x="47" y="309"/>
                </a:cubicBezTo>
                <a:cubicBezTo>
                  <a:pt x="47" y="381"/>
                  <a:pt x="72" y="444"/>
                  <a:pt x="123" y="495"/>
                </a:cubicBezTo>
                <a:cubicBezTo>
                  <a:pt x="175" y="546"/>
                  <a:pt x="237" y="572"/>
                  <a:pt x="310" y="572"/>
                </a:cubicBezTo>
                <a:moveTo>
                  <a:pt x="310" y="309"/>
                </a:moveTo>
                <a:lnTo>
                  <a:pt x="310" y="309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9867960" y="254448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そのまま使うと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1467000" y="3058560"/>
            <a:ext cx="1557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ASI02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ツールの悪用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4743360" y="3049200"/>
            <a:ext cx="2219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ホストと許可外には届かない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7372440" y="304920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秘密や大事なデータを置く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7" name=""/>
          <p:cNvSpPr/>
          <p:nvPr/>
        </p:nvSpPr>
        <p:spPr>
          <a:xfrm>
            <a:off x="1145880" y="3574800"/>
            <a:ext cx="222840" cy="222840"/>
          </a:xfrm>
          <a:custGeom>
            <a:avLst/>
            <a:gdLst/>
            <a:ahLst/>
            <a:rect l="0" t="0" r="r" b="b"/>
            <a:pathLst>
              <a:path w="619" h="619">
                <a:moveTo>
                  <a:pt x="264" y="450"/>
                </a:moveTo>
                <a:lnTo>
                  <a:pt x="483" y="231"/>
                </a:lnTo>
                <a:lnTo>
                  <a:pt x="447" y="196"/>
                </a:lnTo>
                <a:lnTo>
                  <a:pt x="264" y="380"/>
                </a:lnTo>
                <a:lnTo>
                  <a:pt x="171" y="287"/>
                </a:lnTo>
                <a:lnTo>
                  <a:pt x="136" y="322"/>
                </a:lnTo>
                <a:lnTo>
                  <a:pt x="264" y="450"/>
                </a:lnTo>
                <a:moveTo>
                  <a:pt x="310" y="619"/>
                </a:moveTo>
                <a:cubicBezTo>
                  <a:pt x="268" y="619"/>
                  <a:pt x="228" y="610"/>
                  <a:pt x="189" y="594"/>
                </a:cubicBezTo>
                <a:cubicBezTo>
                  <a:pt x="152" y="578"/>
                  <a:pt x="119" y="556"/>
                  <a:pt x="91" y="528"/>
                </a:cubicBezTo>
                <a:cubicBezTo>
                  <a:pt x="63" y="500"/>
                  <a:pt x="41" y="467"/>
                  <a:pt x="25" y="429"/>
                </a:cubicBezTo>
                <a:cubicBezTo>
                  <a:pt x="8" y="392"/>
                  <a:pt x="0" y="352"/>
                  <a:pt x="0" y="310"/>
                </a:cubicBezTo>
                <a:cubicBezTo>
                  <a:pt x="0" y="267"/>
                  <a:pt x="8" y="226"/>
                  <a:pt x="25" y="188"/>
                </a:cubicBezTo>
                <a:cubicBezTo>
                  <a:pt x="41" y="151"/>
                  <a:pt x="63" y="118"/>
                  <a:pt x="91" y="90"/>
                </a:cubicBezTo>
                <a:cubicBezTo>
                  <a:pt x="119" y="63"/>
                  <a:pt x="152" y="41"/>
                  <a:pt x="189" y="25"/>
                </a:cubicBezTo>
                <a:cubicBezTo>
                  <a:pt x="228" y="8"/>
                  <a:pt x="268" y="0"/>
                  <a:pt x="310" y="0"/>
                </a:cubicBezTo>
                <a:cubicBezTo>
                  <a:pt x="353" y="0"/>
                  <a:pt x="393" y="8"/>
                  <a:pt x="430" y="25"/>
                </a:cubicBezTo>
                <a:cubicBezTo>
                  <a:pt x="468" y="41"/>
                  <a:pt x="501" y="63"/>
                  <a:pt x="528" y="90"/>
                </a:cubicBezTo>
                <a:cubicBezTo>
                  <a:pt x="556" y="118"/>
                  <a:pt x="578" y="151"/>
                  <a:pt x="594" y="188"/>
                </a:cubicBezTo>
                <a:cubicBezTo>
                  <a:pt x="611" y="226"/>
                  <a:pt x="619" y="267"/>
                  <a:pt x="619" y="310"/>
                </a:cubicBezTo>
                <a:cubicBezTo>
                  <a:pt x="619" y="352"/>
                  <a:pt x="611" y="392"/>
                  <a:pt x="594" y="429"/>
                </a:cubicBezTo>
                <a:cubicBezTo>
                  <a:pt x="578" y="467"/>
                  <a:pt x="556" y="500"/>
                  <a:pt x="528" y="528"/>
                </a:cubicBezTo>
                <a:cubicBezTo>
                  <a:pt x="501" y="556"/>
                  <a:pt x="468" y="578"/>
                  <a:pt x="430" y="594"/>
                </a:cubicBezTo>
                <a:cubicBezTo>
                  <a:pt x="393" y="610"/>
                  <a:pt x="353" y="619"/>
                  <a:pt x="310" y="619"/>
                </a:cubicBezTo>
                <a:moveTo>
                  <a:pt x="310" y="572"/>
                </a:moveTo>
                <a:cubicBezTo>
                  <a:pt x="383" y="572"/>
                  <a:pt x="445" y="547"/>
                  <a:pt x="496" y="495"/>
                </a:cubicBezTo>
                <a:cubicBezTo>
                  <a:pt x="547" y="444"/>
                  <a:pt x="572" y="382"/>
                  <a:pt x="572" y="310"/>
                </a:cubicBezTo>
                <a:cubicBezTo>
                  <a:pt x="572" y="236"/>
                  <a:pt x="547" y="174"/>
                  <a:pt x="496" y="123"/>
                </a:cubicBezTo>
                <a:cubicBezTo>
                  <a:pt x="445" y="72"/>
                  <a:pt x="383" y="46"/>
                  <a:pt x="310" y="46"/>
                </a:cubicBezTo>
                <a:cubicBezTo>
                  <a:pt x="237" y="46"/>
                  <a:pt x="175" y="72"/>
                  <a:pt x="123" y="123"/>
                </a:cubicBezTo>
                <a:cubicBezTo>
                  <a:pt x="72" y="174"/>
                  <a:pt x="47" y="236"/>
                  <a:pt x="47" y="310"/>
                </a:cubicBezTo>
                <a:cubicBezTo>
                  <a:pt x="47" y="382"/>
                  <a:pt x="72" y="444"/>
                  <a:pt x="123" y="495"/>
                </a:cubicBezTo>
                <a:cubicBezTo>
                  <a:pt x="175" y="547"/>
                  <a:pt x="237" y="572"/>
                  <a:pt x="310" y="572"/>
                </a:cubicBezTo>
                <a:moveTo>
                  <a:pt x="310" y="310"/>
                </a:moveTo>
                <a:lnTo>
                  <a:pt x="310" y="310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9867960" y="30492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当てはまらない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1467000" y="356364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ASI03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身元と権限の悪用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4743360" y="355392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鍵のファイルは見えない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7372440" y="355392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認証を引き継ぐ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2" name=""/>
          <p:cNvSpPr/>
          <p:nvPr/>
        </p:nvSpPr>
        <p:spPr>
          <a:xfrm>
            <a:off x="1145880" y="4079520"/>
            <a:ext cx="222840" cy="222840"/>
          </a:xfrm>
          <a:custGeom>
            <a:avLst/>
            <a:gdLst/>
            <a:ahLst/>
            <a:rect l="0" t="0" r="r" b="b"/>
            <a:pathLst>
              <a:path w="619" h="619">
                <a:moveTo>
                  <a:pt x="264" y="451"/>
                </a:moveTo>
                <a:lnTo>
                  <a:pt x="483" y="232"/>
                </a:lnTo>
                <a:lnTo>
                  <a:pt x="447" y="197"/>
                </a:lnTo>
                <a:lnTo>
                  <a:pt x="264" y="380"/>
                </a:lnTo>
                <a:lnTo>
                  <a:pt x="171" y="288"/>
                </a:lnTo>
                <a:lnTo>
                  <a:pt x="136" y="323"/>
                </a:lnTo>
                <a:lnTo>
                  <a:pt x="264" y="451"/>
                </a:lnTo>
                <a:moveTo>
                  <a:pt x="310" y="619"/>
                </a:moveTo>
                <a:cubicBezTo>
                  <a:pt x="268" y="619"/>
                  <a:pt x="228" y="611"/>
                  <a:pt x="189" y="595"/>
                </a:cubicBezTo>
                <a:cubicBezTo>
                  <a:pt x="152" y="578"/>
                  <a:pt x="119" y="556"/>
                  <a:pt x="91" y="528"/>
                </a:cubicBezTo>
                <a:cubicBezTo>
                  <a:pt x="63" y="500"/>
                  <a:pt x="41" y="467"/>
                  <a:pt x="25" y="430"/>
                </a:cubicBezTo>
                <a:cubicBezTo>
                  <a:pt x="8" y="392"/>
                  <a:pt x="0" y="352"/>
                  <a:pt x="0" y="310"/>
                </a:cubicBezTo>
                <a:cubicBezTo>
                  <a:pt x="0" y="267"/>
                  <a:pt x="8" y="227"/>
                  <a:pt x="25" y="190"/>
                </a:cubicBezTo>
                <a:cubicBezTo>
                  <a:pt x="41" y="152"/>
                  <a:pt x="63" y="120"/>
                  <a:pt x="91" y="92"/>
                </a:cubicBezTo>
                <a:cubicBezTo>
                  <a:pt x="119" y="63"/>
                  <a:pt x="152" y="41"/>
                  <a:pt x="189" y="25"/>
                </a:cubicBezTo>
                <a:cubicBezTo>
                  <a:pt x="228" y="9"/>
                  <a:pt x="268" y="0"/>
                  <a:pt x="310" y="0"/>
                </a:cubicBezTo>
                <a:cubicBezTo>
                  <a:pt x="353" y="0"/>
                  <a:pt x="393" y="9"/>
                  <a:pt x="430" y="25"/>
                </a:cubicBezTo>
                <a:cubicBezTo>
                  <a:pt x="468" y="41"/>
                  <a:pt x="501" y="63"/>
                  <a:pt x="528" y="92"/>
                </a:cubicBezTo>
                <a:cubicBezTo>
                  <a:pt x="556" y="120"/>
                  <a:pt x="578" y="152"/>
                  <a:pt x="594" y="190"/>
                </a:cubicBezTo>
                <a:cubicBezTo>
                  <a:pt x="611" y="227"/>
                  <a:pt x="619" y="267"/>
                  <a:pt x="619" y="310"/>
                </a:cubicBezTo>
                <a:cubicBezTo>
                  <a:pt x="619" y="352"/>
                  <a:pt x="611" y="392"/>
                  <a:pt x="594" y="430"/>
                </a:cubicBezTo>
                <a:cubicBezTo>
                  <a:pt x="578" y="467"/>
                  <a:pt x="556" y="500"/>
                  <a:pt x="528" y="528"/>
                </a:cubicBezTo>
                <a:cubicBezTo>
                  <a:pt x="501" y="556"/>
                  <a:pt x="468" y="578"/>
                  <a:pt x="430" y="595"/>
                </a:cubicBezTo>
                <a:cubicBezTo>
                  <a:pt x="393" y="611"/>
                  <a:pt x="353" y="619"/>
                  <a:pt x="310" y="619"/>
                </a:cubicBezTo>
                <a:moveTo>
                  <a:pt x="310" y="573"/>
                </a:moveTo>
                <a:cubicBezTo>
                  <a:pt x="383" y="573"/>
                  <a:pt x="445" y="547"/>
                  <a:pt x="496" y="496"/>
                </a:cubicBezTo>
                <a:cubicBezTo>
                  <a:pt x="547" y="445"/>
                  <a:pt x="572" y="383"/>
                  <a:pt x="572" y="310"/>
                </a:cubicBezTo>
                <a:cubicBezTo>
                  <a:pt x="572" y="237"/>
                  <a:pt x="547" y="175"/>
                  <a:pt x="496" y="124"/>
                </a:cubicBezTo>
                <a:cubicBezTo>
                  <a:pt x="445" y="72"/>
                  <a:pt x="383" y="47"/>
                  <a:pt x="310" y="47"/>
                </a:cubicBezTo>
                <a:cubicBezTo>
                  <a:pt x="237" y="47"/>
                  <a:pt x="175" y="72"/>
                  <a:pt x="123" y="124"/>
                </a:cubicBezTo>
                <a:cubicBezTo>
                  <a:pt x="72" y="175"/>
                  <a:pt x="47" y="237"/>
                  <a:pt x="47" y="310"/>
                </a:cubicBezTo>
                <a:cubicBezTo>
                  <a:pt x="47" y="383"/>
                  <a:pt x="72" y="445"/>
                  <a:pt x="123" y="496"/>
                </a:cubicBezTo>
                <a:cubicBezTo>
                  <a:pt x="175" y="547"/>
                  <a:pt x="237" y="573"/>
                  <a:pt x="310" y="573"/>
                </a:cubicBezTo>
                <a:moveTo>
                  <a:pt x="310" y="310"/>
                </a:moveTo>
                <a:lnTo>
                  <a:pt x="310" y="310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9867960" y="355392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当てはまる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1467000" y="406836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ASI04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供給網のぜい弱性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4743360" y="405864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通信先は許可先だけ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7372440" y="405864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外部の部品を取り込む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7" name=""/>
          <p:cNvSpPr/>
          <p:nvPr/>
        </p:nvSpPr>
        <p:spPr>
          <a:xfrm>
            <a:off x="1145880" y="4584600"/>
            <a:ext cx="222840" cy="222480"/>
          </a:xfrm>
          <a:custGeom>
            <a:avLst/>
            <a:gdLst/>
            <a:ahLst/>
            <a:rect l="0" t="0" r="r" b="b"/>
            <a:pathLst>
              <a:path w="619" h="618">
                <a:moveTo>
                  <a:pt x="264" y="449"/>
                </a:moveTo>
                <a:lnTo>
                  <a:pt x="483" y="231"/>
                </a:lnTo>
                <a:lnTo>
                  <a:pt x="447" y="196"/>
                </a:lnTo>
                <a:lnTo>
                  <a:pt x="264" y="379"/>
                </a:lnTo>
                <a:lnTo>
                  <a:pt x="171" y="286"/>
                </a:lnTo>
                <a:lnTo>
                  <a:pt x="136" y="321"/>
                </a:lnTo>
                <a:lnTo>
                  <a:pt x="264" y="449"/>
                </a:lnTo>
                <a:moveTo>
                  <a:pt x="310" y="618"/>
                </a:moveTo>
                <a:cubicBezTo>
                  <a:pt x="268" y="618"/>
                  <a:pt x="228" y="610"/>
                  <a:pt x="189" y="594"/>
                </a:cubicBezTo>
                <a:cubicBezTo>
                  <a:pt x="152" y="578"/>
                  <a:pt x="119" y="556"/>
                  <a:pt x="91" y="526"/>
                </a:cubicBezTo>
                <a:cubicBezTo>
                  <a:pt x="63" y="498"/>
                  <a:pt x="41" y="466"/>
                  <a:pt x="25" y="428"/>
                </a:cubicBezTo>
                <a:cubicBezTo>
                  <a:pt x="8" y="391"/>
                  <a:pt x="0" y="351"/>
                  <a:pt x="0" y="308"/>
                </a:cubicBezTo>
                <a:cubicBezTo>
                  <a:pt x="0" y="266"/>
                  <a:pt x="8" y="226"/>
                  <a:pt x="25" y="188"/>
                </a:cubicBezTo>
                <a:cubicBezTo>
                  <a:pt x="41" y="151"/>
                  <a:pt x="63" y="118"/>
                  <a:pt x="91" y="90"/>
                </a:cubicBezTo>
                <a:cubicBezTo>
                  <a:pt x="119" y="62"/>
                  <a:pt x="152" y="40"/>
                  <a:pt x="189" y="24"/>
                </a:cubicBezTo>
                <a:cubicBezTo>
                  <a:pt x="228" y="8"/>
                  <a:pt x="268" y="0"/>
                  <a:pt x="310" y="0"/>
                </a:cubicBezTo>
                <a:cubicBezTo>
                  <a:pt x="353" y="0"/>
                  <a:pt x="393" y="8"/>
                  <a:pt x="430" y="24"/>
                </a:cubicBezTo>
                <a:cubicBezTo>
                  <a:pt x="468" y="40"/>
                  <a:pt x="501" y="62"/>
                  <a:pt x="528" y="90"/>
                </a:cubicBezTo>
                <a:cubicBezTo>
                  <a:pt x="556" y="118"/>
                  <a:pt x="578" y="151"/>
                  <a:pt x="594" y="188"/>
                </a:cubicBezTo>
                <a:cubicBezTo>
                  <a:pt x="611" y="226"/>
                  <a:pt x="619" y="266"/>
                  <a:pt x="619" y="308"/>
                </a:cubicBezTo>
                <a:cubicBezTo>
                  <a:pt x="619" y="351"/>
                  <a:pt x="611" y="391"/>
                  <a:pt x="594" y="428"/>
                </a:cubicBezTo>
                <a:cubicBezTo>
                  <a:pt x="578" y="466"/>
                  <a:pt x="556" y="498"/>
                  <a:pt x="528" y="526"/>
                </a:cubicBezTo>
                <a:cubicBezTo>
                  <a:pt x="501" y="556"/>
                  <a:pt x="468" y="578"/>
                  <a:pt x="430" y="594"/>
                </a:cubicBezTo>
                <a:cubicBezTo>
                  <a:pt x="393" y="610"/>
                  <a:pt x="353" y="618"/>
                  <a:pt x="310" y="618"/>
                </a:cubicBezTo>
                <a:moveTo>
                  <a:pt x="310" y="572"/>
                </a:moveTo>
                <a:cubicBezTo>
                  <a:pt x="383" y="572"/>
                  <a:pt x="445" y="546"/>
                  <a:pt x="496" y="494"/>
                </a:cubicBezTo>
                <a:cubicBezTo>
                  <a:pt x="547" y="443"/>
                  <a:pt x="572" y="381"/>
                  <a:pt x="572" y="308"/>
                </a:cubicBezTo>
                <a:cubicBezTo>
                  <a:pt x="572" y="235"/>
                  <a:pt x="547" y="173"/>
                  <a:pt x="496" y="122"/>
                </a:cubicBezTo>
                <a:cubicBezTo>
                  <a:pt x="445" y="72"/>
                  <a:pt x="383" y="46"/>
                  <a:pt x="310" y="46"/>
                </a:cubicBezTo>
                <a:cubicBezTo>
                  <a:pt x="237" y="46"/>
                  <a:pt x="175" y="72"/>
                  <a:pt x="123" y="122"/>
                </a:cubicBezTo>
                <a:cubicBezTo>
                  <a:pt x="72" y="173"/>
                  <a:pt x="47" y="235"/>
                  <a:pt x="47" y="308"/>
                </a:cubicBezTo>
                <a:cubicBezTo>
                  <a:pt x="47" y="381"/>
                  <a:pt x="72" y="443"/>
                  <a:pt x="123" y="494"/>
                </a:cubicBezTo>
                <a:cubicBezTo>
                  <a:pt x="175" y="546"/>
                  <a:pt x="237" y="572"/>
                  <a:pt x="310" y="572"/>
                </a:cubicBezTo>
                <a:moveTo>
                  <a:pt x="310" y="308"/>
                </a:moveTo>
                <a:lnTo>
                  <a:pt x="310" y="308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9867960" y="405864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当てはまる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1467000" y="4573080"/>
            <a:ext cx="2069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ASI05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想定外のコード実行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4743360" y="456372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実行はコンテナ内に留まる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1" name=""/>
          <p:cNvSpPr txBox="1"/>
          <p:nvPr/>
        </p:nvSpPr>
        <p:spPr>
          <a:xfrm>
            <a:off x="7372440" y="456372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成果物をホストで動かす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2" name=""/>
          <p:cNvSpPr/>
          <p:nvPr/>
        </p:nvSpPr>
        <p:spPr>
          <a:xfrm>
            <a:off x="1145880" y="5089320"/>
            <a:ext cx="222840" cy="222480"/>
          </a:xfrm>
          <a:custGeom>
            <a:avLst/>
            <a:gdLst/>
            <a:ahLst/>
            <a:rect l="0" t="0" r="r" b="b"/>
            <a:pathLst>
              <a:path w="619" h="618">
                <a:moveTo>
                  <a:pt x="264" y="450"/>
                </a:moveTo>
                <a:lnTo>
                  <a:pt x="483" y="231"/>
                </a:lnTo>
                <a:lnTo>
                  <a:pt x="447" y="196"/>
                </a:lnTo>
                <a:lnTo>
                  <a:pt x="264" y="380"/>
                </a:lnTo>
                <a:lnTo>
                  <a:pt x="171" y="286"/>
                </a:lnTo>
                <a:lnTo>
                  <a:pt x="136" y="321"/>
                </a:lnTo>
                <a:lnTo>
                  <a:pt x="264" y="450"/>
                </a:lnTo>
                <a:moveTo>
                  <a:pt x="310" y="618"/>
                </a:moveTo>
                <a:cubicBezTo>
                  <a:pt x="268" y="618"/>
                  <a:pt x="228" y="610"/>
                  <a:pt x="189" y="594"/>
                </a:cubicBezTo>
                <a:cubicBezTo>
                  <a:pt x="152" y="578"/>
                  <a:pt x="119" y="556"/>
                  <a:pt x="91" y="528"/>
                </a:cubicBezTo>
                <a:cubicBezTo>
                  <a:pt x="63" y="500"/>
                  <a:pt x="41" y="467"/>
                  <a:pt x="25" y="429"/>
                </a:cubicBezTo>
                <a:cubicBezTo>
                  <a:pt x="8" y="392"/>
                  <a:pt x="0" y="351"/>
                  <a:pt x="0" y="309"/>
                </a:cubicBezTo>
                <a:cubicBezTo>
                  <a:pt x="0" y="266"/>
                  <a:pt x="8" y="226"/>
                  <a:pt x="25" y="188"/>
                </a:cubicBezTo>
                <a:cubicBezTo>
                  <a:pt x="41" y="151"/>
                  <a:pt x="63" y="118"/>
                  <a:pt x="91" y="90"/>
                </a:cubicBezTo>
                <a:cubicBezTo>
                  <a:pt x="119" y="63"/>
                  <a:pt x="152" y="41"/>
                  <a:pt x="189" y="24"/>
                </a:cubicBezTo>
                <a:cubicBezTo>
                  <a:pt x="228" y="8"/>
                  <a:pt x="268" y="0"/>
                  <a:pt x="310" y="0"/>
                </a:cubicBezTo>
                <a:cubicBezTo>
                  <a:pt x="353" y="0"/>
                  <a:pt x="393" y="8"/>
                  <a:pt x="430" y="24"/>
                </a:cubicBezTo>
                <a:cubicBezTo>
                  <a:pt x="468" y="41"/>
                  <a:pt x="501" y="63"/>
                  <a:pt x="528" y="90"/>
                </a:cubicBezTo>
                <a:cubicBezTo>
                  <a:pt x="556" y="118"/>
                  <a:pt x="578" y="151"/>
                  <a:pt x="594" y="188"/>
                </a:cubicBezTo>
                <a:cubicBezTo>
                  <a:pt x="611" y="226"/>
                  <a:pt x="619" y="266"/>
                  <a:pt x="619" y="309"/>
                </a:cubicBezTo>
                <a:cubicBezTo>
                  <a:pt x="619" y="351"/>
                  <a:pt x="611" y="392"/>
                  <a:pt x="594" y="429"/>
                </a:cubicBezTo>
                <a:cubicBezTo>
                  <a:pt x="578" y="467"/>
                  <a:pt x="556" y="500"/>
                  <a:pt x="528" y="528"/>
                </a:cubicBezTo>
                <a:cubicBezTo>
                  <a:pt x="501" y="556"/>
                  <a:pt x="468" y="578"/>
                  <a:pt x="430" y="594"/>
                </a:cubicBezTo>
                <a:cubicBezTo>
                  <a:pt x="393" y="610"/>
                  <a:pt x="353" y="618"/>
                  <a:pt x="310" y="618"/>
                </a:cubicBezTo>
                <a:moveTo>
                  <a:pt x="310" y="572"/>
                </a:moveTo>
                <a:cubicBezTo>
                  <a:pt x="383" y="572"/>
                  <a:pt x="445" y="547"/>
                  <a:pt x="496" y="495"/>
                </a:cubicBezTo>
                <a:cubicBezTo>
                  <a:pt x="547" y="444"/>
                  <a:pt x="572" y="382"/>
                  <a:pt x="572" y="309"/>
                </a:cubicBezTo>
                <a:cubicBezTo>
                  <a:pt x="572" y="236"/>
                  <a:pt x="547" y="174"/>
                  <a:pt x="496" y="123"/>
                </a:cubicBezTo>
                <a:cubicBezTo>
                  <a:pt x="445" y="72"/>
                  <a:pt x="383" y="46"/>
                  <a:pt x="310" y="46"/>
                </a:cubicBezTo>
                <a:cubicBezTo>
                  <a:pt x="237" y="46"/>
                  <a:pt x="175" y="72"/>
                  <a:pt x="123" y="123"/>
                </a:cubicBezTo>
                <a:cubicBezTo>
                  <a:pt x="72" y="174"/>
                  <a:pt x="47" y="236"/>
                  <a:pt x="47" y="309"/>
                </a:cubicBezTo>
                <a:cubicBezTo>
                  <a:pt x="47" y="382"/>
                  <a:pt x="72" y="444"/>
                  <a:pt x="123" y="495"/>
                </a:cubicBezTo>
                <a:cubicBezTo>
                  <a:pt x="175" y="547"/>
                  <a:pt x="237" y="572"/>
                  <a:pt x="310" y="572"/>
                </a:cubicBezTo>
                <a:moveTo>
                  <a:pt x="310" y="309"/>
                </a:moveTo>
                <a:lnTo>
                  <a:pt x="310" y="309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9867960" y="456372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当てはまらない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1467000" y="5077800"/>
            <a:ext cx="1557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ASI08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連鎖的な障害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4743360" y="506844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コンテナ内に留まる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7372440" y="506844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自動で後工程に流す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7" name=""/>
          <p:cNvSpPr/>
          <p:nvPr/>
        </p:nvSpPr>
        <p:spPr>
          <a:xfrm>
            <a:off x="1145880" y="5594040"/>
            <a:ext cx="222840" cy="222840"/>
          </a:xfrm>
          <a:custGeom>
            <a:avLst/>
            <a:gdLst/>
            <a:ahLst/>
            <a:rect l="0" t="0" r="r" b="b"/>
            <a:pathLst>
              <a:path w="619" h="619">
                <a:moveTo>
                  <a:pt x="264" y="450"/>
                </a:moveTo>
                <a:lnTo>
                  <a:pt x="483" y="232"/>
                </a:lnTo>
                <a:lnTo>
                  <a:pt x="447" y="197"/>
                </a:lnTo>
                <a:lnTo>
                  <a:pt x="264" y="380"/>
                </a:lnTo>
                <a:lnTo>
                  <a:pt x="171" y="288"/>
                </a:lnTo>
                <a:lnTo>
                  <a:pt x="136" y="322"/>
                </a:lnTo>
                <a:lnTo>
                  <a:pt x="264" y="450"/>
                </a:lnTo>
                <a:moveTo>
                  <a:pt x="310" y="619"/>
                </a:moveTo>
                <a:cubicBezTo>
                  <a:pt x="268" y="619"/>
                  <a:pt x="228" y="611"/>
                  <a:pt x="189" y="594"/>
                </a:cubicBezTo>
                <a:cubicBezTo>
                  <a:pt x="152" y="578"/>
                  <a:pt x="119" y="556"/>
                  <a:pt x="91" y="528"/>
                </a:cubicBezTo>
                <a:cubicBezTo>
                  <a:pt x="63" y="500"/>
                  <a:pt x="41" y="467"/>
                  <a:pt x="25" y="430"/>
                </a:cubicBezTo>
                <a:cubicBezTo>
                  <a:pt x="8" y="392"/>
                  <a:pt x="0" y="352"/>
                  <a:pt x="0" y="310"/>
                </a:cubicBezTo>
                <a:cubicBezTo>
                  <a:pt x="0" y="267"/>
                  <a:pt x="8" y="227"/>
                  <a:pt x="25" y="189"/>
                </a:cubicBezTo>
                <a:cubicBezTo>
                  <a:pt x="41" y="151"/>
                  <a:pt x="63" y="118"/>
                  <a:pt x="91" y="91"/>
                </a:cubicBezTo>
                <a:cubicBezTo>
                  <a:pt x="119" y="63"/>
                  <a:pt x="152" y="41"/>
                  <a:pt x="189" y="25"/>
                </a:cubicBezTo>
                <a:cubicBezTo>
                  <a:pt x="228" y="8"/>
                  <a:pt x="268" y="0"/>
                  <a:pt x="310" y="0"/>
                </a:cubicBezTo>
                <a:cubicBezTo>
                  <a:pt x="353" y="0"/>
                  <a:pt x="393" y="8"/>
                  <a:pt x="430" y="25"/>
                </a:cubicBezTo>
                <a:cubicBezTo>
                  <a:pt x="468" y="41"/>
                  <a:pt x="501" y="63"/>
                  <a:pt x="528" y="91"/>
                </a:cubicBezTo>
                <a:cubicBezTo>
                  <a:pt x="556" y="118"/>
                  <a:pt x="578" y="151"/>
                  <a:pt x="594" y="189"/>
                </a:cubicBezTo>
                <a:cubicBezTo>
                  <a:pt x="611" y="227"/>
                  <a:pt x="619" y="267"/>
                  <a:pt x="619" y="310"/>
                </a:cubicBezTo>
                <a:cubicBezTo>
                  <a:pt x="619" y="352"/>
                  <a:pt x="611" y="392"/>
                  <a:pt x="594" y="430"/>
                </a:cubicBezTo>
                <a:cubicBezTo>
                  <a:pt x="578" y="467"/>
                  <a:pt x="556" y="500"/>
                  <a:pt x="528" y="528"/>
                </a:cubicBezTo>
                <a:cubicBezTo>
                  <a:pt x="501" y="556"/>
                  <a:pt x="468" y="578"/>
                  <a:pt x="430" y="594"/>
                </a:cubicBezTo>
                <a:cubicBezTo>
                  <a:pt x="393" y="611"/>
                  <a:pt x="353" y="619"/>
                  <a:pt x="310" y="619"/>
                </a:cubicBezTo>
                <a:moveTo>
                  <a:pt x="310" y="572"/>
                </a:moveTo>
                <a:cubicBezTo>
                  <a:pt x="383" y="572"/>
                  <a:pt x="445" y="547"/>
                  <a:pt x="496" y="496"/>
                </a:cubicBezTo>
                <a:cubicBezTo>
                  <a:pt x="547" y="444"/>
                  <a:pt x="572" y="383"/>
                  <a:pt x="572" y="310"/>
                </a:cubicBezTo>
                <a:cubicBezTo>
                  <a:pt x="572" y="237"/>
                  <a:pt x="547" y="174"/>
                  <a:pt x="496" y="123"/>
                </a:cubicBezTo>
                <a:cubicBezTo>
                  <a:pt x="445" y="72"/>
                  <a:pt x="383" y="47"/>
                  <a:pt x="310" y="47"/>
                </a:cubicBezTo>
                <a:cubicBezTo>
                  <a:pt x="237" y="47"/>
                  <a:pt x="175" y="72"/>
                  <a:pt x="123" y="123"/>
                </a:cubicBezTo>
                <a:cubicBezTo>
                  <a:pt x="72" y="174"/>
                  <a:pt x="47" y="237"/>
                  <a:pt x="47" y="310"/>
                </a:cubicBezTo>
                <a:cubicBezTo>
                  <a:pt x="47" y="383"/>
                  <a:pt x="72" y="444"/>
                  <a:pt x="123" y="496"/>
                </a:cubicBezTo>
                <a:cubicBezTo>
                  <a:pt x="175" y="547"/>
                  <a:pt x="237" y="572"/>
                  <a:pt x="310" y="572"/>
                </a:cubicBezTo>
                <a:moveTo>
                  <a:pt x="310" y="310"/>
                </a:moveTo>
                <a:lnTo>
                  <a:pt x="310" y="310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9867960" y="506844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当てはまらない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1467000" y="558288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ASI10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暴走エージェント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0" name=""/>
          <p:cNvSpPr txBox="1"/>
          <p:nvPr/>
        </p:nvSpPr>
        <p:spPr>
          <a:xfrm>
            <a:off x="4743360" y="557316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行動範囲を封じ込める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7372440" y="557316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無人で動かす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9867960" y="557316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当てはまらない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7956360" y="556560"/>
            <a:ext cx="3472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管理策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有効性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4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11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8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609480" y="392760"/>
            <a:ext cx="417276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低減できない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つのリスク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0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609480" y="1090800"/>
            <a:ext cx="75128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コンテナで囲っても、判断と過信に関わる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つは低減できない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2" name=""/>
          <p:cNvSpPr/>
          <p:nvPr/>
        </p:nvSpPr>
        <p:spPr>
          <a:xfrm>
            <a:off x="1009440" y="2933640"/>
            <a:ext cx="3619800" cy="495360"/>
          </a:xfrm>
          <a:custGeom>
            <a:avLst/>
            <a:gdLst/>
            <a:ahLst/>
            <a:rect l="0" t="0" r="r" b="b"/>
            <a:pathLst>
              <a:path w="10055" h="1376">
                <a:moveTo>
                  <a:pt x="0" y="0"/>
                </a:moveTo>
                <a:lnTo>
                  <a:pt x="10055" y="0"/>
                </a:lnTo>
                <a:lnTo>
                  <a:pt x="10055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3" name=""/>
          <p:cNvSpPr/>
          <p:nvPr/>
        </p:nvSpPr>
        <p:spPr>
          <a:xfrm>
            <a:off x="4628880" y="2933640"/>
            <a:ext cx="2629440" cy="495360"/>
          </a:xfrm>
          <a:custGeom>
            <a:avLst/>
            <a:gdLst/>
            <a:ahLst/>
            <a:rect l="0" t="0" r="r" b="b"/>
            <a:pathLst>
              <a:path w="7304" h="1376">
                <a:moveTo>
                  <a:pt x="0" y="0"/>
                </a:moveTo>
                <a:lnTo>
                  <a:pt x="7304" y="0"/>
                </a:lnTo>
                <a:lnTo>
                  <a:pt x="7304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4" name=""/>
          <p:cNvSpPr/>
          <p:nvPr/>
        </p:nvSpPr>
        <p:spPr>
          <a:xfrm>
            <a:off x="7257960" y="2933640"/>
            <a:ext cx="2495880" cy="495360"/>
          </a:xfrm>
          <a:custGeom>
            <a:avLst/>
            <a:gdLst/>
            <a:ahLst/>
            <a:rect l="0" t="0" r="r" b="b"/>
            <a:pathLst>
              <a:path w="6933" h="1376">
                <a:moveTo>
                  <a:pt x="0" y="0"/>
                </a:moveTo>
                <a:lnTo>
                  <a:pt x="6933" y="0"/>
                </a:lnTo>
                <a:lnTo>
                  <a:pt x="6933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5" name=""/>
          <p:cNvSpPr/>
          <p:nvPr/>
        </p:nvSpPr>
        <p:spPr>
          <a:xfrm>
            <a:off x="9753480" y="2933640"/>
            <a:ext cx="1429200" cy="495360"/>
          </a:xfrm>
          <a:custGeom>
            <a:avLst/>
            <a:gdLst/>
            <a:ahLst/>
            <a:rect l="0" t="0" r="r" b="b"/>
            <a:pathLst>
              <a:path w="3970" h="1376">
                <a:moveTo>
                  <a:pt x="0" y="0"/>
                </a:moveTo>
                <a:lnTo>
                  <a:pt x="3970" y="0"/>
                </a:lnTo>
                <a:lnTo>
                  <a:pt x="397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6" name=""/>
          <p:cNvSpPr/>
          <p:nvPr/>
        </p:nvSpPr>
        <p:spPr>
          <a:xfrm>
            <a:off x="1009440" y="3428640"/>
            <a:ext cx="3619800" cy="505440"/>
          </a:xfrm>
          <a:custGeom>
            <a:avLst/>
            <a:gdLst/>
            <a:ahLst/>
            <a:rect l="0" t="0" r="r" b="b"/>
            <a:pathLst>
              <a:path w="10055" h="1404">
                <a:moveTo>
                  <a:pt x="0" y="0"/>
                </a:moveTo>
                <a:lnTo>
                  <a:pt x="10055" y="0"/>
                </a:lnTo>
                <a:lnTo>
                  <a:pt x="10055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7" name=""/>
          <p:cNvSpPr/>
          <p:nvPr/>
        </p:nvSpPr>
        <p:spPr>
          <a:xfrm>
            <a:off x="4628880" y="3428640"/>
            <a:ext cx="2629440" cy="505440"/>
          </a:xfrm>
          <a:custGeom>
            <a:avLst/>
            <a:gdLst/>
            <a:ahLst/>
            <a:rect l="0" t="0" r="r" b="b"/>
            <a:pathLst>
              <a:path w="7304" h="1404">
                <a:moveTo>
                  <a:pt x="0" y="0"/>
                </a:moveTo>
                <a:lnTo>
                  <a:pt x="7304" y="0"/>
                </a:lnTo>
                <a:lnTo>
                  <a:pt x="730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8" name=""/>
          <p:cNvSpPr/>
          <p:nvPr/>
        </p:nvSpPr>
        <p:spPr>
          <a:xfrm>
            <a:off x="7257960" y="3428640"/>
            <a:ext cx="2495880" cy="505440"/>
          </a:xfrm>
          <a:custGeom>
            <a:avLst/>
            <a:gdLst/>
            <a:ahLst/>
            <a:rect l="0" t="0" r="r" b="b"/>
            <a:pathLst>
              <a:path w="6933" h="1404">
                <a:moveTo>
                  <a:pt x="0" y="0"/>
                </a:moveTo>
                <a:lnTo>
                  <a:pt x="6933" y="0"/>
                </a:lnTo>
                <a:lnTo>
                  <a:pt x="6933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9" name=""/>
          <p:cNvSpPr/>
          <p:nvPr/>
        </p:nvSpPr>
        <p:spPr>
          <a:xfrm>
            <a:off x="9753480" y="3428640"/>
            <a:ext cx="1429200" cy="505440"/>
          </a:xfrm>
          <a:custGeom>
            <a:avLst/>
            <a:gdLst/>
            <a:ahLst/>
            <a:rect l="0" t="0" r="r" b="b"/>
            <a:pathLst>
              <a:path w="3970" h="1404">
                <a:moveTo>
                  <a:pt x="0" y="0"/>
                </a:moveTo>
                <a:lnTo>
                  <a:pt x="3970" y="0"/>
                </a:lnTo>
                <a:lnTo>
                  <a:pt x="3970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0" name=""/>
          <p:cNvSpPr/>
          <p:nvPr/>
        </p:nvSpPr>
        <p:spPr>
          <a:xfrm>
            <a:off x="1009440" y="3933720"/>
            <a:ext cx="3619800" cy="505080"/>
          </a:xfrm>
          <a:custGeom>
            <a:avLst/>
            <a:gdLst/>
            <a:ahLst/>
            <a:rect l="0" t="0" r="r" b="b"/>
            <a:pathLst>
              <a:path w="10055" h="1403">
                <a:moveTo>
                  <a:pt x="0" y="0"/>
                </a:moveTo>
                <a:lnTo>
                  <a:pt x="10055" y="0"/>
                </a:lnTo>
                <a:lnTo>
                  <a:pt x="1005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1" name=""/>
          <p:cNvSpPr/>
          <p:nvPr/>
        </p:nvSpPr>
        <p:spPr>
          <a:xfrm>
            <a:off x="4628880" y="3933720"/>
            <a:ext cx="2629440" cy="505080"/>
          </a:xfrm>
          <a:custGeom>
            <a:avLst/>
            <a:gdLst/>
            <a:ahLst/>
            <a:rect l="0" t="0" r="r" b="b"/>
            <a:pathLst>
              <a:path w="7304" h="1403">
                <a:moveTo>
                  <a:pt x="0" y="0"/>
                </a:moveTo>
                <a:lnTo>
                  <a:pt x="7304" y="0"/>
                </a:lnTo>
                <a:lnTo>
                  <a:pt x="73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2" name=""/>
          <p:cNvSpPr/>
          <p:nvPr/>
        </p:nvSpPr>
        <p:spPr>
          <a:xfrm>
            <a:off x="7257960" y="393372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3" name=""/>
          <p:cNvSpPr/>
          <p:nvPr/>
        </p:nvSpPr>
        <p:spPr>
          <a:xfrm>
            <a:off x="9753480" y="3933720"/>
            <a:ext cx="1429200" cy="505080"/>
          </a:xfrm>
          <a:custGeom>
            <a:avLst/>
            <a:gdLst/>
            <a:ahLst/>
            <a:rect l="0" t="0" r="r" b="b"/>
            <a:pathLst>
              <a:path w="3970" h="1403">
                <a:moveTo>
                  <a:pt x="0" y="0"/>
                </a:moveTo>
                <a:lnTo>
                  <a:pt x="3970" y="0"/>
                </a:lnTo>
                <a:lnTo>
                  <a:pt x="39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4" name=""/>
          <p:cNvSpPr/>
          <p:nvPr/>
        </p:nvSpPr>
        <p:spPr>
          <a:xfrm>
            <a:off x="1009440" y="4438440"/>
            <a:ext cx="3619800" cy="505080"/>
          </a:xfrm>
          <a:custGeom>
            <a:avLst/>
            <a:gdLst/>
            <a:ahLst/>
            <a:rect l="0" t="0" r="r" b="b"/>
            <a:pathLst>
              <a:path w="10055" h="1403">
                <a:moveTo>
                  <a:pt x="0" y="0"/>
                </a:moveTo>
                <a:lnTo>
                  <a:pt x="10055" y="0"/>
                </a:lnTo>
                <a:lnTo>
                  <a:pt x="1005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5" name=""/>
          <p:cNvSpPr/>
          <p:nvPr/>
        </p:nvSpPr>
        <p:spPr>
          <a:xfrm>
            <a:off x="4628880" y="4438440"/>
            <a:ext cx="2629440" cy="505080"/>
          </a:xfrm>
          <a:custGeom>
            <a:avLst/>
            <a:gdLst/>
            <a:ahLst/>
            <a:rect l="0" t="0" r="r" b="b"/>
            <a:pathLst>
              <a:path w="7304" h="1403">
                <a:moveTo>
                  <a:pt x="0" y="0"/>
                </a:moveTo>
                <a:lnTo>
                  <a:pt x="7304" y="0"/>
                </a:lnTo>
                <a:lnTo>
                  <a:pt x="730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6" name=""/>
          <p:cNvSpPr/>
          <p:nvPr/>
        </p:nvSpPr>
        <p:spPr>
          <a:xfrm>
            <a:off x="7257960" y="4438440"/>
            <a:ext cx="2495880" cy="505080"/>
          </a:xfrm>
          <a:custGeom>
            <a:avLst/>
            <a:gdLst/>
            <a:ahLst/>
            <a:rect l="0" t="0" r="r" b="b"/>
            <a:pathLst>
              <a:path w="6933" h="1403">
                <a:moveTo>
                  <a:pt x="0" y="0"/>
                </a:moveTo>
                <a:lnTo>
                  <a:pt x="6933" y="0"/>
                </a:lnTo>
                <a:lnTo>
                  <a:pt x="6933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7" name=""/>
          <p:cNvSpPr/>
          <p:nvPr/>
        </p:nvSpPr>
        <p:spPr>
          <a:xfrm>
            <a:off x="9753480" y="4438440"/>
            <a:ext cx="1429200" cy="505080"/>
          </a:xfrm>
          <a:custGeom>
            <a:avLst/>
            <a:gdLst/>
            <a:ahLst/>
            <a:rect l="0" t="0" r="r" b="b"/>
            <a:pathLst>
              <a:path w="3970" h="1403">
                <a:moveTo>
                  <a:pt x="0" y="0"/>
                </a:moveTo>
                <a:lnTo>
                  <a:pt x="3970" y="0"/>
                </a:lnTo>
                <a:lnTo>
                  <a:pt x="397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8" name=""/>
          <p:cNvSpPr/>
          <p:nvPr/>
        </p:nvSpPr>
        <p:spPr>
          <a:xfrm>
            <a:off x="1009440" y="4943160"/>
            <a:ext cx="3619800" cy="505440"/>
          </a:xfrm>
          <a:custGeom>
            <a:avLst/>
            <a:gdLst/>
            <a:ahLst/>
            <a:rect l="0" t="0" r="r" b="b"/>
            <a:pathLst>
              <a:path w="10055" h="1404">
                <a:moveTo>
                  <a:pt x="0" y="0"/>
                </a:moveTo>
                <a:lnTo>
                  <a:pt x="10055" y="0"/>
                </a:lnTo>
                <a:lnTo>
                  <a:pt x="10055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9" name=""/>
          <p:cNvSpPr/>
          <p:nvPr/>
        </p:nvSpPr>
        <p:spPr>
          <a:xfrm>
            <a:off x="4628880" y="4943160"/>
            <a:ext cx="2629440" cy="505440"/>
          </a:xfrm>
          <a:custGeom>
            <a:avLst/>
            <a:gdLst/>
            <a:ahLst/>
            <a:rect l="0" t="0" r="r" b="b"/>
            <a:pathLst>
              <a:path w="7304" h="1404">
                <a:moveTo>
                  <a:pt x="0" y="0"/>
                </a:moveTo>
                <a:lnTo>
                  <a:pt x="7304" y="0"/>
                </a:lnTo>
                <a:lnTo>
                  <a:pt x="730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0" name=""/>
          <p:cNvSpPr/>
          <p:nvPr/>
        </p:nvSpPr>
        <p:spPr>
          <a:xfrm>
            <a:off x="7257960" y="4943160"/>
            <a:ext cx="2495880" cy="505440"/>
          </a:xfrm>
          <a:custGeom>
            <a:avLst/>
            <a:gdLst/>
            <a:ahLst/>
            <a:rect l="0" t="0" r="r" b="b"/>
            <a:pathLst>
              <a:path w="6933" h="1404">
                <a:moveTo>
                  <a:pt x="0" y="0"/>
                </a:moveTo>
                <a:lnTo>
                  <a:pt x="6933" y="0"/>
                </a:lnTo>
                <a:lnTo>
                  <a:pt x="6933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1" name=""/>
          <p:cNvSpPr/>
          <p:nvPr/>
        </p:nvSpPr>
        <p:spPr>
          <a:xfrm>
            <a:off x="9753480" y="4943160"/>
            <a:ext cx="1429200" cy="505440"/>
          </a:xfrm>
          <a:custGeom>
            <a:avLst/>
            <a:gdLst/>
            <a:ahLst/>
            <a:rect l="0" t="0" r="r" b="b"/>
            <a:pathLst>
              <a:path w="3970" h="1404">
                <a:moveTo>
                  <a:pt x="0" y="0"/>
                </a:moveTo>
                <a:lnTo>
                  <a:pt x="3970" y="0"/>
                </a:lnTo>
                <a:lnTo>
                  <a:pt x="3970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2" name=""/>
          <p:cNvSpPr/>
          <p:nvPr/>
        </p:nvSpPr>
        <p:spPr>
          <a:xfrm>
            <a:off x="1009440" y="3419280"/>
            <a:ext cx="3619800" cy="19440"/>
          </a:xfrm>
          <a:custGeom>
            <a:avLst/>
            <a:gdLst/>
            <a:ahLst/>
            <a:rect l="0" t="0" r="r" b="b"/>
            <a:pathLst>
              <a:path w="10055" h="54">
                <a:moveTo>
                  <a:pt x="0" y="0"/>
                </a:moveTo>
                <a:lnTo>
                  <a:pt x="10055" y="0"/>
                </a:lnTo>
                <a:lnTo>
                  <a:pt x="1005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23" name=""/>
          <p:cNvSpPr/>
          <p:nvPr/>
        </p:nvSpPr>
        <p:spPr>
          <a:xfrm>
            <a:off x="4628880" y="3419280"/>
            <a:ext cx="2629440" cy="19440"/>
          </a:xfrm>
          <a:custGeom>
            <a:avLst/>
            <a:gdLst/>
            <a:ahLst/>
            <a:rect l="0" t="0" r="r" b="b"/>
            <a:pathLst>
              <a:path w="7304" h="54">
                <a:moveTo>
                  <a:pt x="0" y="0"/>
                </a:moveTo>
                <a:lnTo>
                  <a:pt x="7304" y="0"/>
                </a:lnTo>
                <a:lnTo>
                  <a:pt x="730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24" name=""/>
          <p:cNvSpPr/>
          <p:nvPr/>
        </p:nvSpPr>
        <p:spPr>
          <a:xfrm>
            <a:off x="7257960" y="3419280"/>
            <a:ext cx="2495880" cy="19440"/>
          </a:xfrm>
          <a:custGeom>
            <a:avLst/>
            <a:gdLst/>
            <a:ahLst/>
            <a:rect l="0" t="0" r="r" b="b"/>
            <a:pathLst>
              <a:path w="6933" h="54">
                <a:moveTo>
                  <a:pt x="0" y="0"/>
                </a:moveTo>
                <a:lnTo>
                  <a:pt x="6933" y="0"/>
                </a:lnTo>
                <a:lnTo>
                  <a:pt x="693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25" name=""/>
          <p:cNvSpPr/>
          <p:nvPr/>
        </p:nvSpPr>
        <p:spPr>
          <a:xfrm>
            <a:off x="9753480" y="3419280"/>
            <a:ext cx="1429200" cy="19440"/>
          </a:xfrm>
          <a:custGeom>
            <a:avLst/>
            <a:gdLst/>
            <a:ahLst/>
            <a:rect l="0" t="0" r="r" b="b"/>
            <a:pathLst>
              <a:path w="3970" h="54">
                <a:moveTo>
                  <a:pt x="0" y="0"/>
                </a:moveTo>
                <a:lnTo>
                  <a:pt x="3970" y="0"/>
                </a:lnTo>
                <a:lnTo>
                  <a:pt x="397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26" name=""/>
          <p:cNvSpPr/>
          <p:nvPr/>
        </p:nvSpPr>
        <p:spPr>
          <a:xfrm>
            <a:off x="1009440" y="393372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7" name=""/>
          <p:cNvSpPr/>
          <p:nvPr/>
        </p:nvSpPr>
        <p:spPr>
          <a:xfrm>
            <a:off x="4628880" y="3933720"/>
            <a:ext cx="2629440" cy="9720"/>
          </a:xfrm>
          <a:custGeom>
            <a:avLst/>
            <a:gdLst/>
            <a:ahLst/>
            <a:rect l="0" t="0" r="r" b="b"/>
            <a:pathLst>
              <a:path w="7304" h="27">
                <a:moveTo>
                  <a:pt x="0" y="0"/>
                </a:moveTo>
                <a:lnTo>
                  <a:pt x="7304" y="0"/>
                </a:lnTo>
                <a:lnTo>
                  <a:pt x="7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8" name=""/>
          <p:cNvSpPr/>
          <p:nvPr/>
        </p:nvSpPr>
        <p:spPr>
          <a:xfrm>
            <a:off x="7257960" y="393372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9" name=""/>
          <p:cNvSpPr/>
          <p:nvPr/>
        </p:nvSpPr>
        <p:spPr>
          <a:xfrm>
            <a:off x="9753480" y="3933720"/>
            <a:ext cx="1429200" cy="9720"/>
          </a:xfrm>
          <a:custGeom>
            <a:avLst/>
            <a:gdLst/>
            <a:ahLst/>
            <a:rect l="0" t="0" r="r" b="b"/>
            <a:pathLst>
              <a:path w="3970" h="27">
                <a:moveTo>
                  <a:pt x="0" y="0"/>
                </a:moveTo>
                <a:lnTo>
                  <a:pt x="3970" y="0"/>
                </a:lnTo>
                <a:lnTo>
                  <a:pt x="3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0" name=""/>
          <p:cNvSpPr/>
          <p:nvPr/>
        </p:nvSpPr>
        <p:spPr>
          <a:xfrm>
            <a:off x="1009440" y="443844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1" name=""/>
          <p:cNvSpPr/>
          <p:nvPr/>
        </p:nvSpPr>
        <p:spPr>
          <a:xfrm>
            <a:off x="4628880" y="4438440"/>
            <a:ext cx="2629440" cy="10080"/>
          </a:xfrm>
          <a:custGeom>
            <a:avLst/>
            <a:gdLst/>
            <a:ahLst/>
            <a:rect l="0" t="0" r="r" b="b"/>
            <a:pathLst>
              <a:path w="7304" h="28">
                <a:moveTo>
                  <a:pt x="0" y="0"/>
                </a:moveTo>
                <a:lnTo>
                  <a:pt x="7304" y="0"/>
                </a:lnTo>
                <a:lnTo>
                  <a:pt x="7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2" name=""/>
          <p:cNvSpPr/>
          <p:nvPr/>
        </p:nvSpPr>
        <p:spPr>
          <a:xfrm>
            <a:off x="7257960" y="443844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3" name=""/>
          <p:cNvSpPr/>
          <p:nvPr/>
        </p:nvSpPr>
        <p:spPr>
          <a:xfrm>
            <a:off x="9753480" y="4438440"/>
            <a:ext cx="1429200" cy="10080"/>
          </a:xfrm>
          <a:custGeom>
            <a:avLst/>
            <a:gdLst/>
            <a:ahLst/>
            <a:rect l="0" t="0" r="r" b="b"/>
            <a:pathLst>
              <a:path w="3970" h="28">
                <a:moveTo>
                  <a:pt x="0" y="0"/>
                </a:moveTo>
                <a:lnTo>
                  <a:pt x="3970" y="0"/>
                </a:lnTo>
                <a:lnTo>
                  <a:pt x="3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4" name=""/>
          <p:cNvSpPr/>
          <p:nvPr/>
        </p:nvSpPr>
        <p:spPr>
          <a:xfrm>
            <a:off x="1009440" y="494316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5" name=""/>
          <p:cNvSpPr/>
          <p:nvPr/>
        </p:nvSpPr>
        <p:spPr>
          <a:xfrm>
            <a:off x="4628880" y="4943160"/>
            <a:ext cx="2629440" cy="10080"/>
          </a:xfrm>
          <a:custGeom>
            <a:avLst/>
            <a:gdLst/>
            <a:ahLst/>
            <a:rect l="0" t="0" r="r" b="b"/>
            <a:pathLst>
              <a:path w="7304" h="28">
                <a:moveTo>
                  <a:pt x="0" y="0"/>
                </a:moveTo>
                <a:lnTo>
                  <a:pt x="7304" y="0"/>
                </a:lnTo>
                <a:lnTo>
                  <a:pt x="7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6" name=""/>
          <p:cNvSpPr/>
          <p:nvPr/>
        </p:nvSpPr>
        <p:spPr>
          <a:xfrm>
            <a:off x="7257960" y="494316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7" name=""/>
          <p:cNvSpPr/>
          <p:nvPr/>
        </p:nvSpPr>
        <p:spPr>
          <a:xfrm>
            <a:off x="9753480" y="4943160"/>
            <a:ext cx="1429200" cy="10080"/>
          </a:xfrm>
          <a:custGeom>
            <a:avLst/>
            <a:gdLst/>
            <a:ahLst/>
            <a:rect l="0" t="0" r="r" b="b"/>
            <a:pathLst>
              <a:path w="3970" h="28">
                <a:moveTo>
                  <a:pt x="0" y="0"/>
                </a:moveTo>
                <a:lnTo>
                  <a:pt x="3970" y="0"/>
                </a:lnTo>
                <a:lnTo>
                  <a:pt x="3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8" name=""/>
          <p:cNvSpPr/>
          <p:nvPr/>
        </p:nvSpPr>
        <p:spPr>
          <a:xfrm>
            <a:off x="1009440" y="544824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9" name=""/>
          <p:cNvSpPr/>
          <p:nvPr/>
        </p:nvSpPr>
        <p:spPr>
          <a:xfrm>
            <a:off x="4628880" y="5448240"/>
            <a:ext cx="2629440" cy="9720"/>
          </a:xfrm>
          <a:custGeom>
            <a:avLst/>
            <a:gdLst/>
            <a:ahLst/>
            <a:rect l="0" t="0" r="r" b="b"/>
            <a:pathLst>
              <a:path w="7304" h="27">
                <a:moveTo>
                  <a:pt x="0" y="0"/>
                </a:moveTo>
                <a:lnTo>
                  <a:pt x="7304" y="0"/>
                </a:lnTo>
                <a:lnTo>
                  <a:pt x="7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0" name=""/>
          <p:cNvSpPr/>
          <p:nvPr/>
        </p:nvSpPr>
        <p:spPr>
          <a:xfrm>
            <a:off x="7257960" y="5448240"/>
            <a:ext cx="2495880" cy="9720"/>
          </a:xfrm>
          <a:custGeom>
            <a:avLst/>
            <a:gdLst/>
            <a:ahLst/>
            <a:rect l="0" t="0" r="r" b="b"/>
            <a:pathLst>
              <a:path w="6933" h="27">
                <a:moveTo>
                  <a:pt x="0" y="0"/>
                </a:moveTo>
                <a:lnTo>
                  <a:pt x="6933" y="0"/>
                </a:lnTo>
                <a:lnTo>
                  <a:pt x="69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1" name=""/>
          <p:cNvSpPr/>
          <p:nvPr/>
        </p:nvSpPr>
        <p:spPr>
          <a:xfrm>
            <a:off x="9753480" y="5448240"/>
            <a:ext cx="1429200" cy="9720"/>
          </a:xfrm>
          <a:custGeom>
            <a:avLst/>
            <a:gdLst/>
            <a:ahLst/>
            <a:rect l="0" t="0" r="r" b="b"/>
            <a:pathLst>
              <a:path w="3970" h="27">
                <a:moveTo>
                  <a:pt x="0" y="0"/>
                </a:moveTo>
                <a:lnTo>
                  <a:pt x="3970" y="0"/>
                </a:lnTo>
                <a:lnTo>
                  <a:pt x="3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799920" y="1716120"/>
            <a:ext cx="5953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つとも隔離では止められず、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つだけが当てはまらない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1123920" y="304920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4743360" y="304920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管理策の働き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7372440" y="304920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残留リスクが大きい構成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6" name=""/>
          <p:cNvSpPr/>
          <p:nvPr/>
        </p:nvSpPr>
        <p:spPr>
          <a:xfrm>
            <a:off x="1145880" y="3574800"/>
            <a:ext cx="222840" cy="222840"/>
          </a:xfrm>
          <a:custGeom>
            <a:avLst/>
            <a:gdLst/>
            <a:ahLst/>
            <a:rect l="0" t="0" r="r" b="b"/>
            <a:pathLst>
              <a:path w="619" h="619">
                <a:moveTo>
                  <a:pt x="155" y="331"/>
                </a:moveTo>
                <a:lnTo>
                  <a:pt x="464" y="331"/>
                </a:lnTo>
                <a:lnTo>
                  <a:pt x="464" y="284"/>
                </a:lnTo>
                <a:lnTo>
                  <a:pt x="155" y="284"/>
                </a:lnTo>
                <a:lnTo>
                  <a:pt x="155" y="331"/>
                </a:lnTo>
                <a:moveTo>
                  <a:pt x="310" y="619"/>
                </a:moveTo>
                <a:cubicBezTo>
                  <a:pt x="268" y="619"/>
                  <a:pt x="228" y="610"/>
                  <a:pt x="189" y="594"/>
                </a:cubicBezTo>
                <a:cubicBezTo>
                  <a:pt x="152" y="578"/>
                  <a:pt x="119" y="556"/>
                  <a:pt x="91" y="528"/>
                </a:cubicBezTo>
                <a:cubicBezTo>
                  <a:pt x="63" y="500"/>
                  <a:pt x="41" y="467"/>
                  <a:pt x="25" y="429"/>
                </a:cubicBezTo>
                <a:cubicBezTo>
                  <a:pt x="8" y="392"/>
                  <a:pt x="0" y="352"/>
                  <a:pt x="0" y="310"/>
                </a:cubicBezTo>
                <a:cubicBezTo>
                  <a:pt x="0" y="267"/>
                  <a:pt x="8" y="226"/>
                  <a:pt x="25" y="188"/>
                </a:cubicBezTo>
                <a:cubicBezTo>
                  <a:pt x="41" y="151"/>
                  <a:pt x="63" y="118"/>
                  <a:pt x="91" y="90"/>
                </a:cubicBezTo>
                <a:cubicBezTo>
                  <a:pt x="119" y="63"/>
                  <a:pt x="152" y="41"/>
                  <a:pt x="189" y="25"/>
                </a:cubicBezTo>
                <a:cubicBezTo>
                  <a:pt x="228" y="8"/>
                  <a:pt x="268" y="0"/>
                  <a:pt x="310" y="0"/>
                </a:cubicBezTo>
                <a:cubicBezTo>
                  <a:pt x="353" y="0"/>
                  <a:pt x="393" y="8"/>
                  <a:pt x="430" y="25"/>
                </a:cubicBezTo>
                <a:cubicBezTo>
                  <a:pt x="468" y="41"/>
                  <a:pt x="501" y="63"/>
                  <a:pt x="528" y="90"/>
                </a:cubicBezTo>
                <a:cubicBezTo>
                  <a:pt x="556" y="118"/>
                  <a:pt x="578" y="151"/>
                  <a:pt x="594" y="188"/>
                </a:cubicBezTo>
                <a:cubicBezTo>
                  <a:pt x="611" y="226"/>
                  <a:pt x="619" y="267"/>
                  <a:pt x="619" y="310"/>
                </a:cubicBezTo>
                <a:cubicBezTo>
                  <a:pt x="619" y="352"/>
                  <a:pt x="611" y="392"/>
                  <a:pt x="594" y="429"/>
                </a:cubicBezTo>
                <a:cubicBezTo>
                  <a:pt x="578" y="467"/>
                  <a:pt x="556" y="500"/>
                  <a:pt x="528" y="528"/>
                </a:cubicBezTo>
                <a:cubicBezTo>
                  <a:pt x="501" y="556"/>
                  <a:pt x="468" y="578"/>
                  <a:pt x="430" y="594"/>
                </a:cubicBezTo>
                <a:cubicBezTo>
                  <a:pt x="393" y="610"/>
                  <a:pt x="353" y="619"/>
                  <a:pt x="310" y="619"/>
                </a:cubicBezTo>
                <a:moveTo>
                  <a:pt x="310" y="572"/>
                </a:moveTo>
                <a:cubicBezTo>
                  <a:pt x="383" y="572"/>
                  <a:pt x="445" y="547"/>
                  <a:pt x="496" y="495"/>
                </a:cubicBezTo>
                <a:cubicBezTo>
                  <a:pt x="547" y="444"/>
                  <a:pt x="572" y="382"/>
                  <a:pt x="572" y="310"/>
                </a:cubicBezTo>
                <a:cubicBezTo>
                  <a:pt x="572" y="236"/>
                  <a:pt x="547" y="174"/>
                  <a:pt x="496" y="123"/>
                </a:cubicBezTo>
                <a:cubicBezTo>
                  <a:pt x="445" y="72"/>
                  <a:pt x="383" y="46"/>
                  <a:pt x="310" y="46"/>
                </a:cubicBezTo>
                <a:cubicBezTo>
                  <a:pt x="237" y="46"/>
                  <a:pt x="175" y="72"/>
                  <a:pt x="123" y="123"/>
                </a:cubicBezTo>
                <a:cubicBezTo>
                  <a:pt x="72" y="174"/>
                  <a:pt x="47" y="236"/>
                  <a:pt x="47" y="310"/>
                </a:cubicBezTo>
                <a:cubicBezTo>
                  <a:pt x="47" y="382"/>
                  <a:pt x="72" y="444"/>
                  <a:pt x="123" y="495"/>
                </a:cubicBezTo>
                <a:cubicBezTo>
                  <a:pt x="175" y="547"/>
                  <a:pt x="237" y="572"/>
                  <a:pt x="310" y="572"/>
                </a:cubicBezTo>
                <a:moveTo>
                  <a:pt x="310" y="310"/>
                </a:moveTo>
                <a:lnTo>
                  <a:pt x="310" y="31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9867960" y="30492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そのまま使うと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1467000" y="3563640"/>
            <a:ext cx="1728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ASI01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目標の乗っ取り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4743360" y="355392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読む内容を検査しない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7372440" y="355392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他人の文書を読む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1" name=""/>
          <p:cNvSpPr/>
          <p:nvPr/>
        </p:nvSpPr>
        <p:spPr>
          <a:xfrm>
            <a:off x="1145880" y="4079520"/>
            <a:ext cx="222840" cy="222840"/>
          </a:xfrm>
          <a:custGeom>
            <a:avLst/>
            <a:gdLst/>
            <a:ahLst/>
            <a:rect l="0" t="0" r="r" b="b"/>
            <a:pathLst>
              <a:path w="619" h="619">
                <a:moveTo>
                  <a:pt x="155" y="331"/>
                </a:moveTo>
                <a:lnTo>
                  <a:pt x="464" y="331"/>
                </a:lnTo>
                <a:lnTo>
                  <a:pt x="464" y="285"/>
                </a:lnTo>
                <a:lnTo>
                  <a:pt x="155" y="285"/>
                </a:lnTo>
                <a:lnTo>
                  <a:pt x="155" y="331"/>
                </a:lnTo>
                <a:moveTo>
                  <a:pt x="310" y="619"/>
                </a:moveTo>
                <a:cubicBezTo>
                  <a:pt x="268" y="619"/>
                  <a:pt x="228" y="611"/>
                  <a:pt x="189" y="595"/>
                </a:cubicBezTo>
                <a:cubicBezTo>
                  <a:pt x="152" y="578"/>
                  <a:pt x="119" y="556"/>
                  <a:pt x="91" y="528"/>
                </a:cubicBezTo>
                <a:cubicBezTo>
                  <a:pt x="63" y="500"/>
                  <a:pt x="41" y="467"/>
                  <a:pt x="25" y="430"/>
                </a:cubicBezTo>
                <a:cubicBezTo>
                  <a:pt x="8" y="392"/>
                  <a:pt x="0" y="352"/>
                  <a:pt x="0" y="310"/>
                </a:cubicBezTo>
                <a:cubicBezTo>
                  <a:pt x="0" y="267"/>
                  <a:pt x="8" y="227"/>
                  <a:pt x="25" y="190"/>
                </a:cubicBezTo>
                <a:cubicBezTo>
                  <a:pt x="41" y="152"/>
                  <a:pt x="63" y="120"/>
                  <a:pt x="91" y="92"/>
                </a:cubicBezTo>
                <a:cubicBezTo>
                  <a:pt x="119" y="63"/>
                  <a:pt x="152" y="41"/>
                  <a:pt x="189" y="25"/>
                </a:cubicBezTo>
                <a:cubicBezTo>
                  <a:pt x="228" y="9"/>
                  <a:pt x="268" y="0"/>
                  <a:pt x="310" y="0"/>
                </a:cubicBezTo>
                <a:cubicBezTo>
                  <a:pt x="353" y="0"/>
                  <a:pt x="393" y="9"/>
                  <a:pt x="430" y="25"/>
                </a:cubicBezTo>
                <a:cubicBezTo>
                  <a:pt x="468" y="41"/>
                  <a:pt x="501" y="63"/>
                  <a:pt x="528" y="92"/>
                </a:cubicBezTo>
                <a:cubicBezTo>
                  <a:pt x="556" y="120"/>
                  <a:pt x="578" y="152"/>
                  <a:pt x="594" y="190"/>
                </a:cubicBezTo>
                <a:cubicBezTo>
                  <a:pt x="611" y="227"/>
                  <a:pt x="619" y="267"/>
                  <a:pt x="619" y="310"/>
                </a:cubicBezTo>
                <a:cubicBezTo>
                  <a:pt x="619" y="352"/>
                  <a:pt x="611" y="392"/>
                  <a:pt x="594" y="430"/>
                </a:cubicBezTo>
                <a:cubicBezTo>
                  <a:pt x="578" y="467"/>
                  <a:pt x="556" y="500"/>
                  <a:pt x="528" y="528"/>
                </a:cubicBezTo>
                <a:cubicBezTo>
                  <a:pt x="501" y="556"/>
                  <a:pt x="468" y="578"/>
                  <a:pt x="430" y="595"/>
                </a:cubicBezTo>
                <a:cubicBezTo>
                  <a:pt x="393" y="611"/>
                  <a:pt x="353" y="619"/>
                  <a:pt x="310" y="619"/>
                </a:cubicBezTo>
                <a:moveTo>
                  <a:pt x="310" y="573"/>
                </a:moveTo>
                <a:cubicBezTo>
                  <a:pt x="383" y="573"/>
                  <a:pt x="445" y="547"/>
                  <a:pt x="496" y="496"/>
                </a:cubicBezTo>
                <a:cubicBezTo>
                  <a:pt x="547" y="445"/>
                  <a:pt x="572" y="383"/>
                  <a:pt x="572" y="310"/>
                </a:cubicBezTo>
                <a:cubicBezTo>
                  <a:pt x="572" y="237"/>
                  <a:pt x="547" y="175"/>
                  <a:pt x="496" y="124"/>
                </a:cubicBezTo>
                <a:cubicBezTo>
                  <a:pt x="445" y="72"/>
                  <a:pt x="383" y="47"/>
                  <a:pt x="310" y="47"/>
                </a:cubicBezTo>
                <a:cubicBezTo>
                  <a:pt x="237" y="47"/>
                  <a:pt x="175" y="72"/>
                  <a:pt x="123" y="124"/>
                </a:cubicBezTo>
                <a:cubicBezTo>
                  <a:pt x="72" y="175"/>
                  <a:pt x="47" y="237"/>
                  <a:pt x="47" y="310"/>
                </a:cubicBezTo>
                <a:cubicBezTo>
                  <a:pt x="47" y="383"/>
                  <a:pt x="72" y="445"/>
                  <a:pt x="123" y="496"/>
                </a:cubicBezTo>
                <a:cubicBezTo>
                  <a:pt x="175" y="547"/>
                  <a:pt x="237" y="573"/>
                  <a:pt x="310" y="573"/>
                </a:cubicBezTo>
                <a:moveTo>
                  <a:pt x="310" y="310"/>
                </a:moveTo>
                <a:lnTo>
                  <a:pt x="310" y="31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9867960" y="355392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当てはまる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1467000" y="406836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ASI06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記憶と文脈の汚染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4743360" y="405864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保存内容を検査しない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7372440" y="405864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履歴を引き継ぐ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6" name=""/>
          <p:cNvSpPr/>
          <p:nvPr/>
        </p:nvSpPr>
        <p:spPr>
          <a:xfrm>
            <a:off x="1145880" y="4584600"/>
            <a:ext cx="222840" cy="222480"/>
          </a:xfrm>
          <a:custGeom>
            <a:avLst/>
            <a:gdLst/>
            <a:ahLst/>
            <a:rect l="0" t="0" r="r" b="b"/>
            <a:pathLst>
              <a:path w="619" h="618">
                <a:moveTo>
                  <a:pt x="155" y="329"/>
                </a:moveTo>
                <a:lnTo>
                  <a:pt x="464" y="329"/>
                </a:lnTo>
                <a:lnTo>
                  <a:pt x="464" y="283"/>
                </a:lnTo>
                <a:lnTo>
                  <a:pt x="155" y="283"/>
                </a:lnTo>
                <a:lnTo>
                  <a:pt x="155" y="329"/>
                </a:lnTo>
                <a:moveTo>
                  <a:pt x="310" y="618"/>
                </a:moveTo>
                <a:cubicBezTo>
                  <a:pt x="268" y="618"/>
                  <a:pt x="228" y="610"/>
                  <a:pt x="189" y="594"/>
                </a:cubicBezTo>
                <a:cubicBezTo>
                  <a:pt x="152" y="578"/>
                  <a:pt x="119" y="556"/>
                  <a:pt x="91" y="526"/>
                </a:cubicBezTo>
                <a:cubicBezTo>
                  <a:pt x="63" y="498"/>
                  <a:pt x="41" y="466"/>
                  <a:pt x="25" y="428"/>
                </a:cubicBezTo>
                <a:cubicBezTo>
                  <a:pt x="8" y="391"/>
                  <a:pt x="0" y="351"/>
                  <a:pt x="0" y="308"/>
                </a:cubicBezTo>
                <a:cubicBezTo>
                  <a:pt x="0" y="266"/>
                  <a:pt x="8" y="226"/>
                  <a:pt x="25" y="188"/>
                </a:cubicBezTo>
                <a:cubicBezTo>
                  <a:pt x="41" y="151"/>
                  <a:pt x="63" y="118"/>
                  <a:pt x="91" y="90"/>
                </a:cubicBezTo>
                <a:cubicBezTo>
                  <a:pt x="119" y="62"/>
                  <a:pt x="152" y="40"/>
                  <a:pt x="189" y="24"/>
                </a:cubicBezTo>
                <a:cubicBezTo>
                  <a:pt x="228" y="8"/>
                  <a:pt x="268" y="0"/>
                  <a:pt x="310" y="0"/>
                </a:cubicBezTo>
                <a:cubicBezTo>
                  <a:pt x="353" y="0"/>
                  <a:pt x="393" y="8"/>
                  <a:pt x="430" y="24"/>
                </a:cubicBezTo>
                <a:cubicBezTo>
                  <a:pt x="468" y="40"/>
                  <a:pt x="501" y="62"/>
                  <a:pt x="528" y="90"/>
                </a:cubicBezTo>
                <a:cubicBezTo>
                  <a:pt x="556" y="118"/>
                  <a:pt x="578" y="151"/>
                  <a:pt x="594" y="188"/>
                </a:cubicBezTo>
                <a:cubicBezTo>
                  <a:pt x="611" y="226"/>
                  <a:pt x="619" y="266"/>
                  <a:pt x="619" y="308"/>
                </a:cubicBezTo>
                <a:cubicBezTo>
                  <a:pt x="619" y="351"/>
                  <a:pt x="611" y="391"/>
                  <a:pt x="594" y="428"/>
                </a:cubicBezTo>
                <a:cubicBezTo>
                  <a:pt x="578" y="466"/>
                  <a:pt x="556" y="498"/>
                  <a:pt x="528" y="526"/>
                </a:cubicBezTo>
                <a:cubicBezTo>
                  <a:pt x="501" y="556"/>
                  <a:pt x="468" y="578"/>
                  <a:pt x="430" y="594"/>
                </a:cubicBezTo>
                <a:cubicBezTo>
                  <a:pt x="393" y="610"/>
                  <a:pt x="353" y="618"/>
                  <a:pt x="310" y="618"/>
                </a:cubicBezTo>
                <a:moveTo>
                  <a:pt x="310" y="572"/>
                </a:moveTo>
                <a:cubicBezTo>
                  <a:pt x="383" y="572"/>
                  <a:pt x="445" y="546"/>
                  <a:pt x="496" y="494"/>
                </a:cubicBezTo>
                <a:cubicBezTo>
                  <a:pt x="547" y="443"/>
                  <a:pt x="572" y="381"/>
                  <a:pt x="572" y="308"/>
                </a:cubicBezTo>
                <a:cubicBezTo>
                  <a:pt x="572" y="235"/>
                  <a:pt x="547" y="173"/>
                  <a:pt x="496" y="122"/>
                </a:cubicBezTo>
                <a:cubicBezTo>
                  <a:pt x="445" y="72"/>
                  <a:pt x="383" y="46"/>
                  <a:pt x="310" y="46"/>
                </a:cubicBezTo>
                <a:cubicBezTo>
                  <a:pt x="237" y="46"/>
                  <a:pt x="175" y="72"/>
                  <a:pt x="123" y="122"/>
                </a:cubicBezTo>
                <a:cubicBezTo>
                  <a:pt x="72" y="173"/>
                  <a:pt x="47" y="235"/>
                  <a:pt x="47" y="308"/>
                </a:cubicBezTo>
                <a:cubicBezTo>
                  <a:pt x="47" y="381"/>
                  <a:pt x="72" y="443"/>
                  <a:pt x="123" y="494"/>
                </a:cubicBezTo>
                <a:cubicBezTo>
                  <a:pt x="175" y="546"/>
                  <a:pt x="237" y="572"/>
                  <a:pt x="310" y="572"/>
                </a:cubicBezTo>
                <a:moveTo>
                  <a:pt x="310" y="308"/>
                </a:moveTo>
                <a:lnTo>
                  <a:pt x="310" y="308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9867960" y="405864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当てはまる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1467000" y="4573080"/>
            <a:ext cx="2922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ASI07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安全でないエージェント間通信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4743360" y="456372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通信を守る仕組みがない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7372440" y="456372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複数を連携させる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1" name=""/>
          <p:cNvSpPr/>
          <p:nvPr/>
        </p:nvSpPr>
        <p:spPr>
          <a:xfrm>
            <a:off x="1145880" y="5089320"/>
            <a:ext cx="222840" cy="222480"/>
          </a:xfrm>
          <a:custGeom>
            <a:avLst/>
            <a:gdLst/>
            <a:ahLst/>
            <a:rect l="0" t="0" r="r" b="b"/>
            <a:pathLst>
              <a:path w="619" h="618">
                <a:moveTo>
                  <a:pt x="155" y="330"/>
                </a:moveTo>
                <a:lnTo>
                  <a:pt x="464" y="330"/>
                </a:lnTo>
                <a:lnTo>
                  <a:pt x="464" y="283"/>
                </a:lnTo>
                <a:lnTo>
                  <a:pt x="155" y="283"/>
                </a:lnTo>
                <a:lnTo>
                  <a:pt x="155" y="330"/>
                </a:lnTo>
                <a:moveTo>
                  <a:pt x="310" y="618"/>
                </a:moveTo>
                <a:cubicBezTo>
                  <a:pt x="268" y="618"/>
                  <a:pt x="228" y="610"/>
                  <a:pt x="189" y="594"/>
                </a:cubicBezTo>
                <a:cubicBezTo>
                  <a:pt x="152" y="578"/>
                  <a:pt x="119" y="556"/>
                  <a:pt x="91" y="528"/>
                </a:cubicBezTo>
                <a:cubicBezTo>
                  <a:pt x="63" y="500"/>
                  <a:pt x="41" y="467"/>
                  <a:pt x="25" y="429"/>
                </a:cubicBezTo>
                <a:cubicBezTo>
                  <a:pt x="8" y="392"/>
                  <a:pt x="0" y="351"/>
                  <a:pt x="0" y="309"/>
                </a:cubicBezTo>
                <a:cubicBezTo>
                  <a:pt x="0" y="266"/>
                  <a:pt x="8" y="226"/>
                  <a:pt x="25" y="188"/>
                </a:cubicBezTo>
                <a:cubicBezTo>
                  <a:pt x="41" y="151"/>
                  <a:pt x="63" y="118"/>
                  <a:pt x="91" y="90"/>
                </a:cubicBezTo>
                <a:cubicBezTo>
                  <a:pt x="119" y="63"/>
                  <a:pt x="152" y="41"/>
                  <a:pt x="189" y="24"/>
                </a:cubicBezTo>
                <a:cubicBezTo>
                  <a:pt x="228" y="8"/>
                  <a:pt x="268" y="0"/>
                  <a:pt x="310" y="0"/>
                </a:cubicBezTo>
                <a:cubicBezTo>
                  <a:pt x="353" y="0"/>
                  <a:pt x="393" y="8"/>
                  <a:pt x="430" y="24"/>
                </a:cubicBezTo>
                <a:cubicBezTo>
                  <a:pt x="468" y="41"/>
                  <a:pt x="501" y="63"/>
                  <a:pt x="528" y="90"/>
                </a:cubicBezTo>
                <a:cubicBezTo>
                  <a:pt x="556" y="118"/>
                  <a:pt x="578" y="151"/>
                  <a:pt x="594" y="188"/>
                </a:cubicBezTo>
                <a:cubicBezTo>
                  <a:pt x="611" y="226"/>
                  <a:pt x="619" y="266"/>
                  <a:pt x="619" y="309"/>
                </a:cubicBezTo>
                <a:cubicBezTo>
                  <a:pt x="619" y="351"/>
                  <a:pt x="611" y="392"/>
                  <a:pt x="594" y="429"/>
                </a:cubicBezTo>
                <a:cubicBezTo>
                  <a:pt x="578" y="467"/>
                  <a:pt x="556" y="500"/>
                  <a:pt x="528" y="528"/>
                </a:cubicBezTo>
                <a:cubicBezTo>
                  <a:pt x="501" y="556"/>
                  <a:pt x="468" y="578"/>
                  <a:pt x="430" y="594"/>
                </a:cubicBezTo>
                <a:cubicBezTo>
                  <a:pt x="393" y="610"/>
                  <a:pt x="353" y="618"/>
                  <a:pt x="310" y="618"/>
                </a:cubicBezTo>
                <a:moveTo>
                  <a:pt x="310" y="572"/>
                </a:moveTo>
                <a:cubicBezTo>
                  <a:pt x="383" y="572"/>
                  <a:pt x="445" y="547"/>
                  <a:pt x="496" y="495"/>
                </a:cubicBezTo>
                <a:cubicBezTo>
                  <a:pt x="547" y="444"/>
                  <a:pt x="572" y="382"/>
                  <a:pt x="572" y="309"/>
                </a:cubicBezTo>
                <a:cubicBezTo>
                  <a:pt x="572" y="236"/>
                  <a:pt x="547" y="174"/>
                  <a:pt x="496" y="123"/>
                </a:cubicBezTo>
                <a:cubicBezTo>
                  <a:pt x="445" y="72"/>
                  <a:pt x="383" y="46"/>
                  <a:pt x="310" y="46"/>
                </a:cubicBezTo>
                <a:cubicBezTo>
                  <a:pt x="237" y="46"/>
                  <a:pt x="175" y="72"/>
                  <a:pt x="123" y="123"/>
                </a:cubicBezTo>
                <a:cubicBezTo>
                  <a:pt x="72" y="174"/>
                  <a:pt x="47" y="236"/>
                  <a:pt x="47" y="309"/>
                </a:cubicBezTo>
                <a:cubicBezTo>
                  <a:pt x="47" y="382"/>
                  <a:pt x="72" y="444"/>
                  <a:pt x="123" y="495"/>
                </a:cubicBezTo>
                <a:cubicBezTo>
                  <a:pt x="175" y="547"/>
                  <a:pt x="237" y="572"/>
                  <a:pt x="310" y="572"/>
                </a:cubicBezTo>
                <a:moveTo>
                  <a:pt x="310" y="309"/>
                </a:moveTo>
                <a:lnTo>
                  <a:pt x="310" y="309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9867960" y="456372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当てはまらない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1467000" y="5077800"/>
            <a:ext cx="1728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ASI09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人の信頼の悪用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4743360" y="506844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人の判断に関与しない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7372440" y="506844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確かめずに承認する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9867960" y="506844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当てはまる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7956360" y="556560"/>
            <a:ext cx="3472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管理策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有効性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12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2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609480" y="392760"/>
            <a:ext cx="17154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公式の警告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4" name=""/>
          <p:cNvSpPr/>
          <p:nvPr/>
        </p:nvSpPr>
        <p:spPr>
          <a:xfrm>
            <a:off x="609480" y="1599840"/>
            <a:ext cx="5334120" cy="4800960"/>
          </a:xfrm>
          <a:custGeom>
            <a:avLst/>
            <a:gdLst/>
            <a:ahLst/>
            <a:rect l="0" t="0" r="r" b="b"/>
            <a:pathLst>
              <a:path w="14817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3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5" y="72"/>
                  <a:pt x="14774" y="83"/>
                  <a:pt x="14782" y="95"/>
                </a:cubicBezTo>
                <a:cubicBezTo>
                  <a:pt x="14790" y="106"/>
                  <a:pt x="14796" y="118"/>
                  <a:pt x="14801" y="131"/>
                </a:cubicBezTo>
                <a:cubicBezTo>
                  <a:pt x="14807" y="144"/>
                  <a:pt x="14811" y="157"/>
                  <a:pt x="14813" y="171"/>
                </a:cubicBezTo>
                <a:cubicBezTo>
                  <a:pt x="14816" y="185"/>
                  <a:pt x="14817" y="198"/>
                  <a:pt x="14817" y="212"/>
                </a:cubicBezTo>
                <a:lnTo>
                  <a:pt x="14817" y="13125"/>
                </a:lnTo>
                <a:cubicBezTo>
                  <a:pt x="14817" y="13139"/>
                  <a:pt x="14816" y="13152"/>
                  <a:pt x="14813" y="13166"/>
                </a:cubicBezTo>
                <a:cubicBezTo>
                  <a:pt x="14811" y="13180"/>
                  <a:pt x="14807" y="13193"/>
                  <a:pt x="14801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5" y="13265"/>
                  <a:pt x="14756" y="13275"/>
                </a:cubicBezTo>
                <a:cubicBezTo>
                  <a:pt x="14746" y="13284"/>
                  <a:pt x="14735" y="13293"/>
                  <a:pt x="14723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3" y="13335"/>
                  <a:pt x="14620" y="13336"/>
                  <a:pt x="14606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609480" y="1090800"/>
            <a:ext cx="77349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過信せず認証情報の持ち出しに備えるよう、公式も警告している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799920" y="1716120"/>
            <a:ext cx="3886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許可確認を省くと持ち出しは防げない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 4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7" name=""/>
          <p:cNvSpPr/>
          <p:nvPr/>
        </p:nvSpPr>
        <p:spPr>
          <a:xfrm>
            <a:off x="1942920" y="2419200"/>
            <a:ext cx="2667240" cy="476640"/>
          </a:xfrm>
          <a:custGeom>
            <a:avLst/>
            <a:gdLst/>
            <a:ahLst/>
            <a:rect l="0" t="0" r="r" b="b"/>
            <a:pathLst>
              <a:path w="7409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224" y="0"/>
                </a:lnTo>
                <a:cubicBezTo>
                  <a:pt x="7236" y="0"/>
                  <a:pt x="7248" y="1"/>
                  <a:pt x="7260" y="3"/>
                </a:cubicBezTo>
                <a:cubicBezTo>
                  <a:pt x="7272" y="6"/>
                  <a:pt x="7284" y="9"/>
                  <a:pt x="7295" y="14"/>
                </a:cubicBezTo>
                <a:cubicBezTo>
                  <a:pt x="7306" y="19"/>
                  <a:pt x="7317" y="24"/>
                  <a:pt x="7327" y="31"/>
                </a:cubicBezTo>
                <a:cubicBezTo>
                  <a:pt x="7337" y="38"/>
                  <a:pt x="7346" y="46"/>
                  <a:pt x="7355" y="54"/>
                </a:cubicBezTo>
                <a:cubicBezTo>
                  <a:pt x="7364" y="63"/>
                  <a:pt x="7371" y="72"/>
                  <a:pt x="7378" y="82"/>
                </a:cubicBezTo>
                <a:cubicBezTo>
                  <a:pt x="7385" y="92"/>
                  <a:pt x="7391" y="103"/>
                  <a:pt x="7395" y="114"/>
                </a:cubicBezTo>
                <a:cubicBezTo>
                  <a:pt x="7400" y="125"/>
                  <a:pt x="7403" y="137"/>
                  <a:pt x="7406" y="149"/>
                </a:cubicBezTo>
                <a:cubicBezTo>
                  <a:pt x="7408" y="161"/>
                  <a:pt x="7409" y="173"/>
                  <a:pt x="7409" y="185"/>
                </a:cubicBezTo>
                <a:lnTo>
                  <a:pt x="7409" y="1139"/>
                </a:lnTo>
                <a:cubicBezTo>
                  <a:pt x="7409" y="1151"/>
                  <a:pt x="7408" y="1163"/>
                  <a:pt x="7406" y="1175"/>
                </a:cubicBezTo>
                <a:cubicBezTo>
                  <a:pt x="7403" y="1187"/>
                  <a:pt x="7400" y="1198"/>
                  <a:pt x="7395" y="1209"/>
                </a:cubicBezTo>
                <a:cubicBezTo>
                  <a:pt x="7391" y="1221"/>
                  <a:pt x="7385" y="1231"/>
                  <a:pt x="7378" y="1242"/>
                </a:cubicBezTo>
                <a:cubicBezTo>
                  <a:pt x="7371" y="1252"/>
                  <a:pt x="7364" y="1261"/>
                  <a:pt x="7355" y="1270"/>
                </a:cubicBezTo>
                <a:cubicBezTo>
                  <a:pt x="7346" y="1278"/>
                  <a:pt x="7337" y="1286"/>
                  <a:pt x="7327" y="1293"/>
                </a:cubicBezTo>
                <a:cubicBezTo>
                  <a:pt x="7317" y="1299"/>
                  <a:pt x="7306" y="1305"/>
                  <a:pt x="7295" y="1310"/>
                </a:cubicBezTo>
                <a:cubicBezTo>
                  <a:pt x="7284" y="1314"/>
                  <a:pt x="7272" y="1318"/>
                  <a:pt x="7260" y="1320"/>
                </a:cubicBezTo>
                <a:cubicBezTo>
                  <a:pt x="7248" y="1323"/>
                  <a:pt x="7236" y="1324"/>
                  <a:pt x="7224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6" y="1314"/>
                  <a:pt x="114" y="1310"/>
                </a:cubicBezTo>
                <a:cubicBezTo>
                  <a:pt x="103" y="1305"/>
                  <a:pt x="92" y="1299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4" y="1231"/>
                  <a:pt x="19" y="1221"/>
                  <a:pt x="14" y="1209"/>
                </a:cubicBezTo>
                <a:cubicBezTo>
                  <a:pt x="9" y="1198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8" name=""/>
          <p:cNvSpPr/>
          <p:nvPr/>
        </p:nvSpPr>
        <p:spPr>
          <a:xfrm>
            <a:off x="1942920" y="2419200"/>
            <a:ext cx="2667240" cy="476640"/>
          </a:xfrm>
          <a:custGeom>
            <a:avLst/>
            <a:gdLst/>
            <a:ahLst/>
            <a:rect l="0" t="0" r="r" b="b"/>
            <a:pathLst>
              <a:path w="7409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224" y="0"/>
                </a:lnTo>
                <a:cubicBezTo>
                  <a:pt x="7236" y="0"/>
                  <a:pt x="7248" y="1"/>
                  <a:pt x="7260" y="3"/>
                </a:cubicBezTo>
                <a:cubicBezTo>
                  <a:pt x="7272" y="6"/>
                  <a:pt x="7284" y="9"/>
                  <a:pt x="7295" y="14"/>
                </a:cubicBezTo>
                <a:cubicBezTo>
                  <a:pt x="7306" y="19"/>
                  <a:pt x="7317" y="24"/>
                  <a:pt x="7327" y="31"/>
                </a:cubicBezTo>
                <a:cubicBezTo>
                  <a:pt x="7337" y="38"/>
                  <a:pt x="7346" y="46"/>
                  <a:pt x="7355" y="54"/>
                </a:cubicBezTo>
                <a:cubicBezTo>
                  <a:pt x="7364" y="63"/>
                  <a:pt x="7371" y="72"/>
                  <a:pt x="7378" y="82"/>
                </a:cubicBezTo>
                <a:cubicBezTo>
                  <a:pt x="7385" y="92"/>
                  <a:pt x="7391" y="103"/>
                  <a:pt x="7395" y="114"/>
                </a:cubicBezTo>
                <a:cubicBezTo>
                  <a:pt x="7400" y="125"/>
                  <a:pt x="7403" y="137"/>
                  <a:pt x="7406" y="149"/>
                </a:cubicBezTo>
                <a:cubicBezTo>
                  <a:pt x="7408" y="161"/>
                  <a:pt x="7409" y="173"/>
                  <a:pt x="7409" y="185"/>
                </a:cubicBezTo>
                <a:lnTo>
                  <a:pt x="7409" y="1139"/>
                </a:lnTo>
                <a:cubicBezTo>
                  <a:pt x="7409" y="1151"/>
                  <a:pt x="7408" y="1163"/>
                  <a:pt x="7406" y="1175"/>
                </a:cubicBezTo>
                <a:cubicBezTo>
                  <a:pt x="7403" y="1187"/>
                  <a:pt x="7400" y="1198"/>
                  <a:pt x="7395" y="1209"/>
                </a:cubicBezTo>
                <a:cubicBezTo>
                  <a:pt x="7391" y="1221"/>
                  <a:pt x="7385" y="1231"/>
                  <a:pt x="7378" y="1242"/>
                </a:cubicBezTo>
                <a:cubicBezTo>
                  <a:pt x="7371" y="1252"/>
                  <a:pt x="7364" y="1261"/>
                  <a:pt x="7355" y="1270"/>
                </a:cubicBezTo>
                <a:cubicBezTo>
                  <a:pt x="7346" y="1278"/>
                  <a:pt x="7337" y="1286"/>
                  <a:pt x="7327" y="1293"/>
                </a:cubicBezTo>
                <a:cubicBezTo>
                  <a:pt x="7317" y="1299"/>
                  <a:pt x="7306" y="1305"/>
                  <a:pt x="7295" y="1310"/>
                </a:cubicBezTo>
                <a:cubicBezTo>
                  <a:pt x="7284" y="1314"/>
                  <a:pt x="7272" y="1318"/>
                  <a:pt x="7260" y="1320"/>
                </a:cubicBezTo>
                <a:cubicBezTo>
                  <a:pt x="7248" y="1323"/>
                  <a:pt x="7236" y="1324"/>
                  <a:pt x="7224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6" y="1314"/>
                  <a:pt x="114" y="1310"/>
                </a:cubicBezTo>
                <a:cubicBezTo>
                  <a:pt x="103" y="1305"/>
                  <a:pt x="92" y="1299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4" y="1231"/>
                  <a:pt x="19" y="1221"/>
                  <a:pt x="14" y="1209"/>
                </a:cubicBezTo>
                <a:cubicBezTo>
                  <a:pt x="9" y="1198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9" name=""/>
          <p:cNvSpPr/>
          <p:nvPr/>
        </p:nvSpPr>
        <p:spPr>
          <a:xfrm>
            <a:off x="2098440" y="2530440"/>
            <a:ext cx="279720" cy="241560"/>
          </a:xfrm>
          <a:custGeom>
            <a:avLst/>
            <a:gdLst/>
            <a:ahLst/>
            <a:rect l="0" t="0" r="r" b="b"/>
            <a:pathLst>
              <a:path w="777" h="671">
                <a:moveTo>
                  <a:pt x="0" y="671"/>
                </a:moveTo>
                <a:lnTo>
                  <a:pt x="388" y="0"/>
                </a:lnTo>
                <a:lnTo>
                  <a:pt x="777" y="671"/>
                </a:lnTo>
                <a:lnTo>
                  <a:pt x="0" y="671"/>
                </a:lnTo>
                <a:moveTo>
                  <a:pt x="92" y="618"/>
                </a:moveTo>
                <a:lnTo>
                  <a:pt x="685" y="618"/>
                </a:lnTo>
                <a:lnTo>
                  <a:pt x="388" y="106"/>
                </a:lnTo>
                <a:lnTo>
                  <a:pt x="92" y="618"/>
                </a:lnTo>
                <a:moveTo>
                  <a:pt x="411" y="560"/>
                </a:moveTo>
                <a:cubicBezTo>
                  <a:pt x="416" y="555"/>
                  <a:pt x="418" y="549"/>
                  <a:pt x="418" y="541"/>
                </a:cubicBezTo>
                <a:cubicBezTo>
                  <a:pt x="418" y="534"/>
                  <a:pt x="416" y="527"/>
                  <a:pt x="411" y="522"/>
                </a:cubicBezTo>
                <a:cubicBezTo>
                  <a:pt x="405" y="517"/>
                  <a:pt x="399" y="515"/>
                  <a:pt x="392" y="515"/>
                </a:cubicBezTo>
                <a:cubicBezTo>
                  <a:pt x="384" y="515"/>
                  <a:pt x="378" y="517"/>
                  <a:pt x="373" y="522"/>
                </a:cubicBezTo>
                <a:cubicBezTo>
                  <a:pt x="368" y="528"/>
                  <a:pt x="365" y="534"/>
                  <a:pt x="365" y="541"/>
                </a:cubicBezTo>
                <a:cubicBezTo>
                  <a:pt x="365" y="549"/>
                  <a:pt x="368" y="555"/>
                  <a:pt x="373" y="560"/>
                </a:cubicBezTo>
                <a:cubicBezTo>
                  <a:pt x="378" y="565"/>
                  <a:pt x="384" y="568"/>
                  <a:pt x="392" y="568"/>
                </a:cubicBezTo>
                <a:cubicBezTo>
                  <a:pt x="399" y="568"/>
                  <a:pt x="406" y="565"/>
                  <a:pt x="411" y="560"/>
                </a:cubicBezTo>
                <a:moveTo>
                  <a:pt x="365" y="470"/>
                </a:moveTo>
                <a:lnTo>
                  <a:pt x="418" y="470"/>
                </a:lnTo>
                <a:lnTo>
                  <a:pt x="418" y="272"/>
                </a:lnTo>
                <a:lnTo>
                  <a:pt x="365" y="272"/>
                </a:lnTo>
                <a:lnTo>
                  <a:pt x="365" y="470"/>
                </a:lnTo>
                <a:moveTo>
                  <a:pt x="388" y="362"/>
                </a:moveTo>
                <a:lnTo>
                  <a:pt x="388" y="362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81" name=""/>
          <p:cNvSpPr/>
          <p:nvPr/>
        </p:nvSpPr>
        <p:spPr>
          <a:xfrm>
            <a:off x="1771560" y="3447720"/>
            <a:ext cx="3010320" cy="1486440"/>
          </a:xfrm>
          <a:custGeom>
            <a:avLst/>
            <a:gdLst/>
            <a:ahLst/>
            <a:rect l="0" t="0" r="r" b="b"/>
            <a:pathLst>
              <a:path w="8362" h="4129">
                <a:moveTo>
                  <a:pt x="0" y="394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8176" y="0"/>
                </a:lnTo>
                <a:cubicBezTo>
                  <a:pt x="8189" y="0"/>
                  <a:pt x="8201" y="2"/>
                  <a:pt x="8213" y="4"/>
                </a:cubicBezTo>
                <a:cubicBezTo>
                  <a:pt x="8224" y="6"/>
                  <a:pt x="8236" y="10"/>
                  <a:pt x="8247" y="15"/>
                </a:cubicBezTo>
                <a:cubicBezTo>
                  <a:pt x="8258" y="19"/>
                  <a:pt x="8269" y="25"/>
                  <a:pt x="8279" y="32"/>
                </a:cubicBezTo>
                <a:cubicBezTo>
                  <a:pt x="8289" y="38"/>
                  <a:pt x="8299" y="46"/>
                  <a:pt x="8307" y="55"/>
                </a:cubicBezTo>
                <a:cubicBezTo>
                  <a:pt x="8316" y="63"/>
                  <a:pt x="8324" y="73"/>
                  <a:pt x="8330" y="83"/>
                </a:cubicBezTo>
                <a:cubicBezTo>
                  <a:pt x="8337" y="93"/>
                  <a:pt x="8343" y="104"/>
                  <a:pt x="8347" y="115"/>
                </a:cubicBezTo>
                <a:cubicBezTo>
                  <a:pt x="8352" y="126"/>
                  <a:pt x="8356" y="138"/>
                  <a:pt x="8358" y="149"/>
                </a:cubicBezTo>
                <a:cubicBezTo>
                  <a:pt x="8360" y="161"/>
                  <a:pt x="8362" y="173"/>
                  <a:pt x="8362" y="186"/>
                </a:cubicBezTo>
                <a:lnTo>
                  <a:pt x="8362" y="3944"/>
                </a:lnTo>
                <a:cubicBezTo>
                  <a:pt x="8362" y="3956"/>
                  <a:pt x="8360" y="3968"/>
                  <a:pt x="8358" y="3980"/>
                </a:cubicBezTo>
                <a:cubicBezTo>
                  <a:pt x="8356" y="3992"/>
                  <a:pt x="8352" y="4003"/>
                  <a:pt x="8347" y="4015"/>
                </a:cubicBezTo>
                <a:cubicBezTo>
                  <a:pt x="8343" y="4026"/>
                  <a:pt x="8337" y="4036"/>
                  <a:pt x="8330" y="4047"/>
                </a:cubicBezTo>
                <a:cubicBezTo>
                  <a:pt x="8324" y="4057"/>
                  <a:pt x="8316" y="4066"/>
                  <a:pt x="8307" y="4075"/>
                </a:cubicBezTo>
                <a:cubicBezTo>
                  <a:pt x="8299" y="4083"/>
                  <a:pt x="8289" y="4091"/>
                  <a:pt x="8279" y="4098"/>
                </a:cubicBezTo>
                <a:cubicBezTo>
                  <a:pt x="8269" y="4104"/>
                  <a:pt x="8258" y="4110"/>
                  <a:pt x="8247" y="4115"/>
                </a:cubicBezTo>
                <a:cubicBezTo>
                  <a:pt x="8236" y="4119"/>
                  <a:pt x="8224" y="4123"/>
                  <a:pt x="8213" y="4125"/>
                </a:cubicBezTo>
                <a:cubicBezTo>
                  <a:pt x="8201" y="4128"/>
                  <a:pt x="8189" y="4129"/>
                  <a:pt x="8176" y="4129"/>
                </a:cubicBezTo>
                <a:lnTo>
                  <a:pt x="185" y="4129"/>
                </a:lnTo>
                <a:cubicBezTo>
                  <a:pt x="173" y="4129"/>
                  <a:pt x="161" y="4128"/>
                  <a:pt x="149" y="4125"/>
                </a:cubicBezTo>
                <a:cubicBezTo>
                  <a:pt x="137" y="4123"/>
                  <a:pt x="125" y="4119"/>
                  <a:pt x="114" y="4115"/>
                </a:cubicBezTo>
                <a:cubicBezTo>
                  <a:pt x="103" y="4110"/>
                  <a:pt x="92" y="4104"/>
                  <a:pt x="82" y="4098"/>
                </a:cubicBezTo>
                <a:cubicBezTo>
                  <a:pt x="72" y="4091"/>
                  <a:pt x="63" y="4083"/>
                  <a:pt x="54" y="4075"/>
                </a:cubicBezTo>
                <a:cubicBezTo>
                  <a:pt x="45" y="4066"/>
                  <a:pt x="38" y="4057"/>
                  <a:pt x="31" y="4047"/>
                </a:cubicBezTo>
                <a:cubicBezTo>
                  <a:pt x="24" y="4036"/>
                  <a:pt x="19" y="4026"/>
                  <a:pt x="14" y="4015"/>
                </a:cubicBezTo>
                <a:cubicBezTo>
                  <a:pt x="9" y="4003"/>
                  <a:pt x="6" y="3992"/>
                  <a:pt x="3" y="3980"/>
                </a:cubicBezTo>
                <a:cubicBezTo>
                  <a:pt x="1" y="3968"/>
                  <a:pt x="0" y="3956"/>
                  <a:pt x="0" y="39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2" name=""/>
          <p:cNvSpPr/>
          <p:nvPr/>
        </p:nvSpPr>
        <p:spPr>
          <a:xfrm>
            <a:off x="1771560" y="3447720"/>
            <a:ext cx="3010320" cy="1486440"/>
          </a:xfrm>
          <a:custGeom>
            <a:avLst/>
            <a:gdLst/>
            <a:ahLst/>
            <a:rect l="0" t="0" r="r" b="b"/>
            <a:pathLst>
              <a:path w="8362" h="4129">
                <a:moveTo>
                  <a:pt x="0" y="394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8176" y="0"/>
                </a:lnTo>
                <a:cubicBezTo>
                  <a:pt x="8189" y="0"/>
                  <a:pt x="8201" y="2"/>
                  <a:pt x="8213" y="4"/>
                </a:cubicBezTo>
                <a:cubicBezTo>
                  <a:pt x="8224" y="6"/>
                  <a:pt x="8236" y="10"/>
                  <a:pt x="8247" y="15"/>
                </a:cubicBezTo>
                <a:cubicBezTo>
                  <a:pt x="8258" y="19"/>
                  <a:pt x="8269" y="25"/>
                  <a:pt x="8279" y="32"/>
                </a:cubicBezTo>
                <a:cubicBezTo>
                  <a:pt x="8289" y="38"/>
                  <a:pt x="8299" y="46"/>
                  <a:pt x="8307" y="55"/>
                </a:cubicBezTo>
                <a:cubicBezTo>
                  <a:pt x="8316" y="63"/>
                  <a:pt x="8324" y="73"/>
                  <a:pt x="8330" y="83"/>
                </a:cubicBezTo>
                <a:cubicBezTo>
                  <a:pt x="8337" y="93"/>
                  <a:pt x="8343" y="104"/>
                  <a:pt x="8347" y="115"/>
                </a:cubicBezTo>
                <a:cubicBezTo>
                  <a:pt x="8352" y="126"/>
                  <a:pt x="8356" y="138"/>
                  <a:pt x="8358" y="149"/>
                </a:cubicBezTo>
                <a:cubicBezTo>
                  <a:pt x="8360" y="161"/>
                  <a:pt x="8362" y="173"/>
                  <a:pt x="8362" y="186"/>
                </a:cubicBezTo>
                <a:lnTo>
                  <a:pt x="8362" y="3944"/>
                </a:lnTo>
                <a:cubicBezTo>
                  <a:pt x="8362" y="3956"/>
                  <a:pt x="8360" y="3968"/>
                  <a:pt x="8358" y="3980"/>
                </a:cubicBezTo>
                <a:cubicBezTo>
                  <a:pt x="8356" y="3992"/>
                  <a:pt x="8352" y="4003"/>
                  <a:pt x="8347" y="4015"/>
                </a:cubicBezTo>
                <a:cubicBezTo>
                  <a:pt x="8343" y="4026"/>
                  <a:pt x="8337" y="4036"/>
                  <a:pt x="8330" y="4047"/>
                </a:cubicBezTo>
                <a:cubicBezTo>
                  <a:pt x="8324" y="4057"/>
                  <a:pt x="8316" y="4066"/>
                  <a:pt x="8307" y="4075"/>
                </a:cubicBezTo>
                <a:cubicBezTo>
                  <a:pt x="8299" y="4083"/>
                  <a:pt x="8289" y="4091"/>
                  <a:pt x="8279" y="4098"/>
                </a:cubicBezTo>
                <a:cubicBezTo>
                  <a:pt x="8269" y="4104"/>
                  <a:pt x="8258" y="4110"/>
                  <a:pt x="8247" y="4115"/>
                </a:cubicBezTo>
                <a:cubicBezTo>
                  <a:pt x="8236" y="4119"/>
                  <a:pt x="8224" y="4123"/>
                  <a:pt x="8213" y="4125"/>
                </a:cubicBezTo>
                <a:cubicBezTo>
                  <a:pt x="8201" y="4128"/>
                  <a:pt x="8189" y="4129"/>
                  <a:pt x="8176" y="4129"/>
                </a:cubicBezTo>
                <a:lnTo>
                  <a:pt x="185" y="4129"/>
                </a:lnTo>
                <a:cubicBezTo>
                  <a:pt x="173" y="4129"/>
                  <a:pt x="161" y="4128"/>
                  <a:pt x="149" y="4125"/>
                </a:cubicBezTo>
                <a:cubicBezTo>
                  <a:pt x="137" y="4123"/>
                  <a:pt x="125" y="4119"/>
                  <a:pt x="114" y="4115"/>
                </a:cubicBezTo>
                <a:cubicBezTo>
                  <a:pt x="103" y="4110"/>
                  <a:pt x="92" y="4104"/>
                  <a:pt x="82" y="4098"/>
                </a:cubicBezTo>
                <a:cubicBezTo>
                  <a:pt x="72" y="4091"/>
                  <a:pt x="63" y="4083"/>
                  <a:pt x="54" y="4075"/>
                </a:cubicBezTo>
                <a:cubicBezTo>
                  <a:pt x="45" y="4066"/>
                  <a:pt x="38" y="4057"/>
                  <a:pt x="31" y="4047"/>
                </a:cubicBezTo>
                <a:cubicBezTo>
                  <a:pt x="24" y="4036"/>
                  <a:pt x="19" y="4026"/>
                  <a:pt x="14" y="4015"/>
                </a:cubicBezTo>
                <a:cubicBezTo>
                  <a:pt x="9" y="4003"/>
                  <a:pt x="6" y="3992"/>
                  <a:pt x="3" y="3980"/>
                </a:cubicBezTo>
                <a:cubicBezTo>
                  <a:pt x="1" y="3968"/>
                  <a:pt x="0" y="3956"/>
                  <a:pt x="0" y="3944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3" name=""/>
          <p:cNvSpPr/>
          <p:nvPr/>
        </p:nvSpPr>
        <p:spPr>
          <a:xfrm>
            <a:off x="3076560" y="3652560"/>
            <a:ext cx="400320" cy="448200"/>
          </a:xfrm>
          <a:custGeom>
            <a:avLst/>
            <a:gdLst/>
            <a:ahLst/>
            <a:rect l="0" t="0" r="r" b="b"/>
            <a:pathLst>
              <a:path w="1112" h="1245">
                <a:moveTo>
                  <a:pt x="509" y="1126"/>
                </a:moveTo>
                <a:lnTo>
                  <a:pt x="509" y="649"/>
                </a:lnTo>
                <a:lnTo>
                  <a:pt x="92" y="408"/>
                </a:lnTo>
                <a:lnTo>
                  <a:pt x="92" y="885"/>
                </a:lnTo>
                <a:lnTo>
                  <a:pt x="509" y="1126"/>
                </a:lnTo>
                <a:moveTo>
                  <a:pt x="601" y="1126"/>
                </a:moveTo>
                <a:lnTo>
                  <a:pt x="1019" y="885"/>
                </a:lnTo>
                <a:lnTo>
                  <a:pt x="1019" y="406"/>
                </a:lnTo>
                <a:lnTo>
                  <a:pt x="601" y="649"/>
                </a:lnTo>
                <a:lnTo>
                  <a:pt x="601" y="1126"/>
                </a:lnTo>
                <a:moveTo>
                  <a:pt x="555" y="571"/>
                </a:moveTo>
                <a:lnTo>
                  <a:pt x="967" y="330"/>
                </a:lnTo>
                <a:lnTo>
                  <a:pt x="555" y="93"/>
                </a:lnTo>
                <a:lnTo>
                  <a:pt x="143" y="330"/>
                </a:lnTo>
                <a:lnTo>
                  <a:pt x="555" y="571"/>
                </a:lnTo>
                <a:moveTo>
                  <a:pt x="46" y="966"/>
                </a:moveTo>
                <a:cubicBezTo>
                  <a:pt x="31" y="957"/>
                  <a:pt x="20" y="946"/>
                  <a:pt x="12" y="931"/>
                </a:cubicBezTo>
                <a:cubicBezTo>
                  <a:pt x="4" y="917"/>
                  <a:pt x="0" y="902"/>
                  <a:pt x="0" y="885"/>
                </a:cubicBezTo>
                <a:lnTo>
                  <a:pt x="0" y="360"/>
                </a:lnTo>
                <a:cubicBezTo>
                  <a:pt x="0" y="343"/>
                  <a:pt x="4" y="328"/>
                  <a:pt x="12" y="314"/>
                </a:cubicBezTo>
                <a:cubicBezTo>
                  <a:pt x="20" y="300"/>
                  <a:pt x="31" y="288"/>
                  <a:pt x="46" y="279"/>
                </a:cubicBezTo>
                <a:lnTo>
                  <a:pt x="509" y="12"/>
                </a:lnTo>
                <a:cubicBezTo>
                  <a:pt x="524" y="4"/>
                  <a:pt x="539" y="0"/>
                  <a:pt x="555" y="0"/>
                </a:cubicBezTo>
                <a:cubicBezTo>
                  <a:pt x="572" y="0"/>
                  <a:pt x="587" y="4"/>
                  <a:pt x="601" y="12"/>
                </a:cubicBezTo>
                <a:lnTo>
                  <a:pt x="1065" y="279"/>
                </a:lnTo>
                <a:cubicBezTo>
                  <a:pt x="1080" y="288"/>
                  <a:pt x="1092" y="300"/>
                  <a:pt x="1100" y="314"/>
                </a:cubicBezTo>
                <a:cubicBezTo>
                  <a:pt x="1108" y="328"/>
                  <a:pt x="1112" y="343"/>
                  <a:pt x="1112" y="360"/>
                </a:cubicBezTo>
                <a:lnTo>
                  <a:pt x="1112" y="885"/>
                </a:lnTo>
                <a:cubicBezTo>
                  <a:pt x="1112" y="902"/>
                  <a:pt x="1108" y="917"/>
                  <a:pt x="1100" y="931"/>
                </a:cubicBezTo>
                <a:cubicBezTo>
                  <a:pt x="1092" y="946"/>
                  <a:pt x="1080" y="957"/>
                  <a:pt x="1065" y="966"/>
                </a:cubicBezTo>
                <a:lnTo>
                  <a:pt x="601" y="1233"/>
                </a:lnTo>
                <a:cubicBezTo>
                  <a:pt x="587" y="1241"/>
                  <a:pt x="571" y="1245"/>
                  <a:pt x="555" y="1245"/>
                </a:cubicBezTo>
                <a:cubicBezTo>
                  <a:pt x="539" y="1245"/>
                  <a:pt x="523" y="1241"/>
                  <a:pt x="509" y="1233"/>
                </a:cubicBezTo>
                <a:lnTo>
                  <a:pt x="46" y="966"/>
                </a:lnTo>
                <a:moveTo>
                  <a:pt x="555" y="623"/>
                </a:moveTo>
                <a:lnTo>
                  <a:pt x="555" y="62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2466720" y="2512800"/>
            <a:ext cx="1905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悪意あるプロジェクト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2819160" y="4145040"/>
            <a:ext cx="915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6" name=""/>
          <p:cNvSpPr/>
          <p:nvPr/>
        </p:nvSpPr>
        <p:spPr>
          <a:xfrm>
            <a:off x="2705040" y="5486040"/>
            <a:ext cx="1143360" cy="476640"/>
          </a:xfrm>
          <a:custGeom>
            <a:avLst/>
            <a:gdLst/>
            <a:ahLst/>
            <a:rect l="0" t="0" r="r" b="b"/>
            <a:pathLst>
              <a:path w="3176" h="1324">
                <a:moveTo>
                  <a:pt x="0" y="1138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2990" y="0"/>
                </a:lnTo>
                <a:cubicBezTo>
                  <a:pt x="3003" y="0"/>
                  <a:pt x="3015" y="2"/>
                  <a:pt x="3027" y="4"/>
                </a:cubicBezTo>
                <a:cubicBezTo>
                  <a:pt x="3039" y="6"/>
                  <a:pt x="3050" y="10"/>
                  <a:pt x="3061" y="15"/>
                </a:cubicBezTo>
                <a:cubicBezTo>
                  <a:pt x="3073" y="19"/>
                  <a:pt x="3083" y="25"/>
                  <a:pt x="3093" y="32"/>
                </a:cubicBezTo>
                <a:cubicBezTo>
                  <a:pt x="3103" y="38"/>
                  <a:pt x="3113" y="46"/>
                  <a:pt x="3121" y="55"/>
                </a:cubicBezTo>
                <a:cubicBezTo>
                  <a:pt x="3130" y="63"/>
                  <a:pt x="3138" y="73"/>
                  <a:pt x="3144" y="83"/>
                </a:cubicBezTo>
                <a:cubicBezTo>
                  <a:pt x="3151" y="93"/>
                  <a:pt x="3157" y="104"/>
                  <a:pt x="3162" y="115"/>
                </a:cubicBezTo>
                <a:cubicBezTo>
                  <a:pt x="3166" y="126"/>
                  <a:pt x="3170" y="138"/>
                  <a:pt x="3172" y="150"/>
                </a:cubicBezTo>
                <a:cubicBezTo>
                  <a:pt x="3174" y="162"/>
                  <a:pt x="3176" y="174"/>
                  <a:pt x="3176" y="186"/>
                </a:cubicBezTo>
                <a:lnTo>
                  <a:pt x="3176" y="1138"/>
                </a:lnTo>
                <a:cubicBezTo>
                  <a:pt x="3176" y="1150"/>
                  <a:pt x="3174" y="1162"/>
                  <a:pt x="3172" y="1174"/>
                </a:cubicBezTo>
                <a:cubicBezTo>
                  <a:pt x="3170" y="1186"/>
                  <a:pt x="3166" y="1198"/>
                  <a:pt x="3162" y="1209"/>
                </a:cubicBezTo>
                <a:cubicBezTo>
                  <a:pt x="3157" y="1220"/>
                  <a:pt x="3151" y="1231"/>
                  <a:pt x="3144" y="1241"/>
                </a:cubicBezTo>
                <a:cubicBezTo>
                  <a:pt x="3138" y="1251"/>
                  <a:pt x="3130" y="1261"/>
                  <a:pt x="3121" y="1269"/>
                </a:cubicBezTo>
                <a:cubicBezTo>
                  <a:pt x="3113" y="1278"/>
                  <a:pt x="3103" y="1285"/>
                  <a:pt x="3093" y="1293"/>
                </a:cubicBezTo>
                <a:cubicBezTo>
                  <a:pt x="3083" y="1300"/>
                  <a:pt x="3073" y="1306"/>
                  <a:pt x="3061" y="1310"/>
                </a:cubicBezTo>
                <a:cubicBezTo>
                  <a:pt x="3050" y="1315"/>
                  <a:pt x="3039" y="1318"/>
                  <a:pt x="3027" y="1321"/>
                </a:cubicBezTo>
                <a:cubicBezTo>
                  <a:pt x="3015" y="1323"/>
                  <a:pt x="3003" y="1324"/>
                  <a:pt x="2990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6"/>
                  <a:pt x="92" y="1300"/>
                  <a:pt x="82" y="1293"/>
                </a:cubicBezTo>
                <a:cubicBezTo>
                  <a:pt x="72" y="1285"/>
                  <a:pt x="63" y="1278"/>
                  <a:pt x="54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8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7" name=""/>
          <p:cNvSpPr/>
          <p:nvPr/>
        </p:nvSpPr>
        <p:spPr>
          <a:xfrm>
            <a:off x="2705040" y="5486040"/>
            <a:ext cx="1143360" cy="476640"/>
          </a:xfrm>
          <a:custGeom>
            <a:avLst/>
            <a:gdLst/>
            <a:ahLst/>
            <a:rect l="0" t="0" r="r" b="b"/>
            <a:pathLst>
              <a:path w="3176" h="1324">
                <a:moveTo>
                  <a:pt x="0" y="1138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2990" y="0"/>
                </a:lnTo>
                <a:cubicBezTo>
                  <a:pt x="3003" y="0"/>
                  <a:pt x="3015" y="2"/>
                  <a:pt x="3027" y="4"/>
                </a:cubicBezTo>
                <a:cubicBezTo>
                  <a:pt x="3039" y="6"/>
                  <a:pt x="3050" y="10"/>
                  <a:pt x="3061" y="15"/>
                </a:cubicBezTo>
                <a:cubicBezTo>
                  <a:pt x="3073" y="19"/>
                  <a:pt x="3083" y="25"/>
                  <a:pt x="3093" y="32"/>
                </a:cubicBezTo>
                <a:cubicBezTo>
                  <a:pt x="3103" y="38"/>
                  <a:pt x="3113" y="46"/>
                  <a:pt x="3121" y="55"/>
                </a:cubicBezTo>
                <a:cubicBezTo>
                  <a:pt x="3130" y="63"/>
                  <a:pt x="3138" y="73"/>
                  <a:pt x="3144" y="83"/>
                </a:cubicBezTo>
                <a:cubicBezTo>
                  <a:pt x="3151" y="93"/>
                  <a:pt x="3157" y="104"/>
                  <a:pt x="3162" y="115"/>
                </a:cubicBezTo>
                <a:cubicBezTo>
                  <a:pt x="3166" y="126"/>
                  <a:pt x="3170" y="138"/>
                  <a:pt x="3172" y="150"/>
                </a:cubicBezTo>
                <a:cubicBezTo>
                  <a:pt x="3174" y="162"/>
                  <a:pt x="3176" y="174"/>
                  <a:pt x="3176" y="186"/>
                </a:cubicBezTo>
                <a:lnTo>
                  <a:pt x="3176" y="1138"/>
                </a:lnTo>
                <a:cubicBezTo>
                  <a:pt x="3176" y="1150"/>
                  <a:pt x="3174" y="1162"/>
                  <a:pt x="3172" y="1174"/>
                </a:cubicBezTo>
                <a:cubicBezTo>
                  <a:pt x="3170" y="1186"/>
                  <a:pt x="3166" y="1198"/>
                  <a:pt x="3162" y="1209"/>
                </a:cubicBezTo>
                <a:cubicBezTo>
                  <a:pt x="3157" y="1220"/>
                  <a:pt x="3151" y="1231"/>
                  <a:pt x="3144" y="1241"/>
                </a:cubicBezTo>
                <a:cubicBezTo>
                  <a:pt x="3138" y="1251"/>
                  <a:pt x="3130" y="1261"/>
                  <a:pt x="3121" y="1269"/>
                </a:cubicBezTo>
                <a:cubicBezTo>
                  <a:pt x="3113" y="1278"/>
                  <a:pt x="3103" y="1285"/>
                  <a:pt x="3093" y="1293"/>
                </a:cubicBezTo>
                <a:cubicBezTo>
                  <a:pt x="3083" y="1300"/>
                  <a:pt x="3073" y="1306"/>
                  <a:pt x="3061" y="1310"/>
                </a:cubicBezTo>
                <a:cubicBezTo>
                  <a:pt x="3050" y="1315"/>
                  <a:pt x="3039" y="1318"/>
                  <a:pt x="3027" y="1321"/>
                </a:cubicBezTo>
                <a:cubicBezTo>
                  <a:pt x="3015" y="1323"/>
                  <a:pt x="3003" y="1324"/>
                  <a:pt x="2990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6"/>
                  <a:pt x="92" y="1300"/>
                  <a:pt x="82" y="1293"/>
                </a:cubicBezTo>
                <a:cubicBezTo>
                  <a:pt x="72" y="1285"/>
                  <a:pt x="63" y="1278"/>
                  <a:pt x="54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8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8" name=""/>
          <p:cNvSpPr/>
          <p:nvPr/>
        </p:nvSpPr>
        <p:spPr>
          <a:xfrm>
            <a:off x="2873160" y="5597280"/>
            <a:ext cx="254520" cy="254520"/>
          </a:xfrm>
          <a:custGeom>
            <a:avLst/>
            <a:gdLst/>
            <a:ahLst/>
            <a:rect l="0" t="0" r="r" b="b"/>
            <a:pathLst>
              <a:path w="707" h="707">
                <a:moveTo>
                  <a:pt x="216" y="679"/>
                </a:moveTo>
                <a:cubicBezTo>
                  <a:pt x="173" y="660"/>
                  <a:pt x="136" y="635"/>
                  <a:pt x="103" y="604"/>
                </a:cubicBezTo>
                <a:cubicBezTo>
                  <a:pt x="72" y="572"/>
                  <a:pt x="46" y="534"/>
                  <a:pt x="28" y="492"/>
                </a:cubicBezTo>
                <a:cubicBezTo>
                  <a:pt x="9" y="449"/>
                  <a:pt x="0" y="403"/>
                  <a:pt x="0" y="354"/>
                </a:cubicBezTo>
                <a:cubicBezTo>
                  <a:pt x="0" y="304"/>
                  <a:pt x="9" y="258"/>
                  <a:pt x="28" y="215"/>
                </a:cubicBezTo>
                <a:cubicBezTo>
                  <a:pt x="46" y="172"/>
                  <a:pt x="72" y="135"/>
                  <a:pt x="103" y="103"/>
                </a:cubicBezTo>
                <a:cubicBezTo>
                  <a:pt x="136" y="72"/>
                  <a:pt x="173" y="46"/>
                  <a:pt x="216" y="28"/>
                </a:cubicBezTo>
                <a:cubicBezTo>
                  <a:pt x="259" y="9"/>
                  <a:pt x="305" y="0"/>
                  <a:pt x="354" y="0"/>
                </a:cubicBezTo>
                <a:cubicBezTo>
                  <a:pt x="403" y="0"/>
                  <a:pt x="449" y="9"/>
                  <a:pt x="491" y="28"/>
                </a:cubicBezTo>
                <a:cubicBezTo>
                  <a:pt x="534" y="46"/>
                  <a:pt x="572" y="72"/>
                  <a:pt x="603" y="103"/>
                </a:cubicBezTo>
                <a:cubicBezTo>
                  <a:pt x="635" y="135"/>
                  <a:pt x="660" y="172"/>
                  <a:pt x="679" y="215"/>
                </a:cubicBezTo>
                <a:cubicBezTo>
                  <a:pt x="697" y="258"/>
                  <a:pt x="707" y="304"/>
                  <a:pt x="707" y="354"/>
                </a:cubicBezTo>
                <a:cubicBezTo>
                  <a:pt x="707" y="403"/>
                  <a:pt x="697" y="449"/>
                  <a:pt x="679" y="492"/>
                </a:cubicBezTo>
                <a:cubicBezTo>
                  <a:pt x="660" y="534"/>
                  <a:pt x="635" y="572"/>
                  <a:pt x="603" y="604"/>
                </a:cubicBezTo>
                <a:cubicBezTo>
                  <a:pt x="572" y="635"/>
                  <a:pt x="534" y="660"/>
                  <a:pt x="491" y="679"/>
                </a:cubicBezTo>
                <a:cubicBezTo>
                  <a:pt x="449" y="697"/>
                  <a:pt x="403" y="707"/>
                  <a:pt x="354" y="707"/>
                </a:cubicBezTo>
                <a:cubicBezTo>
                  <a:pt x="305" y="707"/>
                  <a:pt x="259" y="697"/>
                  <a:pt x="216" y="679"/>
                </a:cubicBezTo>
                <a:moveTo>
                  <a:pt x="316" y="653"/>
                </a:moveTo>
                <a:lnTo>
                  <a:pt x="316" y="581"/>
                </a:lnTo>
                <a:cubicBezTo>
                  <a:pt x="295" y="581"/>
                  <a:pt x="278" y="573"/>
                  <a:pt x="264" y="558"/>
                </a:cubicBezTo>
                <a:cubicBezTo>
                  <a:pt x="250" y="542"/>
                  <a:pt x="243" y="524"/>
                  <a:pt x="243" y="504"/>
                </a:cubicBezTo>
                <a:lnTo>
                  <a:pt x="243" y="465"/>
                </a:lnTo>
                <a:lnTo>
                  <a:pt x="61" y="283"/>
                </a:lnTo>
                <a:cubicBezTo>
                  <a:pt x="58" y="295"/>
                  <a:pt x="56" y="307"/>
                  <a:pt x="55" y="319"/>
                </a:cubicBezTo>
                <a:cubicBezTo>
                  <a:pt x="54" y="331"/>
                  <a:pt x="53" y="342"/>
                  <a:pt x="53" y="354"/>
                </a:cubicBezTo>
                <a:cubicBezTo>
                  <a:pt x="53" y="430"/>
                  <a:pt x="78" y="497"/>
                  <a:pt x="129" y="554"/>
                </a:cubicBezTo>
                <a:cubicBezTo>
                  <a:pt x="178" y="611"/>
                  <a:pt x="241" y="644"/>
                  <a:pt x="316" y="653"/>
                </a:cubicBezTo>
                <a:moveTo>
                  <a:pt x="575" y="558"/>
                </a:moveTo>
                <a:cubicBezTo>
                  <a:pt x="601" y="529"/>
                  <a:pt x="621" y="498"/>
                  <a:pt x="634" y="463"/>
                </a:cubicBezTo>
                <a:cubicBezTo>
                  <a:pt x="647" y="428"/>
                  <a:pt x="654" y="392"/>
                  <a:pt x="654" y="354"/>
                </a:cubicBezTo>
                <a:cubicBezTo>
                  <a:pt x="654" y="291"/>
                  <a:pt x="637" y="234"/>
                  <a:pt x="603" y="183"/>
                </a:cubicBezTo>
                <a:cubicBezTo>
                  <a:pt x="568" y="132"/>
                  <a:pt x="523" y="95"/>
                  <a:pt x="466" y="72"/>
                </a:cubicBezTo>
                <a:lnTo>
                  <a:pt x="466" y="87"/>
                </a:lnTo>
                <a:cubicBezTo>
                  <a:pt x="466" y="108"/>
                  <a:pt x="459" y="126"/>
                  <a:pt x="445" y="141"/>
                </a:cubicBezTo>
                <a:cubicBezTo>
                  <a:pt x="431" y="157"/>
                  <a:pt x="413" y="164"/>
                  <a:pt x="393" y="164"/>
                </a:cubicBezTo>
                <a:lnTo>
                  <a:pt x="316" y="164"/>
                </a:lnTo>
                <a:lnTo>
                  <a:pt x="316" y="241"/>
                </a:lnTo>
                <a:cubicBezTo>
                  <a:pt x="316" y="251"/>
                  <a:pt x="312" y="259"/>
                  <a:pt x="304" y="266"/>
                </a:cubicBezTo>
                <a:cubicBezTo>
                  <a:pt x="296" y="272"/>
                  <a:pt x="287" y="275"/>
                  <a:pt x="277" y="275"/>
                </a:cubicBezTo>
                <a:lnTo>
                  <a:pt x="204" y="275"/>
                </a:lnTo>
                <a:lnTo>
                  <a:pt x="204" y="354"/>
                </a:lnTo>
                <a:lnTo>
                  <a:pt x="431" y="354"/>
                </a:lnTo>
                <a:cubicBezTo>
                  <a:pt x="441" y="354"/>
                  <a:pt x="450" y="358"/>
                  <a:pt x="456" y="365"/>
                </a:cubicBezTo>
                <a:cubicBezTo>
                  <a:pt x="463" y="373"/>
                  <a:pt x="466" y="382"/>
                  <a:pt x="466" y="392"/>
                </a:cubicBezTo>
                <a:lnTo>
                  <a:pt x="466" y="504"/>
                </a:lnTo>
                <a:lnTo>
                  <a:pt x="504" y="504"/>
                </a:lnTo>
                <a:cubicBezTo>
                  <a:pt x="521" y="504"/>
                  <a:pt x="536" y="509"/>
                  <a:pt x="549" y="519"/>
                </a:cubicBezTo>
                <a:cubicBezTo>
                  <a:pt x="562" y="529"/>
                  <a:pt x="571" y="542"/>
                  <a:pt x="575" y="558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1930320" y="4484520"/>
            <a:ext cx="2747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 Code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の認証情報がある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0" name=""/>
          <p:cNvSpPr/>
          <p:nvPr/>
        </p:nvSpPr>
        <p:spPr>
          <a:xfrm>
            <a:off x="6248160" y="1599840"/>
            <a:ext cx="5334480" cy="4800960"/>
          </a:xfrm>
          <a:custGeom>
            <a:avLst/>
            <a:gdLst/>
            <a:ahLst/>
            <a:rect l="0" t="0" r="r" b="b"/>
            <a:pathLst>
              <a:path w="14818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2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5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5"/>
                </a:cubicBezTo>
                <a:cubicBezTo>
                  <a:pt x="184" y="2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4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6" y="72"/>
                  <a:pt x="14774" y="83"/>
                  <a:pt x="14782" y="95"/>
                </a:cubicBezTo>
                <a:cubicBezTo>
                  <a:pt x="14790" y="106"/>
                  <a:pt x="14796" y="118"/>
                  <a:pt x="14802" y="131"/>
                </a:cubicBezTo>
                <a:cubicBezTo>
                  <a:pt x="14807" y="144"/>
                  <a:pt x="14811" y="157"/>
                  <a:pt x="14814" y="171"/>
                </a:cubicBezTo>
                <a:cubicBezTo>
                  <a:pt x="14816" y="185"/>
                  <a:pt x="14818" y="198"/>
                  <a:pt x="14818" y="212"/>
                </a:cubicBezTo>
                <a:lnTo>
                  <a:pt x="14818" y="13125"/>
                </a:lnTo>
                <a:cubicBezTo>
                  <a:pt x="14818" y="13139"/>
                  <a:pt x="14816" y="13152"/>
                  <a:pt x="14814" y="13166"/>
                </a:cubicBezTo>
                <a:cubicBezTo>
                  <a:pt x="14811" y="13180"/>
                  <a:pt x="14807" y="13193"/>
                  <a:pt x="14802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6" y="13265"/>
                  <a:pt x="14756" y="13275"/>
                </a:cubicBezTo>
                <a:cubicBezTo>
                  <a:pt x="14746" y="13284"/>
                  <a:pt x="14735" y="13293"/>
                  <a:pt x="14724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4" y="13335"/>
                  <a:pt x="14620" y="13336"/>
                  <a:pt x="14606" y="13336"/>
                </a:cubicBezTo>
                <a:lnTo>
                  <a:pt x="212" y="13336"/>
                </a:lnTo>
                <a:cubicBezTo>
                  <a:pt x="198" y="13336"/>
                  <a:pt x="184" y="13335"/>
                  <a:pt x="171" y="13332"/>
                </a:cubicBezTo>
                <a:cubicBezTo>
                  <a:pt x="157" y="13330"/>
                  <a:pt x="144" y="13326"/>
                  <a:pt x="131" y="13320"/>
                </a:cubicBezTo>
                <a:cubicBezTo>
                  <a:pt x="118" y="13315"/>
                  <a:pt x="106" y="13309"/>
                  <a:pt x="94" y="13301"/>
                </a:cubicBezTo>
                <a:cubicBezTo>
                  <a:pt x="83" y="13293"/>
                  <a:pt x="72" y="13284"/>
                  <a:pt x="62" y="13275"/>
                </a:cubicBezTo>
                <a:cubicBezTo>
                  <a:pt x="52" y="13265"/>
                  <a:pt x="44" y="13254"/>
                  <a:pt x="36" y="13242"/>
                </a:cubicBezTo>
                <a:cubicBezTo>
                  <a:pt x="28" y="13231"/>
                  <a:pt x="22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2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3228840" y="557964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外部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2" name=""/>
          <p:cNvSpPr/>
          <p:nvPr/>
        </p:nvSpPr>
        <p:spPr>
          <a:xfrm>
            <a:off x="7286400" y="3038400"/>
            <a:ext cx="3258000" cy="628920"/>
          </a:xfrm>
          <a:custGeom>
            <a:avLst/>
            <a:gdLst/>
            <a:ahLst/>
            <a:rect l="0" t="0" r="r" b="b"/>
            <a:pathLst>
              <a:path w="9050" h="1747">
                <a:moveTo>
                  <a:pt x="0" y="156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3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865" y="0"/>
                </a:lnTo>
                <a:cubicBezTo>
                  <a:pt x="8877" y="0"/>
                  <a:pt x="8889" y="1"/>
                  <a:pt x="8901" y="3"/>
                </a:cubicBezTo>
                <a:cubicBezTo>
                  <a:pt x="8913" y="6"/>
                  <a:pt x="8924" y="9"/>
                  <a:pt x="8936" y="14"/>
                </a:cubicBezTo>
                <a:cubicBezTo>
                  <a:pt x="8947" y="18"/>
                  <a:pt x="8957" y="24"/>
                  <a:pt x="8968" y="31"/>
                </a:cubicBezTo>
                <a:cubicBezTo>
                  <a:pt x="8978" y="38"/>
                  <a:pt x="8987" y="45"/>
                  <a:pt x="8996" y="54"/>
                </a:cubicBezTo>
                <a:cubicBezTo>
                  <a:pt x="9004" y="63"/>
                  <a:pt x="9012" y="72"/>
                  <a:pt x="9019" y="82"/>
                </a:cubicBezTo>
                <a:cubicBezTo>
                  <a:pt x="9025" y="92"/>
                  <a:pt x="9031" y="103"/>
                  <a:pt x="9036" y="114"/>
                </a:cubicBezTo>
                <a:cubicBezTo>
                  <a:pt x="9040" y="125"/>
                  <a:pt x="9044" y="137"/>
                  <a:pt x="9046" y="149"/>
                </a:cubicBezTo>
                <a:cubicBezTo>
                  <a:pt x="9049" y="161"/>
                  <a:pt x="9050" y="173"/>
                  <a:pt x="9050" y="185"/>
                </a:cubicBezTo>
                <a:lnTo>
                  <a:pt x="9050" y="1562"/>
                </a:lnTo>
                <a:cubicBezTo>
                  <a:pt x="9050" y="1574"/>
                  <a:pt x="9049" y="1586"/>
                  <a:pt x="9046" y="1598"/>
                </a:cubicBezTo>
                <a:cubicBezTo>
                  <a:pt x="9044" y="1610"/>
                  <a:pt x="9040" y="1621"/>
                  <a:pt x="9036" y="1633"/>
                </a:cubicBezTo>
                <a:cubicBezTo>
                  <a:pt x="9031" y="1644"/>
                  <a:pt x="9025" y="1655"/>
                  <a:pt x="9019" y="1665"/>
                </a:cubicBezTo>
                <a:cubicBezTo>
                  <a:pt x="9012" y="1675"/>
                  <a:pt x="9004" y="1684"/>
                  <a:pt x="8996" y="1693"/>
                </a:cubicBezTo>
                <a:cubicBezTo>
                  <a:pt x="8987" y="1701"/>
                  <a:pt x="8978" y="1709"/>
                  <a:pt x="8968" y="1716"/>
                </a:cubicBezTo>
                <a:cubicBezTo>
                  <a:pt x="8957" y="1722"/>
                  <a:pt x="8947" y="1728"/>
                  <a:pt x="8936" y="1733"/>
                </a:cubicBezTo>
                <a:cubicBezTo>
                  <a:pt x="8924" y="1738"/>
                  <a:pt x="8913" y="1741"/>
                  <a:pt x="8901" y="1743"/>
                </a:cubicBezTo>
                <a:cubicBezTo>
                  <a:pt x="8889" y="1746"/>
                  <a:pt x="8877" y="1747"/>
                  <a:pt x="8865" y="1747"/>
                </a:cubicBezTo>
                <a:lnTo>
                  <a:pt x="185" y="1747"/>
                </a:lnTo>
                <a:cubicBezTo>
                  <a:pt x="173" y="1747"/>
                  <a:pt x="161" y="1746"/>
                  <a:pt x="149" y="1743"/>
                </a:cubicBezTo>
                <a:cubicBezTo>
                  <a:pt x="137" y="1741"/>
                  <a:pt x="126" y="1738"/>
                  <a:pt x="114" y="1733"/>
                </a:cubicBezTo>
                <a:cubicBezTo>
                  <a:pt x="103" y="1728"/>
                  <a:pt x="93" y="1722"/>
                  <a:pt x="82" y="1716"/>
                </a:cubicBezTo>
                <a:cubicBezTo>
                  <a:pt x="72" y="1709"/>
                  <a:pt x="63" y="1701"/>
                  <a:pt x="54" y="1693"/>
                </a:cubicBezTo>
                <a:cubicBezTo>
                  <a:pt x="46" y="1684"/>
                  <a:pt x="38" y="1675"/>
                  <a:pt x="31" y="1665"/>
                </a:cubicBezTo>
                <a:cubicBezTo>
                  <a:pt x="25" y="1655"/>
                  <a:pt x="19" y="1644"/>
                  <a:pt x="14" y="1633"/>
                </a:cubicBezTo>
                <a:cubicBezTo>
                  <a:pt x="10" y="1621"/>
                  <a:pt x="6" y="1610"/>
                  <a:pt x="4" y="1598"/>
                </a:cubicBezTo>
                <a:cubicBezTo>
                  <a:pt x="1" y="1586"/>
                  <a:pt x="0" y="1574"/>
                  <a:pt x="0" y="15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3" name=""/>
          <p:cNvSpPr/>
          <p:nvPr/>
        </p:nvSpPr>
        <p:spPr>
          <a:xfrm>
            <a:off x="7286400" y="3038400"/>
            <a:ext cx="3258000" cy="628920"/>
          </a:xfrm>
          <a:custGeom>
            <a:avLst/>
            <a:gdLst/>
            <a:ahLst/>
            <a:rect l="0" t="0" r="r" b="b"/>
            <a:pathLst>
              <a:path w="9050" h="1747">
                <a:moveTo>
                  <a:pt x="0" y="156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3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865" y="0"/>
                </a:lnTo>
                <a:cubicBezTo>
                  <a:pt x="8877" y="0"/>
                  <a:pt x="8889" y="1"/>
                  <a:pt x="8901" y="3"/>
                </a:cubicBezTo>
                <a:cubicBezTo>
                  <a:pt x="8913" y="6"/>
                  <a:pt x="8924" y="9"/>
                  <a:pt x="8936" y="14"/>
                </a:cubicBezTo>
                <a:cubicBezTo>
                  <a:pt x="8947" y="18"/>
                  <a:pt x="8957" y="24"/>
                  <a:pt x="8968" y="31"/>
                </a:cubicBezTo>
                <a:cubicBezTo>
                  <a:pt x="8978" y="38"/>
                  <a:pt x="8987" y="45"/>
                  <a:pt x="8996" y="54"/>
                </a:cubicBezTo>
                <a:cubicBezTo>
                  <a:pt x="9004" y="63"/>
                  <a:pt x="9012" y="72"/>
                  <a:pt x="9019" y="82"/>
                </a:cubicBezTo>
                <a:cubicBezTo>
                  <a:pt x="9025" y="92"/>
                  <a:pt x="9031" y="103"/>
                  <a:pt x="9036" y="114"/>
                </a:cubicBezTo>
                <a:cubicBezTo>
                  <a:pt x="9040" y="125"/>
                  <a:pt x="9044" y="137"/>
                  <a:pt x="9046" y="149"/>
                </a:cubicBezTo>
                <a:cubicBezTo>
                  <a:pt x="9049" y="161"/>
                  <a:pt x="9050" y="173"/>
                  <a:pt x="9050" y="185"/>
                </a:cubicBezTo>
                <a:lnTo>
                  <a:pt x="9050" y="1562"/>
                </a:lnTo>
                <a:cubicBezTo>
                  <a:pt x="9050" y="1574"/>
                  <a:pt x="9049" y="1586"/>
                  <a:pt x="9046" y="1598"/>
                </a:cubicBezTo>
                <a:cubicBezTo>
                  <a:pt x="9044" y="1610"/>
                  <a:pt x="9040" y="1621"/>
                  <a:pt x="9036" y="1633"/>
                </a:cubicBezTo>
                <a:cubicBezTo>
                  <a:pt x="9031" y="1644"/>
                  <a:pt x="9025" y="1655"/>
                  <a:pt x="9019" y="1665"/>
                </a:cubicBezTo>
                <a:cubicBezTo>
                  <a:pt x="9012" y="1675"/>
                  <a:pt x="9004" y="1684"/>
                  <a:pt x="8996" y="1693"/>
                </a:cubicBezTo>
                <a:cubicBezTo>
                  <a:pt x="8987" y="1701"/>
                  <a:pt x="8978" y="1709"/>
                  <a:pt x="8968" y="1716"/>
                </a:cubicBezTo>
                <a:cubicBezTo>
                  <a:pt x="8957" y="1722"/>
                  <a:pt x="8947" y="1728"/>
                  <a:pt x="8936" y="1733"/>
                </a:cubicBezTo>
                <a:cubicBezTo>
                  <a:pt x="8924" y="1738"/>
                  <a:pt x="8913" y="1741"/>
                  <a:pt x="8901" y="1743"/>
                </a:cubicBezTo>
                <a:cubicBezTo>
                  <a:pt x="8889" y="1746"/>
                  <a:pt x="8877" y="1747"/>
                  <a:pt x="8865" y="1747"/>
                </a:cubicBezTo>
                <a:lnTo>
                  <a:pt x="185" y="1747"/>
                </a:lnTo>
                <a:cubicBezTo>
                  <a:pt x="173" y="1747"/>
                  <a:pt x="161" y="1746"/>
                  <a:pt x="149" y="1743"/>
                </a:cubicBezTo>
                <a:cubicBezTo>
                  <a:pt x="137" y="1741"/>
                  <a:pt x="126" y="1738"/>
                  <a:pt x="114" y="1733"/>
                </a:cubicBezTo>
                <a:cubicBezTo>
                  <a:pt x="103" y="1728"/>
                  <a:pt x="93" y="1722"/>
                  <a:pt x="82" y="1716"/>
                </a:cubicBezTo>
                <a:cubicBezTo>
                  <a:pt x="72" y="1709"/>
                  <a:pt x="63" y="1701"/>
                  <a:pt x="54" y="1693"/>
                </a:cubicBezTo>
                <a:cubicBezTo>
                  <a:pt x="46" y="1684"/>
                  <a:pt x="38" y="1675"/>
                  <a:pt x="31" y="1665"/>
                </a:cubicBezTo>
                <a:cubicBezTo>
                  <a:pt x="25" y="1655"/>
                  <a:pt x="19" y="1644"/>
                  <a:pt x="14" y="1633"/>
                </a:cubicBezTo>
                <a:cubicBezTo>
                  <a:pt x="10" y="1621"/>
                  <a:pt x="6" y="1610"/>
                  <a:pt x="4" y="1598"/>
                </a:cubicBezTo>
                <a:cubicBezTo>
                  <a:pt x="1" y="1586"/>
                  <a:pt x="0" y="1574"/>
                  <a:pt x="0" y="1562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4" name=""/>
          <p:cNvSpPr/>
          <p:nvPr/>
        </p:nvSpPr>
        <p:spPr>
          <a:xfrm>
            <a:off x="7499160" y="3225240"/>
            <a:ext cx="203400" cy="254520"/>
          </a:xfrm>
          <a:custGeom>
            <a:avLst/>
            <a:gdLst/>
            <a:ahLst/>
            <a:rect l="0" t="0" r="r" b="b"/>
            <a:pathLst>
              <a:path w="565" h="707">
                <a:moveTo>
                  <a:pt x="243" y="471"/>
                </a:moveTo>
                <a:lnTo>
                  <a:pt x="446" y="270"/>
                </a:lnTo>
                <a:lnTo>
                  <a:pt x="408" y="234"/>
                </a:lnTo>
                <a:lnTo>
                  <a:pt x="246" y="395"/>
                </a:lnTo>
                <a:lnTo>
                  <a:pt x="157" y="306"/>
                </a:lnTo>
                <a:lnTo>
                  <a:pt x="118" y="345"/>
                </a:lnTo>
                <a:lnTo>
                  <a:pt x="243" y="471"/>
                </a:lnTo>
                <a:moveTo>
                  <a:pt x="282" y="707"/>
                </a:moveTo>
                <a:cubicBezTo>
                  <a:pt x="200" y="686"/>
                  <a:pt x="132" y="638"/>
                  <a:pt x="79" y="563"/>
                </a:cubicBezTo>
                <a:cubicBezTo>
                  <a:pt x="26" y="487"/>
                  <a:pt x="0" y="405"/>
                  <a:pt x="0" y="316"/>
                </a:cubicBezTo>
                <a:lnTo>
                  <a:pt x="0" y="106"/>
                </a:lnTo>
                <a:lnTo>
                  <a:pt x="282" y="0"/>
                </a:lnTo>
                <a:lnTo>
                  <a:pt x="565" y="106"/>
                </a:lnTo>
                <a:lnTo>
                  <a:pt x="565" y="316"/>
                </a:lnTo>
                <a:cubicBezTo>
                  <a:pt x="565" y="405"/>
                  <a:pt x="539" y="487"/>
                  <a:pt x="486" y="563"/>
                </a:cubicBezTo>
                <a:cubicBezTo>
                  <a:pt x="433" y="638"/>
                  <a:pt x="366" y="686"/>
                  <a:pt x="282" y="707"/>
                </a:cubicBezTo>
                <a:moveTo>
                  <a:pt x="282" y="652"/>
                </a:moveTo>
                <a:cubicBezTo>
                  <a:pt x="351" y="630"/>
                  <a:pt x="406" y="588"/>
                  <a:pt x="449" y="524"/>
                </a:cubicBezTo>
                <a:cubicBezTo>
                  <a:pt x="491" y="462"/>
                  <a:pt x="513" y="393"/>
                  <a:pt x="513" y="316"/>
                </a:cubicBezTo>
                <a:lnTo>
                  <a:pt x="513" y="143"/>
                </a:lnTo>
                <a:lnTo>
                  <a:pt x="282" y="57"/>
                </a:lnTo>
                <a:lnTo>
                  <a:pt x="53" y="143"/>
                </a:lnTo>
                <a:lnTo>
                  <a:pt x="53" y="316"/>
                </a:lnTo>
                <a:cubicBezTo>
                  <a:pt x="53" y="393"/>
                  <a:pt x="74" y="462"/>
                  <a:pt x="117" y="524"/>
                </a:cubicBezTo>
                <a:cubicBezTo>
                  <a:pt x="160" y="588"/>
                  <a:pt x="215" y="630"/>
                  <a:pt x="282" y="652"/>
                </a:cubicBezTo>
                <a:moveTo>
                  <a:pt x="282" y="354"/>
                </a:moveTo>
                <a:lnTo>
                  <a:pt x="282" y="35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6438960" y="1716120"/>
            <a:ext cx="41529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公式は使い方に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つの条件を付けている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6" name=""/>
          <p:cNvSpPr/>
          <p:nvPr/>
        </p:nvSpPr>
        <p:spPr>
          <a:xfrm>
            <a:off x="7286400" y="3876480"/>
            <a:ext cx="3258000" cy="628920"/>
          </a:xfrm>
          <a:custGeom>
            <a:avLst/>
            <a:gdLst/>
            <a:ahLst/>
            <a:rect l="0" t="0" r="r" b="b"/>
            <a:pathLst>
              <a:path w="9050" h="1747">
                <a:moveTo>
                  <a:pt x="0" y="156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4"/>
                  <a:pt x="103" y="19"/>
                  <a:pt x="114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865" y="0"/>
                </a:lnTo>
                <a:cubicBezTo>
                  <a:pt x="8877" y="0"/>
                  <a:pt x="8889" y="1"/>
                  <a:pt x="8901" y="4"/>
                </a:cubicBezTo>
                <a:cubicBezTo>
                  <a:pt x="8913" y="6"/>
                  <a:pt x="8924" y="9"/>
                  <a:pt x="8936" y="14"/>
                </a:cubicBezTo>
                <a:cubicBezTo>
                  <a:pt x="8947" y="19"/>
                  <a:pt x="8957" y="24"/>
                  <a:pt x="8968" y="31"/>
                </a:cubicBezTo>
                <a:cubicBezTo>
                  <a:pt x="8978" y="38"/>
                  <a:pt x="8987" y="46"/>
                  <a:pt x="8996" y="54"/>
                </a:cubicBezTo>
                <a:cubicBezTo>
                  <a:pt x="9004" y="63"/>
                  <a:pt x="9012" y="72"/>
                  <a:pt x="9019" y="82"/>
                </a:cubicBezTo>
                <a:cubicBezTo>
                  <a:pt x="9025" y="92"/>
                  <a:pt x="9031" y="103"/>
                  <a:pt x="9036" y="114"/>
                </a:cubicBezTo>
                <a:cubicBezTo>
                  <a:pt x="9040" y="126"/>
                  <a:pt x="9044" y="137"/>
                  <a:pt x="9046" y="149"/>
                </a:cubicBezTo>
                <a:cubicBezTo>
                  <a:pt x="9049" y="161"/>
                  <a:pt x="9050" y="173"/>
                  <a:pt x="9050" y="185"/>
                </a:cubicBezTo>
                <a:lnTo>
                  <a:pt x="9050" y="1562"/>
                </a:lnTo>
                <a:cubicBezTo>
                  <a:pt x="9050" y="1574"/>
                  <a:pt x="9049" y="1586"/>
                  <a:pt x="9046" y="1598"/>
                </a:cubicBezTo>
                <a:cubicBezTo>
                  <a:pt x="9044" y="1610"/>
                  <a:pt x="9040" y="1622"/>
                  <a:pt x="9036" y="1633"/>
                </a:cubicBezTo>
                <a:cubicBezTo>
                  <a:pt x="9031" y="1644"/>
                  <a:pt x="9025" y="1655"/>
                  <a:pt x="9019" y="1665"/>
                </a:cubicBezTo>
                <a:cubicBezTo>
                  <a:pt x="9012" y="1675"/>
                  <a:pt x="9004" y="1684"/>
                  <a:pt x="8996" y="1693"/>
                </a:cubicBezTo>
                <a:cubicBezTo>
                  <a:pt x="8987" y="1702"/>
                  <a:pt x="8978" y="1709"/>
                  <a:pt x="8968" y="1716"/>
                </a:cubicBezTo>
                <a:cubicBezTo>
                  <a:pt x="8957" y="1723"/>
                  <a:pt x="8947" y="1729"/>
                  <a:pt x="8936" y="1733"/>
                </a:cubicBezTo>
                <a:cubicBezTo>
                  <a:pt x="8924" y="1738"/>
                  <a:pt x="8913" y="1741"/>
                  <a:pt x="8901" y="1744"/>
                </a:cubicBezTo>
                <a:cubicBezTo>
                  <a:pt x="8889" y="1746"/>
                  <a:pt x="8877" y="1747"/>
                  <a:pt x="8865" y="1747"/>
                </a:cubicBezTo>
                <a:lnTo>
                  <a:pt x="185" y="1747"/>
                </a:lnTo>
                <a:cubicBezTo>
                  <a:pt x="173" y="1747"/>
                  <a:pt x="161" y="1746"/>
                  <a:pt x="149" y="1744"/>
                </a:cubicBezTo>
                <a:cubicBezTo>
                  <a:pt x="137" y="1741"/>
                  <a:pt x="126" y="1738"/>
                  <a:pt x="114" y="1733"/>
                </a:cubicBezTo>
                <a:cubicBezTo>
                  <a:pt x="103" y="1729"/>
                  <a:pt x="93" y="1723"/>
                  <a:pt x="82" y="1716"/>
                </a:cubicBezTo>
                <a:cubicBezTo>
                  <a:pt x="72" y="1709"/>
                  <a:pt x="63" y="1702"/>
                  <a:pt x="54" y="1693"/>
                </a:cubicBezTo>
                <a:cubicBezTo>
                  <a:pt x="46" y="1684"/>
                  <a:pt x="38" y="1675"/>
                  <a:pt x="31" y="1665"/>
                </a:cubicBezTo>
                <a:cubicBezTo>
                  <a:pt x="25" y="1655"/>
                  <a:pt x="19" y="1644"/>
                  <a:pt x="14" y="1633"/>
                </a:cubicBezTo>
                <a:cubicBezTo>
                  <a:pt x="10" y="1622"/>
                  <a:pt x="6" y="1610"/>
                  <a:pt x="4" y="1598"/>
                </a:cubicBezTo>
                <a:cubicBezTo>
                  <a:pt x="1" y="1586"/>
                  <a:pt x="0" y="1574"/>
                  <a:pt x="0" y="15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7" name=""/>
          <p:cNvSpPr/>
          <p:nvPr/>
        </p:nvSpPr>
        <p:spPr>
          <a:xfrm>
            <a:off x="7286400" y="3876480"/>
            <a:ext cx="3258000" cy="628920"/>
          </a:xfrm>
          <a:custGeom>
            <a:avLst/>
            <a:gdLst/>
            <a:ahLst/>
            <a:rect l="0" t="0" r="r" b="b"/>
            <a:pathLst>
              <a:path w="9050" h="1747">
                <a:moveTo>
                  <a:pt x="0" y="156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4"/>
                  <a:pt x="103" y="19"/>
                  <a:pt x="114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865" y="0"/>
                </a:lnTo>
                <a:cubicBezTo>
                  <a:pt x="8877" y="0"/>
                  <a:pt x="8889" y="1"/>
                  <a:pt x="8901" y="4"/>
                </a:cubicBezTo>
                <a:cubicBezTo>
                  <a:pt x="8913" y="6"/>
                  <a:pt x="8924" y="9"/>
                  <a:pt x="8936" y="14"/>
                </a:cubicBezTo>
                <a:cubicBezTo>
                  <a:pt x="8947" y="19"/>
                  <a:pt x="8957" y="24"/>
                  <a:pt x="8968" y="31"/>
                </a:cubicBezTo>
                <a:cubicBezTo>
                  <a:pt x="8978" y="38"/>
                  <a:pt x="8987" y="46"/>
                  <a:pt x="8996" y="54"/>
                </a:cubicBezTo>
                <a:cubicBezTo>
                  <a:pt x="9004" y="63"/>
                  <a:pt x="9012" y="72"/>
                  <a:pt x="9019" y="82"/>
                </a:cubicBezTo>
                <a:cubicBezTo>
                  <a:pt x="9025" y="92"/>
                  <a:pt x="9031" y="103"/>
                  <a:pt x="9036" y="114"/>
                </a:cubicBezTo>
                <a:cubicBezTo>
                  <a:pt x="9040" y="126"/>
                  <a:pt x="9044" y="137"/>
                  <a:pt x="9046" y="149"/>
                </a:cubicBezTo>
                <a:cubicBezTo>
                  <a:pt x="9049" y="161"/>
                  <a:pt x="9050" y="173"/>
                  <a:pt x="9050" y="185"/>
                </a:cubicBezTo>
                <a:lnTo>
                  <a:pt x="9050" y="1562"/>
                </a:lnTo>
                <a:cubicBezTo>
                  <a:pt x="9050" y="1574"/>
                  <a:pt x="9049" y="1586"/>
                  <a:pt x="9046" y="1598"/>
                </a:cubicBezTo>
                <a:cubicBezTo>
                  <a:pt x="9044" y="1610"/>
                  <a:pt x="9040" y="1622"/>
                  <a:pt x="9036" y="1633"/>
                </a:cubicBezTo>
                <a:cubicBezTo>
                  <a:pt x="9031" y="1644"/>
                  <a:pt x="9025" y="1655"/>
                  <a:pt x="9019" y="1665"/>
                </a:cubicBezTo>
                <a:cubicBezTo>
                  <a:pt x="9012" y="1675"/>
                  <a:pt x="9004" y="1684"/>
                  <a:pt x="8996" y="1693"/>
                </a:cubicBezTo>
                <a:cubicBezTo>
                  <a:pt x="8987" y="1702"/>
                  <a:pt x="8978" y="1709"/>
                  <a:pt x="8968" y="1716"/>
                </a:cubicBezTo>
                <a:cubicBezTo>
                  <a:pt x="8957" y="1723"/>
                  <a:pt x="8947" y="1729"/>
                  <a:pt x="8936" y="1733"/>
                </a:cubicBezTo>
                <a:cubicBezTo>
                  <a:pt x="8924" y="1738"/>
                  <a:pt x="8913" y="1741"/>
                  <a:pt x="8901" y="1744"/>
                </a:cubicBezTo>
                <a:cubicBezTo>
                  <a:pt x="8889" y="1746"/>
                  <a:pt x="8877" y="1747"/>
                  <a:pt x="8865" y="1747"/>
                </a:cubicBezTo>
                <a:lnTo>
                  <a:pt x="185" y="1747"/>
                </a:lnTo>
                <a:cubicBezTo>
                  <a:pt x="173" y="1747"/>
                  <a:pt x="161" y="1746"/>
                  <a:pt x="149" y="1744"/>
                </a:cubicBezTo>
                <a:cubicBezTo>
                  <a:pt x="137" y="1741"/>
                  <a:pt x="126" y="1738"/>
                  <a:pt x="114" y="1733"/>
                </a:cubicBezTo>
                <a:cubicBezTo>
                  <a:pt x="103" y="1729"/>
                  <a:pt x="93" y="1723"/>
                  <a:pt x="82" y="1716"/>
                </a:cubicBezTo>
                <a:cubicBezTo>
                  <a:pt x="72" y="1709"/>
                  <a:pt x="63" y="1702"/>
                  <a:pt x="54" y="1693"/>
                </a:cubicBezTo>
                <a:cubicBezTo>
                  <a:pt x="46" y="1684"/>
                  <a:pt x="38" y="1675"/>
                  <a:pt x="31" y="1665"/>
                </a:cubicBezTo>
                <a:cubicBezTo>
                  <a:pt x="25" y="1655"/>
                  <a:pt x="19" y="1644"/>
                  <a:pt x="14" y="1633"/>
                </a:cubicBezTo>
                <a:cubicBezTo>
                  <a:pt x="10" y="1622"/>
                  <a:pt x="6" y="1610"/>
                  <a:pt x="4" y="1598"/>
                </a:cubicBezTo>
                <a:cubicBezTo>
                  <a:pt x="1" y="1586"/>
                  <a:pt x="0" y="1574"/>
                  <a:pt x="0" y="1562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8" name=""/>
          <p:cNvSpPr/>
          <p:nvPr/>
        </p:nvSpPr>
        <p:spPr>
          <a:xfrm>
            <a:off x="7461000" y="4089240"/>
            <a:ext cx="279720" cy="190800"/>
          </a:xfrm>
          <a:custGeom>
            <a:avLst/>
            <a:gdLst/>
            <a:ahLst/>
            <a:rect l="0" t="0" r="r" b="b"/>
            <a:pathLst>
              <a:path w="777" h="530">
                <a:moveTo>
                  <a:pt x="495" y="372"/>
                </a:moveTo>
                <a:cubicBezTo>
                  <a:pt x="524" y="343"/>
                  <a:pt x="538" y="307"/>
                  <a:pt x="538" y="266"/>
                </a:cubicBezTo>
                <a:cubicBezTo>
                  <a:pt x="538" y="224"/>
                  <a:pt x="524" y="188"/>
                  <a:pt x="495" y="159"/>
                </a:cubicBezTo>
                <a:cubicBezTo>
                  <a:pt x="465" y="130"/>
                  <a:pt x="430" y="116"/>
                  <a:pt x="388" y="116"/>
                </a:cubicBezTo>
                <a:cubicBezTo>
                  <a:pt x="347" y="116"/>
                  <a:pt x="311" y="130"/>
                  <a:pt x="282" y="159"/>
                </a:cubicBezTo>
                <a:cubicBezTo>
                  <a:pt x="253" y="188"/>
                  <a:pt x="238" y="224"/>
                  <a:pt x="238" y="266"/>
                </a:cubicBezTo>
                <a:cubicBezTo>
                  <a:pt x="238" y="307"/>
                  <a:pt x="253" y="343"/>
                  <a:pt x="282" y="372"/>
                </a:cubicBezTo>
                <a:cubicBezTo>
                  <a:pt x="311" y="401"/>
                  <a:pt x="347" y="415"/>
                  <a:pt x="388" y="415"/>
                </a:cubicBezTo>
                <a:cubicBezTo>
                  <a:pt x="430" y="415"/>
                  <a:pt x="465" y="401"/>
                  <a:pt x="495" y="372"/>
                </a:cubicBezTo>
                <a:moveTo>
                  <a:pt x="318" y="336"/>
                </a:moveTo>
                <a:cubicBezTo>
                  <a:pt x="299" y="317"/>
                  <a:pt x="289" y="293"/>
                  <a:pt x="289" y="266"/>
                </a:cubicBezTo>
                <a:cubicBezTo>
                  <a:pt x="289" y="238"/>
                  <a:pt x="299" y="215"/>
                  <a:pt x="318" y="195"/>
                </a:cubicBezTo>
                <a:cubicBezTo>
                  <a:pt x="337" y="176"/>
                  <a:pt x="361" y="167"/>
                  <a:pt x="388" y="167"/>
                </a:cubicBezTo>
                <a:cubicBezTo>
                  <a:pt x="416" y="167"/>
                  <a:pt x="439" y="176"/>
                  <a:pt x="458" y="195"/>
                </a:cubicBezTo>
                <a:cubicBezTo>
                  <a:pt x="477" y="215"/>
                  <a:pt x="487" y="238"/>
                  <a:pt x="487" y="266"/>
                </a:cubicBezTo>
                <a:cubicBezTo>
                  <a:pt x="487" y="293"/>
                  <a:pt x="477" y="317"/>
                  <a:pt x="458" y="336"/>
                </a:cubicBezTo>
                <a:cubicBezTo>
                  <a:pt x="439" y="355"/>
                  <a:pt x="416" y="364"/>
                  <a:pt x="388" y="364"/>
                </a:cubicBezTo>
                <a:cubicBezTo>
                  <a:pt x="361" y="364"/>
                  <a:pt x="337" y="355"/>
                  <a:pt x="318" y="336"/>
                </a:cubicBezTo>
                <a:moveTo>
                  <a:pt x="155" y="457"/>
                </a:moveTo>
                <a:cubicBezTo>
                  <a:pt x="86" y="408"/>
                  <a:pt x="34" y="344"/>
                  <a:pt x="0" y="266"/>
                </a:cubicBezTo>
                <a:cubicBezTo>
                  <a:pt x="34" y="187"/>
                  <a:pt x="86" y="123"/>
                  <a:pt x="155" y="74"/>
                </a:cubicBezTo>
                <a:cubicBezTo>
                  <a:pt x="225" y="25"/>
                  <a:pt x="302" y="0"/>
                  <a:pt x="388" y="0"/>
                </a:cubicBezTo>
                <a:cubicBezTo>
                  <a:pt x="474" y="0"/>
                  <a:pt x="552" y="25"/>
                  <a:pt x="622" y="74"/>
                </a:cubicBezTo>
                <a:cubicBezTo>
                  <a:pt x="691" y="123"/>
                  <a:pt x="743" y="187"/>
                  <a:pt x="777" y="266"/>
                </a:cubicBezTo>
                <a:cubicBezTo>
                  <a:pt x="743" y="344"/>
                  <a:pt x="691" y="408"/>
                  <a:pt x="622" y="457"/>
                </a:cubicBezTo>
                <a:cubicBezTo>
                  <a:pt x="552" y="506"/>
                  <a:pt x="474" y="530"/>
                  <a:pt x="388" y="530"/>
                </a:cubicBezTo>
                <a:cubicBezTo>
                  <a:pt x="302" y="530"/>
                  <a:pt x="225" y="506"/>
                  <a:pt x="155" y="457"/>
                </a:cubicBezTo>
                <a:moveTo>
                  <a:pt x="388" y="266"/>
                </a:moveTo>
                <a:lnTo>
                  <a:pt x="388" y="266"/>
                </a:lnTo>
                <a:moveTo>
                  <a:pt x="584" y="419"/>
                </a:moveTo>
                <a:cubicBezTo>
                  <a:pt x="645" y="381"/>
                  <a:pt x="691" y="330"/>
                  <a:pt x="722" y="266"/>
                </a:cubicBezTo>
                <a:cubicBezTo>
                  <a:pt x="691" y="201"/>
                  <a:pt x="645" y="150"/>
                  <a:pt x="584" y="112"/>
                </a:cubicBezTo>
                <a:cubicBezTo>
                  <a:pt x="525" y="73"/>
                  <a:pt x="459" y="54"/>
                  <a:pt x="388" y="54"/>
                </a:cubicBezTo>
                <a:cubicBezTo>
                  <a:pt x="317" y="54"/>
                  <a:pt x="252" y="73"/>
                  <a:pt x="192" y="112"/>
                </a:cubicBezTo>
                <a:cubicBezTo>
                  <a:pt x="132" y="150"/>
                  <a:pt x="87" y="201"/>
                  <a:pt x="55" y="266"/>
                </a:cubicBezTo>
                <a:cubicBezTo>
                  <a:pt x="87" y="330"/>
                  <a:pt x="132" y="381"/>
                  <a:pt x="192" y="419"/>
                </a:cubicBezTo>
                <a:cubicBezTo>
                  <a:pt x="252" y="458"/>
                  <a:pt x="317" y="477"/>
                  <a:pt x="388" y="477"/>
                </a:cubicBezTo>
                <a:cubicBezTo>
                  <a:pt x="459" y="477"/>
                  <a:pt x="525" y="458"/>
                  <a:pt x="584" y="419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7829640" y="3207960"/>
            <a:ext cx="2477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信頼できるリポジトリで使う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0" name=""/>
          <p:cNvSpPr/>
          <p:nvPr/>
        </p:nvSpPr>
        <p:spPr>
          <a:xfrm>
            <a:off x="7286400" y="4714560"/>
            <a:ext cx="3258000" cy="629280"/>
          </a:xfrm>
          <a:custGeom>
            <a:avLst/>
            <a:gdLst/>
            <a:ahLst/>
            <a:rect l="0" t="0" r="r" b="b"/>
            <a:pathLst>
              <a:path w="9050" h="1748">
                <a:moveTo>
                  <a:pt x="0" y="1561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8865" y="0"/>
                </a:lnTo>
                <a:cubicBezTo>
                  <a:pt x="8877" y="0"/>
                  <a:pt x="8889" y="2"/>
                  <a:pt x="8901" y="4"/>
                </a:cubicBezTo>
                <a:cubicBezTo>
                  <a:pt x="8913" y="6"/>
                  <a:pt x="8924" y="10"/>
                  <a:pt x="8936" y="14"/>
                </a:cubicBezTo>
                <a:cubicBezTo>
                  <a:pt x="8947" y="19"/>
                  <a:pt x="8957" y="25"/>
                  <a:pt x="8968" y="32"/>
                </a:cubicBezTo>
                <a:cubicBezTo>
                  <a:pt x="8978" y="38"/>
                  <a:pt x="8987" y="46"/>
                  <a:pt x="8996" y="55"/>
                </a:cubicBezTo>
                <a:cubicBezTo>
                  <a:pt x="9004" y="63"/>
                  <a:pt x="9012" y="73"/>
                  <a:pt x="9019" y="83"/>
                </a:cubicBezTo>
                <a:cubicBezTo>
                  <a:pt x="9025" y="93"/>
                  <a:pt x="9031" y="103"/>
                  <a:pt x="9036" y="115"/>
                </a:cubicBezTo>
                <a:cubicBezTo>
                  <a:pt x="9040" y="126"/>
                  <a:pt x="9044" y="138"/>
                  <a:pt x="9046" y="149"/>
                </a:cubicBezTo>
                <a:cubicBezTo>
                  <a:pt x="9049" y="161"/>
                  <a:pt x="9050" y="173"/>
                  <a:pt x="9050" y="186"/>
                </a:cubicBezTo>
                <a:lnTo>
                  <a:pt x="9050" y="1561"/>
                </a:lnTo>
                <a:cubicBezTo>
                  <a:pt x="9050" y="1574"/>
                  <a:pt x="9049" y="1586"/>
                  <a:pt x="9046" y="1598"/>
                </a:cubicBezTo>
                <a:cubicBezTo>
                  <a:pt x="9044" y="1609"/>
                  <a:pt x="9040" y="1621"/>
                  <a:pt x="9036" y="1632"/>
                </a:cubicBezTo>
                <a:cubicBezTo>
                  <a:pt x="9031" y="1644"/>
                  <a:pt x="9025" y="1654"/>
                  <a:pt x="9019" y="1664"/>
                </a:cubicBezTo>
                <a:cubicBezTo>
                  <a:pt x="9012" y="1674"/>
                  <a:pt x="9004" y="1684"/>
                  <a:pt x="8996" y="1692"/>
                </a:cubicBezTo>
                <a:cubicBezTo>
                  <a:pt x="8987" y="1701"/>
                  <a:pt x="8978" y="1709"/>
                  <a:pt x="8968" y="1715"/>
                </a:cubicBezTo>
                <a:cubicBezTo>
                  <a:pt x="8957" y="1722"/>
                  <a:pt x="8947" y="1728"/>
                  <a:pt x="8936" y="1733"/>
                </a:cubicBezTo>
                <a:cubicBezTo>
                  <a:pt x="8924" y="1737"/>
                  <a:pt x="8913" y="1741"/>
                  <a:pt x="8901" y="1743"/>
                </a:cubicBezTo>
                <a:cubicBezTo>
                  <a:pt x="8889" y="1746"/>
                  <a:pt x="8877" y="1748"/>
                  <a:pt x="8865" y="1748"/>
                </a:cubicBezTo>
                <a:lnTo>
                  <a:pt x="185" y="1748"/>
                </a:lnTo>
                <a:cubicBezTo>
                  <a:pt x="173" y="1748"/>
                  <a:pt x="161" y="1746"/>
                  <a:pt x="149" y="1743"/>
                </a:cubicBezTo>
                <a:cubicBezTo>
                  <a:pt x="137" y="1741"/>
                  <a:pt x="126" y="1737"/>
                  <a:pt x="114" y="1733"/>
                </a:cubicBezTo>
                <a:cubicBezTo>
                  <a:pt x="103" y="1728"/>
                  <a:pt x="93" y="1722"/>
                  <a:pt x="82" y="1715"/>
                </a:cubicBezTo>
                <a:cubicBezTo>
                  <a:pt x="72" y="1709"/>
                  <a:pt x="63" y="1701"/>
                  <a:pt x="54" y="1692"/>
                </a:cubicBezTo>
                <a:cubicBezTo>
                  <a:pt x="46" y="1684"/>
                  <a:pt x="38" y="1674"/>
                  <a:pt x="31" y="1664"/>
                </a:cubicBezTo>
                <a:cubicBezTo>
                  <a:pt x="25" y="1654"/>
                  <a:pt x="19" y="1644"/>
                  <a:pt x="14" y="1632"/>
                </a:cubicBezTo>
                <a:cubicBezTo>
                  <a:pt x="10" y="1621"/>
                  <a:pt x="6" y="1609"/>
                  <a:pt x="4" y="1598"/>
                </a:cubicBezTo>
                <a:cubicBezTo>
                  <a:pt x="1" y="1586"/>
                  <a:pt x="0" y="1574"/>
                  <a:pt x="0" y="15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1" name=""/>
          <p:cNvSpPr/>
          <p:nvPr/>
        </p:nvSpPr>
        <p:spPr>
          <a:xfrm>
            <a:off x="7286400" y="4714560"/>
            <a:ext cx="3258000" cy="629280"/>
          </a:xfrm>
          <a:custGeom>
            <a:avLst/>
            <a:gdLst/>
            <a:ahLst/>
            <a:rect l="0" t="0" r="r" b="b"/>
            <a:pathLst>
              <a:path w="9050" h="1748">
                <a:moveTo>
                  <a:pt x="0" y="1561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8865" y="0"/>
                </a:lnTo>
                <a:cubicBezTo>
                  <a:pt x="8877" y="0"/>
                  <a:pt x="8889" y="2"/>
                  <a:pt x="8901" y="4"/>
                </a:cubicBezTo>
                <a:cubicBezTo>
                  <a:pt x="8913" y="6"/>
                  <a:pt x="8924" y="10"/>
                  <a:pt x="8936" y="14"/>
                </a:cubicBezTo>
                <a:cubicBezTo>
                  <a:pt x="8947" y="19"/>
                  <a:pt x="8957" y="25"/>
                  <a:pt x="8968" y="32"/>
                </a:cubicBezTo>
                <a:cubicBezTo>
                  <a:pt x="8978" y="38"/>
                  <a:pt x="8987" y="46"/>
                  <a:pt x="8996" y="55"/>
                </a:cubicBezTo>
                <a:cubicBezTo>
                  <a:pt x="9004" y="63"/>
                  <a:pt x="9012" y="73"/>
                  <a:pt x="9019" y="83"/>
                </a:cubicBezTo>
                <a:cubicBezTo>
                  <a:pt x="9025" y="93"/>
                  <a:pt x="9031" y="103"/>
                  <a:pt x="9036" y="115"/>
                </a:cubicBezTo>
                <a:cubicBezTo>
                  <a:pt x="9040" y="126"/>
                  <a:pt x="9044" y="138"/>
                  <a:pt x="9046" y="149"/>
                </a:cubicBezTo>
                <a:cubicBezTo>
                  <a:pt x="9049" y="161"/>
                  <a:pt x="9050" y="173"/>
                  <a:pt x="9050" y="186"/>
                </a:cubicBezTo>
                <a:lnTo>
                  <a:pt x="9050" y="1561"/>
                </a:lnTo>
                <a:cubicBezTo>
                  <a:pt x="9050" y="1574"/>
                  <a:pt x="9049" y="1586"/>
                  <a:pt x="9046" y="1598"/>
                </a:cubicBezTo>
                <a:cubicBezTo>
                  <a:pt x="9044" y="1609"/>
                  <a:pt x="9040" y="1621"/>
                  <a:pt x="9036" y="1632"/>
                </a:cubicBezTo>
                <a:cubicBezTo>
                  <a:pt x="9031" y="1644"/>
                  <a:pt x="9025" y="1654"/>
                  <a:pt x="9019" y="1664"/>
                </a:cubicBezTo>
                <a:cubicBezTo>
                  <a:pt x="9012" y="1674"/>
                  <a:pt x="9004" y="1684"/>
                  <a:pt x="8996" y="1692"/>
                </a:cubicBezTo>
                <a:cubicBezTo>
                  <a:pt x="8987" y="1701"/>
                  <a:pt x="8978" y="1709"/>
                  <a:pt x="8968" y="1715"/>
                </a:cubicBezTo>
                <a:cubicBezTo>
                  <a:pt x="8957" y="1722"/>
                  <a:pt x="8947" y="1728"/>
                  <a:pt x="8936" y="1733"/>
                </a:cubicBezTo>
                <a:cubicBezTo>
                  <a:pt x="8924" y="1737"/>
                  <a:pt x="8913" y="1741"/>
                  <a:pt x="8901" y="1743"/>
                </a:cubicBezTo>
                <a:cubicBezTo>
                  <a:pt x="8889" y="1746"/>
                  <a:pt x="8877" y="1748"/>
                  <a:pt x="8865" y="1748"/>
                </a:cubicBezTo>
                <a:lnTo>
                  <a:pt x="185" y="1748"/>
                </a:lnTo>
                <a:cubicBezTo>
                  <a:pt x="173" y="1748"/>
                  <a:pt x="161" y="1746"/>
                  <a:pt x="149" y="1743"/>
                </a:cubicBezTo>
                <a:cubicBezTo>
                  <a:pt x="137" y="1741"/>
                  <a:pt x="126" y="1737"/>
                  <a:pt x="114" y="1733"/>
                </a:cubicBezTo>
                <a:cubicBezTo>
                  <a:pt x="103" y="1728"/>
                  <a:pt x="93" y="1722"/>
                  <a:pt x="82" y="1715"/>
                </a:cubicBezTo>
                <a:cubicBezTo>
                  <a:pt x="72" y="1709"/>
                  <a:pt x="63" y="1701"/>
                  <a:pt x="54" y="1692"/>
                </a:cubicBezTo>
                <a:cubicBezTo>
                  <a:pt x="46" y="1684"/>
                  <a:pt x="38" y="1674"/>
                  <a:pt x="31" y="1664"/>
                </a:cubicBezTo>
                <a:cubicBezTo>
                  <a:pt x="25" y="1654"/>
                  <a:pt x="19" y="1644"/>
                  <a:pt x="14" y="1632"/>
                </a:cubicBezTo>
                <a:cubicBezTo>
                  <a:pt x="10" y="1621"/>
                  <a:pt x="6" y="1609"/>
                  <a:pt x="4" y="1598"/>
                </a:cubicBezTo>
                <a:cubicBezTo>
                  <a:pt x="1" y="1586"/>
                  <a:pt x="0" y="1574"/>
                  <a:pt x="0" y="1561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2" name=""/>
          <p:cNvSpPr/>
          <p:nvPr/>
        </p:nvSpPr>
        <p:spPr>
          <a:xfrm>
            <a:off x="7461000" y="4952880"/>
            <a:ext cx="292680" cy="152640"/>
          </a:xfrm>
          <a:custGeom>
            <a:avLst/>
            <a:gdLst/>
            <a:ahLst/>
            <a:rect l="0" t="0" r="r" b="b"/>
            <a:pathLst>
              <a:path w="813" h="424">
                <a:moveTo>
                  <a:pt x="170" y="254"/>
                </a:moveTo>
                <a:cubicBezTo>
                  <a:pt x="158" y="242"/>
                  <a:pt x="152" y="228"/>
                  <a:pt x="152" y="211"/>
                </a:cubicBezTo>
                <a:cubicBezTo>
                  <a:pt x="152" y="195"/>
                  <a:pt x="158" y="181"/>
                  <a:pt x="170" y="169"/>
                </a:cubicBezTo>
                <a:cubicBezTo>
                  <a:pt x="181" y="157"/>
                  <a:pt x="195" y="152"/>
                  <a:pt x="212" y="152"/>
                </a:cubicBezTo>
                <a:cubicBezTo>
                  <a:pt x="228" y="152"/>
                  <a:pt x="242" y="157"/>
                  <a:pt x="254" y="169"/>
                </a:cubicBezTo>
                <a:cubicBezTo>
                  <a:pt x="266" y="181"/>
                  <a:pt x="272" y="195"/>
                  <a:pt x="272" y="211"/>
                </a:cubicBezTo>
                <a:cubicBezTo>
                  <a:pt x="272" y="228"/>
                  <a:pt x="266" y="242"/>
                  <a:pt x="254" y="254"/>
                </a:cubicBezTo>
                <a:cubicBezTo>
                  <a:pt x="242" y="266"/>
                  <a:pt x="228" y="271"/>
                  <a:pt x="212" y="271"/>
                </a:cubicBezTo>
                <a:cubicBezTo>
                  <a:pt x="195" y="271"/>
                  <a:pt x="181" y="266"/>
                  <a:pt x="170" y="254"/>
                </a:cubicBezTo>
                <a:moveTo>
                  <a:pt x="212" y="424"/>
                </a:moveTo>
                <a:cubicBezTo>
                  <a:pt x="153" y="424"/>
                  <a:pt x="103" y="403"/>
                  <a:pt x="62" y="361"/>
                </a:cubicBezTo>
                <a:cubicBezTo>
                  <a:pt x="21" y="320"/>
                  <a:pt x="0" y="270"/>
                  <a:pt x="0" y="211"/>
                </a:cubicBezTo>
                <a:cubicBezTo>
                  <a:pt x="0" y="153"/>
                  <a:pt x="21" y="103"/>
                  <a:pt x="62" y="62"/>
                </a:cubicBezTo>
                <a:cubicBezTo>
                  <a:pt x="103" y="20"/>
                  <a:pt x="153" y="0"/>
                  <a:pt x="212" y="0"/>
                </a:cubicBezTo>
                <a:cubicBezTo>
                  <a:pt x="254" y="0"/>
                  <a:pt x="291" y="10"/>
                  <a:pt x="323" y="30"/>
                </a:cubicBezTo>
                <a:cubicBezTo>
                  <a:pt x="355" y="50"/>
                  <a:pt x="380" y="80"/>
                  <a:pt x="398" y="121"/>
                </a:cubicBezTo>
                <a:lnTo>
                  <a:pt x="712" y="121"/>
                </a:lnTo>
                <a:lnTo>
                  <a:pt x="813" y="220"/>
                </a:lnTo>
                <a:lnTo>
                  <a:pt x="664" y="355"/>
                </a:lnTo>
                <a:lnTo>
                  <a:pt x="587" y="299"/>
                </a:lnTo>
                <a:lnTo>
                  <a:pt x="509" y="355"/>
                </a:lnTo>
                <a:lnTo>
                  <a:pt x="443" y="302"/>
                </a:lnTo>
                <a:lnTo>
                  <a:pt x="398" y="302"/>
                </a:lnTo>
                <a:cubicBezTo>
                  <a:pt x="383" y="338"/>
                  <a:pt x="360" y="367"/>
                  <a:pt x="329" y="389"/>
                </a:cubicBezTo>
                <a:cubicBezTo>
                  <a:pt x="297" y="412"/>
                  <a:pt x="258" y="424"/>
                  <a:pt x="212" y="424"/>
                </a:cubicBezTo>
                <a:moveTo>
                  <a:pt x="212" y="370"/>
                </a:moveTo>
                <a:cubicBezTo>
                  <a:pt x="246" y="370"/>
                  <a:pt x="277" y="359"/>
                  <a:pt x="306" y="336"/>
                </a:cubicBezTo>
                <a:cubicBezTo>
                  <a:pt x="335" y="314"/>
                  <a:pt x="354" y="285"/>
                  <a:pt x="362" y="249"/>
                </a:cubicBezTo>
                <a:lnTo>
                  <a:pt x="462" y="249"/>
                </a:lnTo>
                <a:lnTo>
                  <a:pt x="510" y="289"/>
                </a:lnTo>
                <a:lnTo>
                  <a:pt x="588" y="234"/>
                </a:lnTo>
                <a:lnTo>
                  <a:pt x="660" y="288"/>
                </a:lnTo>
                <a:lnTo>
                  <a:pt x="735" y="219"/>
                </a:lnTo>
                <a:lnTo>
                  <a:pt x="690" y="174"/>
                </a:lnTo>
                <a:lnTo>
                  <a:pt x="362" y="174"/>
                </a:lnTo>
                <a:cubicBezTo>
                  <a:pt x="355" y="141"/>
                  <a:pt x="337" y="112"/>
                  <a:pt x="309" y="88"/>
                </a:cubicBezTo>
                <a:cubicBezTo>
                  <a:pt x="281" y="65"/>
                  <a:pt x="248" y="53"/>
                  <a:pt x="212" y="53"/>
                </a:cubicBezTo>
                <a:cubicBezTo>
                  <a:pt x="168" y="53"/>
                  <a:pt x="130" y="68"/>
                  <a:pt x="99" y="99"/>
                </a:cubicBezTo>
                <a:cubicBezTo>
                  <a:pt x="69" y="130"/>
                  <a:pt x="53" y="167"/>
                  <a:pt x="53" y="211"/>
                </a:cubicBezTo>
                <a:cubicBezTo>
                  <a:pt x="53" y="256"/>
                  <a:pt x="69" y="293"/>
                  <a:pt x="99" y="324"/>
                </a:cubicBezTo>
                <a:cubicBezTo>
                  <a:pt x="130" y="355"/>
                  <a:pt x="168" y="370"/>
                  <a:pt x="212" y="370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7829640" y="4046040"/>
            <a:ext cx="2244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の動作を監視する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4" name=""/>
          <p:cNvSpPr txBox="1"/>
          <p:nvPr/>
        </p:nvSpPr>
        <p:spPr>
          <a:xfrm>
            <a:off x="7829640" y="4884480"/>
            <a:ext cx="2477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ホストの秘密を持ち込まない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5" name=""/>
          <p:cNvSpPr/>
          <p:nvPr/>
        </p:nvSpPr>
        <p:spPr>
          <a:xfrm>
            <a:off x="3267000" y="2904840"/>
            <a:ext cx="19440" cy="533880"/>
          </a:xfrm>
          <a:custGeom>
            <a:avLst/>
            <a:gdLst/>
            <a:ahLst/>
            <a:rect l="0" t="0" r="r" b="b"/>
            <a:pathLst>
              <a:path w="54" h="1483">
                <a:moveTo>
                  <a:pt x="0" y="0"/>
                </a:moveTo>
                <a:lnTo>
                  <a:pt x="54" y="0"/>
                </a:lnTo>
                <a:lnTo>
                  <a:pt x="5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7956360" y="556560"/>
            <a:ext cx="3472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管理策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有効性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7" name=""/>
          <p:cNvSpPr/>
          <p:nvPr/>
        </p:nvSpPr>
        <p:spPr>
          <a:xfrm>
            <a:off x="3219120" y="334296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60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08" name=""/>
          <p:cNvSpPr/>
          <p:nvPr/>
        </p:nvSpPr>
        <p:spPr>
          <a:xfrm>
            <a:off x="3267000" y="4943160"/>
            <a:ext cx="19440" cy="533880"/>
          </a:xfrm>
          <a:custGeom>
            <a:avLst/>
            <a:gdLst/>
            <a:ahLst/>
            <a:rect l="0" t="0" r="r" b="b"/>
            <a:pathLst>
              <a:path w="54" h="1483">
                <a:moveTo>
                  <a:pt x="0" y="0"/>
                </a:moveTo>
                <a:lnTo>
                  <a:pt x="54" y="0"/>
                </a:lnTo>
                <a:lnTo>
                  <a:pt x="5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3381120" y="2979360"/>
            <a:ext cx="171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許可確認なしで実行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0" name=""/>
          <p:cNvSpPr/>
          <p:nvPr/>
        </p:nvSpPr>
        <p:spPr>
          <a:xfrm>
            <a:off x="3219120" y="538128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60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3381120" y="5017680"/>
            <a:ext cx="762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持ち出し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13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6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17" name=""/>
          <p:cNvSpPr txBox="1"/>
          <p:nvPr/>
        </p:nvSpPr>
        <p:spPr>
          <a:xfrm>
            <a:off x="609480" y="392760"/>
            <a:ext cx="437544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管理策に残る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のぜい弱性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8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609480" y="1090800"/>
            <a:ext cx="76698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持ち出しの経路など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のぜい弱性が、管理策そのものにも残る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0" name=""/>
          <p:cNvSpPr/>
          <p:nvPr/>
        </p:nvSpPr>
        <p:spPr>
          <a:xfrm>
            <a:off x="1361880" y="2304720"/>
            <a:ext cx="2286360" cy="1486440"/>
          </a:xfrm>
          <a:custGeom>
            <a:avLst/>
            <a:gdLst/>
            <a:ahLst/>
            <a:rect l="0" t="0" r="r" b="b"/>
            <a:pathLst>
              <a:path w="6351" h="4129">
                <a:moveTo>
                  <a:pt x="0" y="3944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5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5" y="63"/>
                  <a:pt x="6313" y="73"/>
                  <a:pt x="6320" y="83"/>
                </a:cubicBezTo>
                <a:cubicBezTo>
                  <a:pt x="6327" y="93"/>
                  <a:pt x="6332" y="104"/>
                  <a:pt x="6337" y="115"/>
                </a:cubicBezTo>
                <a:cubicBezTo>
                  <a:pt x="6342" y="126"/>
                  <a:pt x="6345" y="138"/>
                  <a:pt x="6347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3944"/>
                </a:lnTo>
                <a:cubicBezTo>
                  <a:pt x="6351" y="3956"/>
                  <a:pt x="6350" y="3968"/>
                  <a:pt x="6347" y="3980"/>
                </a:cubicBezTo>
                <a:cubicBezTo>
                  <a:pt x="6345" y="3992"/>
                  <a:pt x="6342" y="4003"/>
                  <a:pt x="6337" y="4015"/>
                </a:cubicBezTo>
                <a:cubicBezTo>
                  <a:pt x="6332" y="4026"/>
                  <a:pt x="6327" y="4036"/>
                  <a:pt x="6320" y="4047"/>
                </a:cubicBezTo>
                <a:cubicBezTo>
                  <a:pt x="6313" y="4057"/>
                  <a:pt x="6305" y="4066"/>
                  <a:pt x="6297" y="4075"/>
                </a:cubicBezTo>
                <a:cubicBezTo>
                  <a:pt x="6288" y="4083"/>
                  <a:pt x="6279" y="4091"/>
                  <a:pt x="6269" y="4098"/>
                </a:cubicBezTo>
                <a:cubicBezTo>
                  <a:pt x="6259" y="4104"/>
                  <a:pt x="6248" y="4110"/>
                  <a:pt x="6237" y="4115"/>
                </a:cubicBezTo>
                <a:cubicBezTo>
                  <a:pt x="6225" y="4119"/>
                  <a:pt x="6214" y="4123"/>
                  <a:pt x="6202" y="4125"/>
                </a:cubicBezTo>
                <a:cubicBezTo>
                  <a:pt x="6190" y="4128"/>
                  <a:pt x="6178" y="4129"/>
                  <a:pt x="6166" y="4129"/>
                </a:cubicBezTo>
                <a:lnTo>
                  <a:pt x="185" y="4129"/>
                </a:lnTo>
                <a:cubicBezTo>
                  <a:pt x="173" y="4129"/>
                  <a:pt x="161" y="4128"/>
                  <a:pt x="149" y="4125"/>
                </a:cubicBezTo>
                <a:cubicBezTo>
                  <a:pt x="137" y="4123"/>
                  <a:pt x="126" y="4119"/>
                  <a:pt x="114" y="4115"/>
                </a:cubicBezTo>
                <a:cubicBezTo>
                  <a:pt x="103" y="4110"/>
                  <a:pt x="92" y="4104"/>
                  <a:pt x="82" y="4098"/>
                </a:cubicBezTo>
                <a:cubicBezTo>
                  <a:pt x="72" y="4091"/>
                  <a:pt x="63" y="4083"/>
                  <a:pt x="54" y="4075"/>
                </a:cubicBezTo>
                <a:cubicBezTo>
                  <a:pt x="46" y="4066"/>
                  <a:pt x="38" y="4057"/>
                  <a:pt x="31" y="4047"/>
                </a:cubicBezTo>
                <a:cubicBezTo>
                  <a:pt x="24" y="4036"/>
                  <a:pt x="19" y="4026"/>
                  <a:pt x="14" y="4015"/>
                </a:cubicBezTo>
                <a:cubicBezTo>
                  <a:pt x="9" y="4003"/>
                  <a:pt x="6" y="3992"/>
                  <a:pt x="4" y="3980"/>
                </a:cubicBezTo>
                <a:cubicBezTo>
                  <a:pt x="1" y="3968"/>
                  <a:pt x="0" y="3956"/>
                  <a:pt x="0" y="39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1" name=""/>
          <p:cNvSpPr/>
          <p:nvPr/>
        </p:nvSpPr>
        <p:spPr>
          <a:xfrm>
            <a:off x="1361880" y="2304720"/>
            <a:ext cx="2286360" cy="1486440"/>
          </a:xfrm>
          <a:custGeom>
            <a:avLst/>
            <a:gdLst/>
            <a:ahLst/>
            <a:rect l="0" t="0" r="r" b="b"/>
            <a:pathLst>
              <a:path w="6351" h="4129">
                <a:moveTo>
                  <a:pt x="0" y="3944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5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5" y="63"/>
                  <a:pt x="6313" y="73"/>
                  <a:pt x="6320" y="83"/>
                </a:cubicBezTo>
                <a:cubicBezTo>
                  <a:pt x="6327" y="93"/>
                  <a:pt x="6332" y="104"/>
                  <a:pt x="6337" y="115"/>
                </a:cubicBezTo>
                <a:cubicBezTo>
                  <a:pt x="6342" y="126"/>
                  <a:pt x="6345" y="138"/>
                  <a:pt x="6347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3944"/>
                </a:lnTo>
                <a:cubicBezTo>
                  <a:pt x="6351" y="3956"/>
                  <a:pt x="6350" y="3968"/>
                  <a:pt x="6347" y="3980"/>
                </a:cubicBezTo>
                <a:cubicBezTo>
                  <a:pt x="6345" y="3992"/>
                  <a:pt x="6342" y="4003"/>
                  <a:pt x="6337" y="4015"/>
                </a:cubicBezTo>
                <a:cubicBezTo>
                  <a:pt x="6332" y="4026"/>
                  <a:pt x="6327" y="4036"/>
                  <a:pt x="6320" y="4047"/>
                </a:cubicBezTo>
                <a:cubicBezTo>
                  <a:pt x="6313" y="4057"/>
                  <a:pt x="6305" y="4066"/>
                  <a:pt x="6297" y="4075"/>
                </a:cubicBezTo>
                <a:cubicBezTo>
                  <a:pt x="6288" y="4083"/>
                  <a:pt x="6279" y="4091"/>
                  <a:pt x="6269" y="4098"/>
                </a:cubicBezTo>
                <a:cubicBezTo>
                  <a:pt x="6259" y="4104"/>
                  <a:pt x="6248" y="4110"/>
                  <a:pt x="6237" y="4115"/>
                </a:cubicBezTo>
                <a:cubicBezTo>
                  <a:pt x="6225" y="4119"/>
                  <a:pt x="6214" y="4123"/>
                  <a:pt x="6202" y="4125"/>
                </a:cubicBezTo>
                <a:cubicBezTo>
                  <a:pt x="6190" y="4128"/>
                  <a:pt x="6178" y="4129"/>
                  <a:pt x="6166" y="4129"/>
                </a:cubicBezTo>
                <a:lnTo>
                  <a:pt x="185" y="4129"/>
                </a:lnTo>
                <a:cubicBezTo>
                  <a:pt x="173" y="4129"/>
                  <a:pt x="161" y="4128"/>
                  <a:pt x="149" y="4125"/>
                </a:cubicBezTo>
                <a:cubicBezTo>
                  <a:pt x="137" y="4123"/>
                  <a:pt x="126" y="4119"/>
                  <a:pt x="114" y="4115"/>
                </a:cubicBezTo>
                <a:cubicBezTo>
                  <a:pt x="103" y="4110"/>
                  <a:pt x="92" y="4104"/>
                  <a:pt x="82" y="4098"/>
                </a:cubicBezTo>
                <a:cubicBezTo>
                  <a:pt x="72" y="4091"/>
                  <a:pt x="63" y="4083"/>
                  <a:pt x="54" y="4075"/>
                </a:cubicBezTo>
                <a:cubicBezTo>
                  <a:pt x="46" y="4066"/>
                  <a:pt x="38" y="4057"/>
                  <a:pt x="31" y="4047"/>
                </a:cubicBezTo>
                <a:cubicBezTo>
                  <a:pt x="24" y="4036"/>
                  <a:pt x="19" y="4026"/>
                  <a:pt x="14" y="4015"/>
                </a:cubicBezTo>
                <a:cubicBezTo>
                  <a:pt x="9" y="4003"/>
                  <a:pt x="6" y="3992"/>
                  <a:pt x="4" y="3980"/>
                </a:cubicBezTo>
                <a:cubicBezTo>
                  <a:pt x="1" y="3968"/>
                  <a:pt x="0" y="3956"/>
                  <a:pt x="0" y="3944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2" name=""/>
          <p:cNvSpPr/>
          <p:nvPr/>
        </p:nvSpPr>
        <p:spPr>
          <a:xfrm>
            <a:off x="2282760" y="2511360"/>
            <a:ext cx="444600" cy="444600"/>
          </a:xfrm>
          <a:custGeom>
            <a:avLst/>
            <a:gdLst/>
            <a:ahLst/>
            <a:rect l="0" t="0" r="r" b="b"/>
            <a:pathLst>
              <a:path w="1235" h="1235">
                <a:moveTo>
                  <a:pt x="376" y="1187"/>
                </a:moveTo>
                <a:cubicBezTo>
                  <a:pt x="301" y="1154"/>
                  <a:pt x="236" y="1110"/>
                  <a:pt x="180" y="1055"/>
                </a:cubicBezTo>
                <a:cubicBezTo>
                  <a:pt x="125" y="998"/>
                  <a:pt x="81" y="933"/>
                  <a:pt x="48" y="858"/>
                </a:cubicBezTo>
                <a:cubicBezTo>
                  <a:pt x="16" y="783"/>
                  <a:pt x="0" y="702"/>
                  <a:pt x="0" y="617"/>
                </a:cubicBezTo>
                <a:cubicBezTo>
                  <a:pt x="0" y="532"/>
                  <a:pt x="16" y="451"/>
                  <a:pt x="48" y="376"/>
                </a:cubicBezTo>
                <a:cubicBezTo>
                  <a:pt x="81" y="301"/>
                  <a:pt x="125" y="236"/>
                  <a:pt x="180" y="180"/>
                </a:cubicBezTo>
                <a:cubicBezTo>
                  <a:pt x="236" y="125"/>
                  <a:pt x="301" y="81"/>
                  <a:pt x="376" y="48"/>
                </a:cubicBezTo>
                <a:cubicBezTo>
                  <a:pt x="452" y="16"/>
                  <a:pt x="533" y="0"/>
                  <a:pt x="618" y="0"/>
                </a:cubicBezTo>
                <a:cubicBezTo>
                  <a:pt x="703" y="0"/>
                  <a:pt x="784" y="16"/>
                  <a:pt x="859" y="48"/>
                </a:cubicBezTo>
                <a:cubicBezTo>
                  <a:pt x="934" y="81"/>
                  <a:pt x="999" y="125"/>
                  <a:pt x="1055" y="180"/>
                </a:cubicBezTo>
                <a:cubicBezTo>
                  <a:pt x="1110" y="236"/>
                  <a:pt x="1154" y="301"/>
                  <a:pt x="1187" y="376"/>
                </a:cubicBezTo>
                <a:cubicBezTo>
                  <a:pt x="1219" y="451"/>
                  <a:pt x="1235" y="532"/>
                  <a:pt x="1235" y="617"/>
                </a:cubicBezTo>
                <a:cubicBezTo>
                  <a:pt x="1235" y="702"/>
                  <a:pt x="1219" y="783"/>
                  <a:pt x="1187" y="858"/>
                </a:cubicBezTo>
                <a:cubicBezTo>
                  <a:pt x="1154" y="933"/>
                  <a:pt x="1110" y="998"/>
                  <a:pt x="1055" y="1055"/>
                </a:cubicBezTo>
                <a:cubicBezTo>
                  <a:pt x="999" y="1110"/>
                  <a:pt x="934" y="1154"/>
                  <a:pt x="859" y="1187"/>
                </a:cubicBezTo>
                <a:cubicBezTo>
                  <a:pt x="784" y="1219"/>
                  <a:pt x="703" y="1235"/>
                  <a:pt x="618" y="1235"/>
                </a:cubicBezTo>
                <a:cubicBezTo>
                  <a:pt x="533" y="1235"/>
                  <a:pt x="452" y="1219"/>
                  <a:pt x="376" y="1187"/>
                </a:cubicBezTo>
                <a:moveTo>
                  <a:pt x="552" y="1141"/>
                </a:moveTo>
                <a:lnTo>
                  <a:pt x="552" y="1014"/>
                </a:lnTo>
                <a:cubicBezTo>
                  <a:pt x="516" y="1014"/>
                  <a:pt x="485" y="1000"/>
                  <a:pt x="461" y="974"/>
                </a:cubicBezTo>
                <a:cubicBezTo>
                  <a:pt x="435" y="947"/>
                  <a:pt x="423" y="915"/>
                  <a:pt x="423" y="879"/>
                </a:cubicBezTo>
                <a:lnTo>
                  <a:pt x="423" y="812"/>
                </a:lnTo>
                <a:lnTo>
                  <a:pt x="106" y="495"/>
                </a:lnTo>
                <a:cubicBezTo>
                  <a:pt x="101" y="516"/>
                  <a:pt x="97" y="536"/>
                  <a:pt x="95" y="556"/>
                </a:cubicBezTo>
                <a:cubicBezTo>
                  <a:pt x="93" y="576"/>
                  <a:pt x="92" y="596"/>
                  <a:pt x="92" y="617"/>
                </a:cubicBezTo>
                <a:cubicBezTo>
                  <a:pt x="92" y="751"/>
                  <a:pt x="136" y="868"/>
                  <a:pt x="223" y="967"/>
                </a:cubicBezTo>
                <a:cubicBezTo>
                  <a:pt x="310" y="1068"/>
                  <a:pt x="419" y="1126"/>
                  <a:pt x="552" y="1141"/>
                </a:cubicBezTo>
                <a:moveTo>
                  <a:pt x="1005" y="974"/>
                </a:moveTo>
                <a:cubicBezTo>
                  <a:pt x="1051" y="924"/>
                  <a:pt x="1085" y="869"/>
                  <a:pt x="1108" y="808"/>
                </a:cubicBezTo>
                <a:cubicBezTo>
                  <a:pt x="1131" y="746"/>
                  <a:pt x="1143" y="683"/>
                  <a:pt x="1143" y="617"/>
                </a:cubicBezTo>
                <a:cubicBezTo>
                  <a:pt x="1143" y="508"/>
                  <a:pt x="1113" y="409"/>
                  <a:pt x="1053" y="320"/>
                </a:cubicBezTo>
                <a:cubicBezTo>
                  <a:pt x="994" y="231"/>
                  <a:pt x="914" y="166"/>
                  <a:pt x="814" y="125"/>
                </a:cubicBezTo>
                <a:lnTo>
                  <a:pt x="814" y="152"/>
                </a:lnTo>
                <a:cubicBezTo>
                  <a:pt x="814" y="188"/>
                  <a:pt x="802" y="220"/>
                  <a:pt x="777" y="247"/>
                </a:cubicBezTo>
                <a:cubicBezTo>
                  <a:pt x="752" y="273"/>
                  <a:pt x="722" y="287"/>
                  <a:pt x="686" y="287"/>
                </a:cubicBezTo>
                <a:lnTo>
                  <a:pt x="552" y="287"/>
                </a:lnTo>
                <a:lnTo>
                  <a:pt x="552" y="421"/>
                </a:lnTo>
                <a:cubicBezTo>
                  <a:pt x="552" y="439"/>
                  <a:pt x="545" y="453"/>
                  <a:pt x="531" y="464"/>
                </a:cubicBezTo>
                <a:cubicBezTo>
                  <a:pt x="517" y="476"/>
                  <a:pt x="501" y="481"/>
                  <a:pt x="484" y="481"/>
                </a:cubicBezTo>
                <a:lnTo>
                  <a:pt x="355" y="481"/>
                </a:lnTo>
                <a:lnTo>
                  <a:pt x="355" y="617"/>
                </a:lnTo>
                <a:lnTo>
                  <a:pt x="754" y="617"/>
                </a:lnTo>
                <a:cubicBezTo>
                  <a:pt x="771" y="617"/>
                  <a:pt x="786" y="624"/>
                  <a:pt x="797" y="637"/>
                </a:cubicBezTo>
                <a:cubicBezTo>
                  <a:pt x="808" y="650"/>
                  <a:pt x="814" y="666"/>
                  <a:pt x="814" y="683"/>
                </a:cubicBezTo>
                <a:lnTo>
                  <a:pt x="814" y="879"/>
                </a:lnTo>
                <a:lnTo>
                  <a:pt x="880" y="879"/>
                </a:lnTo>
                <a:cubicBezTo>
                  <a:pt x="910" y="879"/>
                  <a:pt x="936" y="888"/>
                  <a:pt x="959" y="906"/>
                </a:cubicBezTo>
                <a:cubicBezTo>
                  <a:pt x="982" y="923"/>
                  <a:pt x="997" y="946"/>
                  <a:pt x="1005" y="974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799920" y="1716120"/>
            <a:ext cx="6210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ぜい弱性は持ち出し、設定、波及、監視の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種類に分かれる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1707840" y="3002040"/>
            <a:ext cx="1600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持ち出しの経路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5" name=""/>
          <p:cNvSpPr/>
          <p:nvPr/>
        </p:nvSpPr>
        <p:spPr>
          <a:xfrm>
            <a:off x="1361880" y="390492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5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5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5" y="63"/>
                  <a:pt x="6313" y="73"/>
                  <a:pt x="6320" y="83"/>
                </a:cubicBezTo>
                <a:cubicBezTo>
                  <a:pt x="6327" y="93"/>
                  <a:pt x="6332" y="104"/>
                  <a:pt x="6337" y="115"/>
                </a:cubicBezTo>
                <a:cubicBezTo>
                  <a:pt x="6342" y="126"/>
                  <a:pt x="6345" y="138"/>
                  <a:pt x="6347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1085"/>
                </a:lnTo>
                <a:cubicBezTo>
                  <a:pt x="6351" y="1097"/>
                  <a:pt x="6350" y="1109"/>
                  <a:pt x="6347" y="1121"/>
                </a:cubicBezTo>
                <a:cubicBezTo>
                  <a:pt x="6345" y="1133"/>
                  <a:pt x="6342" y="1145"/>
                  <a:pt x="6337" y="1156"/>
                </a:cubicBezTo>
                <a:cubicBezTo>
                  <a:pt x="6332" y="1167"/>
                  <a:pt x="6327" y="1178"/>
                  <a:pt x="6320" y="1188"/>
                </a:cubicBezTo>
                <a:cubicBezTo>
                  <a:pt x="6313" y="1198"/>
                  <a:pt x="6305" y="1208"/>
                  <a:pt x="6297" y="1217"/>
                </a:cubicBezTo>
                <a:cubicBezTo>
                  <a:pt x="6288" y="1226"/>
                  <a:pt x="6279" y="1233"/>
                  <a:pt x="6269" y="1240"/>
                </a:cubicBezTo>
                <a:cubicBezTo>
                  <a:pt x="6259" y="1247"/>
                  <a:pt x="6248" y="1253"/>
                  <a:pt x="6237" y="1257"/>
                </a:cubicBezTo>
                <a:cubicBezTo>
                  <a:pt x="6225" y="1262"/>
                  <a:pt x="6214" y="1265"/>
                  <a:pt x="6202" y="1268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3" y="1226"/>
                  <a:pt x="54" y="1217"/>
                </a:cubicBezTo>
                <a:cubicBezTo>
                  <a:pt x="46" y="1208"/>
                  <a:pt x="38" y="1198"/>
                  <a:pt x="31" y="1188"/>
                </a:cubicBezTo>
                <a:cubicBezTo>
                  <a:pt x="24" y="1178"/>
                  <a:pt x="19" y="1167"/>
                  <a:pt x="14" y="1156"/>
                </a:cubicBezTo>
                <a:cubicBezTo>
                  <a:pt x="9" y="1145"/>
                  <a:pt x="6" y="1133"/>
                  <a:pt x="4" y="1121"/>
                </a:cubicBezTo>
                <a:cubicBezTo>
                  <a:pt x="1" y="1109"/>
                  <a:pt x="0" y="1097"/>
                  <a:pt x="0" y="10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6" name=""/>
          <p:cNvSpPr/>
          <p:nvPr/>
        </p:nvSpPr>
        <p:spPr>
          <a:xfrm>
            <a:off x="1361880" y="390492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5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5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5" y="63"/>
                  <a:pt x="6313" y="73"/>
                  <a:pt x="6320" y="83"/>
                </a:cubicBezTo>
                <a:cubicBezTo>
                  <a:pt x="6327" y="93"/>
                  <a:pt x="6332" y="104"/>
                  <a:pt x="6337" y="115"/>
                </a:cubicBezTo>
                <a:cubicBezTo>
                  <a:pt x="6342" y="126"/>
                  <a:pt x="6345" y="138"/>
                  <a:pt x="6347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1085"/>
                </a:lnTo>
                <a:cubicBezTo>
                  <a:pt x="6351" y="1097"/>
                  <a:pt x="6350" y="1109"/>
                  <a:pt x="6347" y="1121"/>
                </a:cubicBezTo>
                <a:cubicBezTo>
                  <a:pt x="6345" y="1133"/>
                  <a:pt x="6342" y="1145"/>
                  <a:pt x="6337" y="1156"/>
                </a:cubicBezTo>
                <a:cubicBezTo>
                  <a:pt x="6332" y="1167"/>
                  <a:pt x="6327" y="1178"/>
                  <a:pt x="6320" y="1188"/>
                </a:cubicBezTo>
                <a:cubicBezTo>
                  <a:pt x="6313" y="1198"/>
                  <a:pt x="6305" y="1208"/>
                  <a:pt x="6297" y="1217"/>
                </a:cubicBezTo>
                <a:cubicBezTo>
                  <a:pt x="6288" y="1226"/>
                  <a:pt x="6279" y="1233"/>
                  <a:pt x="6269" y="1240"/>
                </a:cubicBezTo>
                <a:cubicBezTo>
                  <a:pt x="6259" y="1247"/>
                  <a:pt x="6248" y="1253"/>
                  <a:pt x="6237" y="1257"/>
                </a:cubicBezTo>
                <a:cubicBezTo>
                  <a:pt x="6225" y="1262"/>
                  <a:pt x="6214" y="1265"/>
                  <a:pt x="6202" y="1268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3" y="1226"/>
                  <a:pt x="54" y="1217"/>
                </a:cubicBezTo>
                <a:cubicBezTo>
                  <a:pt x="46" y="1208"/>
                  <a:pt x="38" y="1198"/>
                  <a:pt x="31" y="1188"/>
                </a:cubicBezTo>
                <a:cubicBezTo>
                  <a:pt x="24" y="1178"/>
                  <a:pt x="19" y="1167"/>
                  <a:pt x="14" y="1156"/>
                </a:cubicBezTo>
                <a:cubicBezTo>
                  <a:pt x="9" y="1145"/>
                  <a:pt x="6" y="1133"/>
                  <a:pt x="4" y="1121"/>
                </a:cubicBezTo>
                <a:cubicBezTo>
                  <a:pt x="1" y="1109"/>
                  <a:pt x="0" y="1097"/>
                  <a:pt x="0" y="108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2359800" y="3341520"/>
            <a:ext cx="351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8" name=""/>
          <p:cNvSpPr/>
          <p:nvPr/>
        </p:nvSpPr>
        <p:spPr>
          <a:xfrm>
            <a:off x="1361880" y="447660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3"/>
                </a:cubicBezTo>
                <a:cubicBezTo>
                  <a:pt x="6214" y="6"/>
                  <a:pt x="6225" y="9"/>
                  <a:pt x="6237" y="14"/>
                </a:cubicBezTo>
                <a:cubicBezTo>
                  <a:pt x="6248" y="19"/>
                  <a:pt x="6259" y="24"/>
                  <a:pt x="6269" y="31"/>
                </a:cubicBezTo>
                <a:cubicBezTo>
                  <a:pt x="6279" y="38"/>
                  <a:pt x="6288" y="46"/>
                  <a:pt x="6297" y="54"/>
                </a:cubicBezTo>
                <a:cubicBezTo>
                  <a:pt x="6305" y="63"/>
                  <a:pt x="6313" y="72"/>
                  <a:pt x="6320" y="82"/>
                </a:cubicBezTo>
                <a:cubicBezTo>
                  <a:pt x="6327" y="92"/>
                  <a:pt x="6332" y="103"/>
                  <a:pt x="6337" y="114"/>
                </a:cubicBezTo>
                <a:cubicBezTo>
                  <a:pt x="6342" y="125"/>
                  <a:pt x="6345" y="137"/>
                  <a:pt x="6347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086"/>
                </a:lnTo>
                <a:cubicBezTo>
                  <a:pt x="6351" y="1098"/>
                  <a:pt x="6350" y="1110"/>
                  <a:pt x="6347" y="1122"/>
                </a:cubicBezTo>
                <a:cubicBezTo>
                  <a:pt x="6345" y="1134"/>
                  <a:pt x="6342" y="1145"/>
                  <a:pt x="6337" y="1157"/>
                </a:cubicBezTo>
                <a:cubicBezTo>
                  <a:pt x="6332" y="1168"/>
                  <a:pt x="6327" y="1178"/>
                  <a:pt x="6320" y="1189"/>
                </a:cubicBezTo>
                <a:cubicBezTo>
                  <a:pt x="6313" y="1199"/>
                  <a:pt x="6305" y="1208"/>
                  <a:pt x="6297" y="1217"/>
                </a:cubicBezTo>
                <a:cubicBezTo>
                  <a:pt x="6288" y="1225"/>
                  <a:pt x="6279" y="1233"/>
                  <a:pt x="6269" y="1240"/>
                </a:cubicBezTo>
                <a:cubicBezTo>
                  <a:pt x="6259" y="1246"/>
                  <a:pt x="6248" y="1252"/>
                  <a:pt x="6237" y="1257"/>
                </a:cubicBezTo>
                <a:cubicBezTo>
                  <a:pt x="6225" y="1261"/>
                  <a:pt x="6214" y="1265"/>
                  <a:pt x="6202" y="1267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6" y="1261"/>
                  <a:pt x="114" y="1257"/>
                </a:cubicBezTo>
                <a:cubicBezTo>
                  <a:pt x="103" y="1252"/>
                  <a:pt x="92" y="1246"/>
                  <a:pt x="82" y="1240"/>
                </a:cubicBezTo>
                <a:cubicBezTo>
                  <a:pt x="72" y="1233"/>
                  <a:pt x="63" y="1225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8"/>
                  <a:pt x="19" y="1168"/>
                  <a:pt x="14" y="1157"/>
                </a:cubicBezTo>
                <a:cubicBezTo>
                  <a:pt x="9" y="1145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9" name=""/>
          <p:cNvSpPr/>
          <p:nvPr/>
        </p:nvSpPr>
        <p:spPr>
          <a:xfrm>
            <a:off x="1361880" y="447660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3"/>
                </a:cubicBezTo>
                <a:cubicBezTo>
                  <a:pt x="6214" y="6"/>
                  <a:pt x="6225" y="9"/>
                  <a:pt x="6237" y="14"/>
                </a:cubicBezTo>
                <a:cubicBezTo>
                  <a:pt x="6248" y="19"/>
                  <a:pt x="6259" y="24"/>
                  <a:pt x="6269" y="31"/>
                </a:cubicBezTo>
                <a:cubicBezTo>
                  <a:pt x="6279" y="38"/>
                  <a:pt x="6288" y="46"/>
                  <a:pt x="6297" y="54"/>
                </a:cubicBezTo>
                <a:cubicBezTo>
                  <a:pt x="6305" y="63"/>
                  <a:pt x="6313" y="72"/>
                  <a:pt x="6320" y="82"/>
                </a:cubicBezTo>
                <a:cubicBezTo>
                  <a:pt x="6327" y="92"/>
                  <a:pt x="6332" y="103"/>
                  <a:pt x="6337" y="114"/>
                </a:cubicBezTo>
                <a:cubicBezTo>
                  <a:pt x="6342" y="125"/>
                  <a:pt x="6345" y="137"/>
                  <a:pt x="6347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086"/>
                </a:lnTo>
                <a:cubicBezTo>
                  <a:pt x="6351" y="1098"/>
                  <a:pt x="6350" y="1110"/>
                  <a:pt x="6347" y="1122"/>
                </a:cubicBezTo>
                <a:cubicBezTo>
                  <a:pt x="6345" y="1134"/>
                  <a:pt x="6342" y="1145"/>
                  <a:pt x="6337" y="1157"/>
                </a:cubicBezTo>
                <a:cubicBezTo>
                  <a:pt x="6332" y="1168"/>
                  <a:pt x="6327" y="1178"/>
                  <a:pt x="6320" y="1189"/>
                </a:cubicBezTo>
                <a:cubicBezTo>
                  <a:pt x="6313" y="1199"/>
                  <a:pt x="6305" y="1208"/>
                  <a:pt x="6297" y="1217"/>
                </a:cubicBezTo>
                <a:cubicBezTo>
                  <a:pt x="6288" y="1225"/>
                  <a:pt x="6279" y="1233"/>
                  <a:pt x="6269" y="1240"/>
                </a:cubicBezTo>
                <a:cubicBezTo>
                  <a:pt x="6259" y="1246"/>
                  <a:pt x="6248" y="1252"/>
                  <a:pt x="6237" y="1257"/>
                </a:cubicBezTo>
                <a:cubicBezTo>
                  <a:pt x="6225" y="1261"/>
                  <a:pt x="6214" y="1265"/>
                  <a:pt x="6202" y="1267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6" y="1261"/>
                  <a:pt x="114" y="1257"/>
                </a:cubicBezTo>
                <a:cubicBezTo>
                  <a:pt x="103" y="1252"/>
                  <a:pt x="92" y="1246"/>
                  <a:pt x="82" y="1240"/>
                </a:cubicBezTo>
                <a:cubicBezTo>
                  <a:pt x="72" y="1233"/>
                  <a:pt x="63" y="1225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8"/>
                  <a:pt x="19" y="1168"/>
                  <a:pt x="14" y="1157"/>
                </a:cubicBezTo>
                <a:cubicBezTo>
                  <a:pt x="9" y="1145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0" name=""/>
          <p:cNvSpPr txBox="1"/>
          <p:nvPr/>
        </p:nvSpPr>
        <p:spPr>
          <a:xfrm>
            <a:off x="1507680" y="3989160"/>
            <a:ext cx="1770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DNS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の宛先が無制限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1" name=""/>
          <p:cNvSpPr/>
          <p:nvPr/>
        </p:nvSpPr>
        <p:spPr>
          <a:xfrm>
            <a:off x="1361880" y="504792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6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5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5" y="63"/>
                  <a:pt x="6313" y="73"/>
                  <a:pt x="6320" y="83"/>
                </a:cubicBezTo>
                <a:cubicBezTo>
                  <a:pt x="6327" y="93"/>
                  <a:pt x="6332" y="104"/>
                  <a:pt x="6337" y="115"/>
                </a:cubicBezTo>
                <a:cubicBezTo>
                  <a:pt x="6342" y="126"/>
                  <a:pt x="6345" y="138"/>
                  <a:pt x="6347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1086"/>
                </a:lnTo>
                <a:cubicBezTo>
                  <a:pt x="6351" y="1098"/>
                  <a:pt x="6350" y="1110"/>
                  <a:pt x="6347" y="1122"/>
                </a:cubicBezTo>
                <a:cubicBezTo>
                  <a:pt x="6345" y="1134"/>
                  <a:pt x="6342" y="1146"/>
                  <a:pt x="6337" y="1157"/>
                </a:cubicBezTo>
                <a:cubicBezTo>
                  <a:pt x="6332" y="1168"/>
                  <a:pt x="6327" y="1179"/>
                  <a:pt x="6320" y="1189"/>
                </a:cubicBezTo>
                <a:cubicBezTo>
                  <a:pt x="6313" y="1199"/>
                  <a:pt x="6305" y="1209"/>
                  <a:pt x="6297" y="1217"/>
                </a:cubicBezTo>
                <a:cubicBezTo>
                  <a:pt x="6288" y="1226"/>
                  <a:pt x="6279" y="1233"/>
                  <a:pt x="6269" y="1240"/>
                </a:cubicBezTo>
                <a:cubicBezTo>
                  <a:pt x="6259" y="1247"/>
                  <a:pt x="6248" y="1253"/>
                  <a:pt x="6237" y="1257"/>
                </a:cubicBezTo>
                <a:cubicBezTo>
                  <a:pt x="6225" y="1262"/>
                  <a:pt x="6214" y="1265"/>
                  <a:pt x="6202" y="1268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3" y="1226"/>
                  <a:pt x="54" y="1217"/>
                </a:cubicBezTo>
                <a:cubicBezTo>
                  <a:pt x="46" y="1209"/>
                  <a:pt x="38" y="1199"/>
                  <a:pt x="31" y="1189"/>
                </a:cubicBezTo>
                <a:cubicBezTo>
                  <a:pt x="24" y="1179"/>
                  <a:pt x="19" y="1168"/>
                  <a:pt x="14" y="1157"/>
                </a:cubicBezTo>
                <a:cubicBezTo>
                  <a:pt x="9" y="1146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2" name=""/>
          <p:cNvSpPr/>
          <p:nvPr/>
        </p:nvSpPr>
        <p:spPr>
          <a:xfrm>
            <a:off x="1361880" y="504792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6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5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5" y="63"/>
                  <a:pt x="6313" y="73"/>
                  <a:pt x="6320" y="83"/>
                </a:cubicBezTo>
                <a:cubicBezTo>
                  <a:pt x="6327" y="93"/>
                  <a:pt x="6332" y="104"/>
                  <a:pt x="6337" y="115"/>
                </a:cubicBezTo>
                <a:cubicBezTo>
                  <a:pt x="6342" y="126"/>
                  <a:pt x="6345" y="138"/>
                  <a:pt x="6347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1086"/>
                </a:lnTo>
                <a:cubicBezTo>
                  <a:pt x="6351" y="1098"/>
                  <a:pt x="6350" y="1110"/>
                  <a:pt x="6347" y="1122"/>
                </a:cubicBezTo>
                <a:cubicBezTo>
                  <a:pt x="6345" y="1134"/>
                  <a:pt x="6342" y="1146"/>
                  <a:pt x="6337" y="1157"/>
                </a:cubicBezTo>
                <a:cubicBezTo>
                  <a:pt x="6332" y="1168"/>
                  <a:pt x="6327" y="1179"/>
                  <a:pt x="6320" y="1189"/>
                </a:cubicBezTo>
                <a:cubicBezTo>
                  <a:pt x="6313" y="1199"/>
                  <a:pt x="6305" y="1209"/>
                  <a:pt x="6297" y="1217"/>
                </a:cubicBezTo>
                <a:cubicBezTo>
                  <a:pt x="6288" y="1226"/>
                  <a:pt x="6279" y="1233"/>
                  <a:pt x="6269" y="1240"/>
                </a:cubicBezTo>
                <a:cubicBezTo>
                  <a:pt x="6259" y="1247"/>
                  <a:pt x="6248" y="1253"/>
                  <a:pt x="6237" y="1257"/>
                </a:cubicBezTo>
                <a:cubicBezTo>
                  <a:pt x="6225" y="1262"/>
                  <a:pt x="6214" y="1265"/>
                  <a:pt x="6202" y="1268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3" y="1226"/>
                  <a:pt x="54" y="1217"/>
                </a:cubicBezTo>
                <a:cubicBezTo>
                  <a:pt x="46" y="1209"/>
                  <a:pt x="38" y="1199"/>
                  <a:pt x="31" y="1189"/>
                </a:cubicBezTo>
                <a:cubicBezTo>
                  <a:pt x="24" y="1179"/>
                  <a:pt x="19" y="1168"/>
                  <a:pt x="14" y="1157"/>
                </a:cubicBezTo>
                <a:cubicBezTo>
                  <a:pt x="9" y="1146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3" name=""/>
          <p:cNvSpPr txBox="1"/>
          <p:nvPr/>
        </p:nvSpPr>
        <p:spPr>
          <a:xfrm>
            <a:off x="1507680" y="4560480"/>
            <a:ext cx="1755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SSH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の宛先が無制限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4" name=""/>
          <p:cNvSpPr/>
          <p:nvPr/>
        </p:nvSpPr>
        <p:spPr>
          <a:xfrm>
            <a:off x="1361880" y="561960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3"/>
                </a:cubicBezTo>
                <a:cubicBezTo>
                  <a:pt x="6214" y="6"/>
                  <a:pt x="6225" y="9"/>
                  <a:pt x="6237" y="14"/>
                </a:cubicBezTo>
                <a:cubicBezTo>
                  <a:pt x="6248" y="19"/>
                  <a:pt x="6259" y="24"/>
                  <a:pt x="6269" y="31"/>
                </a:cubicBezTo>
                <a:cubicBezTo>
                  <a:pt x="6279" y="38"/>
                  <a:pt x="6288" y="46"/>
                  <a:pt x="6297" y="54"/>
                </a:cubicBezTo>
                <a:cubicBezTo>
                  <a:pt x="6305" y="63"/>
                  <a:pt x="6313" y="72"/>
                  <a:pt x="6320" y="82"/>
                </a:cubicBezTo>
                <a:cubicBezTo>
                  <a:pt x="6327" y="92"/>
                  <a:pt x="6332" y="103"/>
                  <a:pt x="6337" y="114"/>
                </a:cubicBezTo>
                <a:cubicBezTo>
                  <a:pt x="6342" y="125"/>
                  <a:pt x="6345" y="137"/>
                  <a:pt x="6347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086"/>
                </a:lnTo>
                <a:cubicBezTo>
                  <a:pt x="6351" y="1098"/>
                  <a:pt x="6350" y="1110"/>
                  <a:pt x="6347" y="1122"/>
                </a:cubicBezTo>
                <a:cubicBezTo>
                  <a:pt x="6345" y="1134"/>
                  <a:pt x="6342" y="1145"/>
                  <a:pt x="6337" y="1157"/>
                </a:cubicBezTo>
                <a:cubicBezTo>
                  <a:pt x="6332" y="1168"/>
                  <a:pt x="6327" y="1178"/>
                  <a:pt x="6320" y="1189"/>
                </a:cubicBezTo>
                <a:cubicBezTo>
                  <a:pt x="6313" y="1199"/>
                  <a:pt x="6305" y="1208"/>
                  <a:pt x="6297" y="1217"/>
                </a:cubicBezTo>
                <a:cubicBezTo>
                  <a:pt x="6288" y="1225"/>
                  <a:pt x="6279" y="1233"/>
                  <a:pt x="6269" y="1240"/>
                </a:cubicBezTo>
                <a:cubicBezTo>
                  <a:pt x="6259" y="1246"/>
                  <a:pt x="6248" y="1252"/>
                  <a:pt x="6237" y="1257"/>
                </a:cubicBezTo>
                <a:cubicBezTo>
                  <a:pt x="6225" y="1261"/>
                  <a:pt x="6214" y="1265"/>
                  <a:pt x="6202" y="1267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6" y="1261"/>
                  <a:pt x="114" y="1257"/>
                </a:cubicBezTo>
                <a:cubicBezTo>
                  <a:pt x="103" y="1252"/>
                  <a:pt x="92" y="1246"/>
                  <a:pt x="82" y="1240"/>
                </a:cubicBezTo>
                <a:cubicBezTo>
                  <a:pt x="72" y="1233"/>
                  <a:pt x="63" y="1225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8"/>
                  <a:pt x="19" y="1168"/>
                  <a:pt x="14" y="1157"/>
                </a:cubicBezTo>
                <a:cubicBezTo>
                  <a:pt x="9" y="1145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5" name=""/>
          <p:cNvSpPr/>
          <p:nvPr/>
        </p:nvSpPr>
        <p:spPr>
          <a:xfrm>
            <a:off x="1361880" y="561960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3"/>
                </a:cubicBezTo>
                <a:cubicBezTo>
                  <a:pt x="6214" y="6"/>
                  <a:pt x="6225" y="9"/>
                  <a:pt x="6237" y="14"/>
                </a:cubicBezTo>
                <a:cubicBezTo>
                  <a:pt x="6248" y="19"/>
                  <a:pt x="6259" y="24"/>
                  <a:pt x="6269" y="31"/>
                </a:cubicBezTo>
                <a:cubicBezTo>
                  <a:pt x="6279" y="38"/>
                  <a:pt x="6288" y="46"/>
                  <a:pt x="6297" y="54"/>
                </a:cubicBezTo>
                <a:cubicBezTo>
                  <a:pt x="6305" y="63"/>
                  <a:pt x="6313" y="72"/>
                  <a:pt x="6320" y="82"/>
                </a:cubicBezTo>
                <a:cubicBezTo>
                  <a:pt x="6327" y="92"/>
                  <a:pt x="6332" y="103"/>
                  <a:pt x="6337" y="114"/>
                </a:cubicBezTo>
                <a:cubicBezTo>
                  <a:pt x="6342" y="125"/>
                  <a:pt x="6345" y="137"/>
                  <a:pt x="6347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086"/>
                </a:lnTo>
                <a:cubicBezTo>
                  <a:pt x="6351" y="1098"/>
                  <a:pt x="6350" y="1110"/>
                  <a:pt x="6347" y="1122"/>
                </a:cubicBezTo>
                <a:cubicBezTo>
                  <a:pt x="6345" y="1134"/>
                  <a:pt x="6342" y="1145"/>
                  <a:pt x="6337" y="1157"/>
                </a:cubicBezTo>
                <a:cubicBezTo>
                  <a:pt x="6332" y="1168"/>
                  <a:pt x="6327" y="1178"/>
                  <a:pt x="6320" y="1189"/>
                </a:cubicBezTo>
                <a:cubicBezTo>
                  <a:pt x="6313" y="1199"/>
                  <a:pt x="6305" y="1208"/>
                  <a:pt x="6297" y="1217"/>
                </a:cubicBezTo>
                <a:cubicBezTo>
                  <a:pt x="6288" y="1225"/>
                  <a:pt x="6279" y="1233"/>
                  <a:pt x="6269" y="1240"/>
                </a:cubicBezTo>
                <a:cubicBezTo>
                  <a:pt x="6259" y="1246"/>
                  <a:pt x="6248" y="1252"/>
                  <a:pt x="6237" y="1257"/>
                </a:cubicBezTo>
                <a:cubicBezTo>
                  <a:pt x="6225" y="1261"/>
                  <a:pt x="6214" y="1265"/>
                  <a:pt x="6202" y="1267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6" y="1261"/>
                  <a:pt x="114" y="1257"/>
                </a:cubicBezTo>
                <a:cubicBezTo>
                  <a:pt x="103" y="1252"/>
                  <a:pt x="92" y="1246"/>
                  <a:pt x="82" y="1240"/>
                </a:cubicBezTo>
                <a:cubicBezTo>
                  <a:pt x="72" y="1233"/>
                  <a:pt x="63" y="1225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8"/>
                  <a:pt x="19" y="1168"/>
                  <a:pt x="14" y="1157"/>
                </a:cubicBezTo>
                <a:cubicBezTo>
                  <a:pt x="9" y="1145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1507680" y="5132160"/>
            <a:ext cx="1334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許可先への送信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7" name=""/>
          <p:cNvSpPr/>
          <p:nvPr/>
        </p:nvSpPr>
        <p:spPr>
          <a:xfrm>
            <a:off x="3819240" y="2304720"/>
            <a:ext cx="2286360" cy="1486440"/>
          </a:xfrm>
          <a:custGeom>
            <a:avLst/>
            <a:gdLst/>
            <a:ahLst/>
            <a:rect l="0" t="0" r="r" b="b"/>
            <a:pathLst>
              <a:path w="6351" h="4129">
                <a:moveTo>
                  <a:pt x="0" y="3944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6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6" y="63"/>
                  <a:pt x="6313" y="73"/>
                  <a:pt x="6320" y="83"/>
                </a:cubicBezTo>
                <a:cubicBezTo>
                  <a:pt x="6327" y="93"/>
                  <a:pt x="6333" y="104"/>
                  <a:pt x="6337" y="115"/>
                </a:cubicBezTo>
                <a:cubicBezTo>
                  <a:pt x="6342" y="126"/>
                  <a:pt x="6345" y="138"/>
                  <a:pt x="6348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3944"/>
                </a:lnTo>
                <a:cubicBezTo>
                  <a:pt x="6351" y="3956"/>
                  <a:pt x="6350" y="3968"/>
                  <a:pt x="6348" y="3980"/>
                </a:cubicBezTo>
                <a:cubicBezTo>
                  <a:pt x="6345" y="3992"/>
                  <a:pt x="6342" y="4003"/>
                  <a:pt x="6337" y="4015"/>
                </a:cubicBezTo>
                <a:cubicBezTo>
                  <a:pt x="6333" y="4026"/>
                  <a:pt x="6327" y="4036"/>
                  <a:pt x="6320" y="4047"/>
                </a:cubicBezTo>
                <a:cubicBezTo>
                  <a:pt x="6313" y="4057"/>
                  <a:pt x="6306" y="4066"/>
                  <a:pt x="6297" y="4075"/>
                </a:cubicBezTo>
                <a:cubicBezTo>
                  <a:pt x="6288" y="4083"/>
                  <a:pt x="6279" y="4091"/>
                  <a:pt x="6269" y="4098"/>
                </a:cubicBezTo>
                <a:cubicBezTo>
                  <a:pt x="6259" y="4104"/>
                  <a:pt x="6248" y="4110"/>
                  <a:pt x="6237" y="4115"/>
                </a:cubicBezTo>
                <a:cubicBezTo>
                  <a:pt x="6226" y="4119"/>
                  <a:pt x="6214" y="4123"/>
                  <a:pt x="6202" y="4125"/>
                </a:cubicBezTo>
                <a:cubicBezTo>
                  <a:pt x="6190" y="4128"/>
                  <a:pt x="6178" y="4129"/>
                  <a:pt x="6166" y="4129"/>
                </a:cubicBezTo>
                <a:lnTo>
                  <a:pt x="185" y="4129"/>
                </a:lnTo>
                <a:cubicBezTo>
                  <a:pt x="173" y="4129"/>
                  <a:pt x="161" y="4128"/>
                  <a:pt x="149" y="4125"/>
                </a:cubicBezTo>
                <a:cubicBezTo>
                  <a:pt x="137" y="4123"/>
                  <a:pt x="126" y="4119"/>
                  <a:pt x="115" y="4115"/>
                </a:cubicBezTo>
                <a:cubicBezTo>
                  <a:pt x="103" y="4110"/>
                  <a:pt x="93" y="4104"/>
                  <a:pt x="83" y="4098"/>
                </a:cubicBezTo>
                <a:cubicBezTo>
                  <a:pt x="72" y="4091"/>
                  <a:pt x="63" y="4083"/>
                  <a:pt x="55" y="4075"/>
                </a:cubicBezTo>
                <a:cubicBezTo>
                  <a:pt x="46" y="4066"/>
                  <a:pt x="38" y="4057"/>
                  <a:pt x="32" y="4047"/>
                </a:cubicBezTo>
                <a:cubicBezTo>
                  <a:pt x="25" y="4036"/>
                  <a:pt x="19" y="4026"/>
                  <a:pt x="14" y="4015"/>
                </a:cubicBezTo>
                <a:cubicBezTo>
                  <a:pt x="10" y="4003"/>
                  <a:pt x="6" y="3992"/>
                  <a:pt x="4" y="3980"/>
                </a:cubicBezTo>
                <a:cubicBezTo>
                  <a:pt x="1" y="3968"/>
                  <a:pt x="0" y="3956"/>
                  <a:pt x="0" y="39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8" name=""/>
          <p:cNvSpPr/>
          <p:nvPr/>
        </p:nvSpPr>
        <p:spPr>
          <a:xfrm>
            <a:off x="3819240" y="2304720"/>
            <a:ext cx="2286360" cy="1486440"/>
          </a:xfrm>
          <a:custGeom>
            <a:avLst/>
            <a:gdLst/>
            <a:ahLst/>
            <a:rect l="0" t="0" r="r" b="b"/>
            <a:pathLst>
              <a:path w="6351" h="4129">
                <a:moveTo>
                  <a:pt x="0" y="3944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6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6" y="63"/>
                  <a:pt x="6313" y="73"/>
                  <a:pt x="6320" y="83"/>
                </a:cubicBezTo>
                <a:cubicBezTo>
                  <a:pt x="6327" y="93"/>
                  <a:pt x="6333" y="104"/>
                  <a:pt x="6337" y="115"/>
                </a:cubicBezTo>
                <a:cubicBezTo>
                  <a:pt x="6342" y="126"/>
                  <a:pt x="6345" y="138"/>
                  <a:pt x="6348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3944"/>
                </a:lnTo>
                <a:cubicBezTo>
                  <a:pt x="6351" y="3956"/>
                  <a:pt x="6350" y="3968"/>
                  <a:pt x="6348" y="3980"/>
                </a:cubicBezTo>
                <a:cubicBezTo>
                  <a:pt x="6345" y="3992"/>
                  <a:pt x="6342" y="4003"/>
                  <a:pt x="6337" y="4015"/>
                </a:cubicBezTo>
                <a:cubicBezTo>
                  <a:pt x="6333" y="4026"/>
                  <a:pt x="6327" y="4036"/>
                  <a:pt x="6320" y="4047"/>
                </a:cubicBezTo>
                <a:cubicBezTo>
                  <a:pt x="6313" y="4057"/>
                  <a:pt x="6306" y="4066"/>
                  <a:pt x="6297" y="4075"/>
                </a:cubicBezTo>
                <a:cubicBezTo>
                  <a:pt x="6288" y="4083"/>
                  <a:pt x="6279" y="4091"/>
                  <a:pt x="6269" y="4098"/>
                </a:cubicBezTo>
                <a:cubicBezTo>
                  <a:pt x="6259" y="4104"/>
                  <a:pt x="6248" y="4110"/>
                  <a:pt x="6237" y="4115"/>
                </a:cubicBezTo>
                <a:cubicBezTo>
                  <a:pt x="6226" y="4119"/>
                  <a:pt x="6214" y="4123"/>
                  <a:pt x="6202" y="4125"/>
                </a:cubicBezTo>
                <a:cubicBezTo>
                  <a:pt x="6190" y="4128"/>
                  <a:pt x="6178" y="4129"/>
                  <a:pt x="6166" y="4129"/>
                </a:cubicBezTo>
                <a:lnTo>
                  <a:pt x="185" y="4129"/>
                </a:lnTo>
                <a:cubicBezTo>
                  <a:pt x="173" y="4129"/>
                  <a:pt x="161" y="4128"/>
                  <a:pt x="149" y="4125"/>
                </a:cubicBezTo>
                <a:cubicBezTo>
                  <a:pt x="137" y="4123"/>
                  <a:pt x="126" y="4119"/>
                  <a:pt x="115" y="4115"/>
                </a:cubicBezTo>
                <a:cubicBezTo>
                  <a:pt x="103" y="4110"/>
                  <a:pt x="93" y="4104"/>
                  <a:pt x="83" y="4098"/>
                </a:cubicBezTo>
                <a:cubicBezTo>
                  <a:pt x="72" y="4091"/>
                  <a:pt x="63" y="4083"/>
                  <a:pt x="55" y="4075"/>
                </a:cubicBezTo>
                <a:cubicBezTo>
                  <a:pt x="46" y="4066"/>
                  <a:pt x="38" y="4057"/>
                  <a:pt x="32" y="4047"/>
                </a:cubicBezTo>
                <a:cubicBezTo>
                  <a:pt x="25" y="4036"/>
                  <a:pt x="19" y="4026"/>
                  <a:pt x="14" y="4015"/>
                </a:cubicBezTo>
                <a:cubicBezTo>
                  <a:pt x="10" y="4003"/>
                  <a:pt x="6" y="3992"/>
                  <a:pt x="4" y="3980"/>
                </a:cubicBezTo>
                <a:cubicBezTo>
                  <a:pt x="1" y="3968"/>
                  <a:pt x="0" y="3956"/>
                  <a:pt x="0" y="3944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9" name=""/>
          <p:cNvSpPr/>
          <p:nvPr/>
        </p:nvSpPr>
        <p:spPr>
          <a:xfrm>
            <a:off x="4740120" y="2511360"/>
            <a:ext cx="444960" cy="444600"/>
          </a:xfrm>
          <a:custGeom>
            <a:avLst/>
            <a:gdLst/>
            <a:ahLst/>
            <a:rect l="0" t="0" r="r" b="b"/>
            <a:pathLst>
              <a:path w="1236" h="1235">
                <a:moveTo>
                  <a:pt x="475" y="1235"/>
                </a:moveTo>
                <a:lnTo>
                  <a:pt x="444" y="1040"/>
                </a:lnTo>
                <a:cubicBezTo>
                  <a:pt x="425" y="1033"/>
                  <a:pt x="404" y="1023"/>
                  <a:pt x="383" y="1011"/>
                </a:cubicBezTo>
                <a:cubicBezTo>
                  <a:pt x="361" y="998"/>
                  <a:pt x="342" y="985"/>
                  <a:pt x="326" y="972"/>
                </a:cubicBezTo>
                <a:lnTo>
                  <a:pt x="143" y="1056"/>
                </a:lnTo>
                <a:lnTo>
                  <a:pt x="0" y="802"/>
                </a:lnTo>
                <a:lnTo>
                  <a:pt x="167" y="680"/>
                </a:lnTo>
                <a:cubicBezTo>
                  <a:pt x="165" y="671"/>
                  <a:pt x="163" y="661"/>
                  <a:pt x="163" y="649"/>
                </a:cubicBezTo>
                <a:cubicBezTo>
                  <a:pt x="162" y="637"/>
                  <a:pt x="162" y="626"/>
                  <a:pt x="162" y="617"/>
                </a:cubicBezTo>
                <a:cubicBezTo>
                  <a:pt x="162" y="608"/>
                  <a:pt x="162" y="597"/>
                  <a:pt x="163" y="585"/>
                </a:cubicBezTo>
                <a:cubicBezTo>
                  <a:pt x="163" y="574"/>
                  <a:pt x="165" y="563"/>
                  <a:pt x="167" y="554"/>
                </a:cubicBezTo>
                <a:lnTo>
                  <a:pt x="0" y="432"/>
                </a:lnTo>
                <a:lnTo>
                  <a:pt x="143" y="179"/>
                </a:lnTo>
                <a:lnTo>
                  <a:pt x="326" y="262"/>
                </a:lnTo>
                <a:cubicBezTo>
                  <a:pt x="342" y="249"/>
                  <a:pt x="361" y="236"/>
                  <a:pt x="383" y="223"/>
                </a:cubicBezTo>
                <a:cubicBezTo>
                  <a:pt x="404" y="211"/>
                  <a:pt x="425" y="202"/>
                  <a:pt x="444" y="196"/>
                </a:cubicBezTo>
                <a:lnTo>
                  <a:pt x="475" y="0"/>
                </a:lnTo>
                <a:lnTo>
                  <a:pt x="759" y="0"/>
                </a:lnTo>
                <a:lnTo>
                  <a:pt x="790" y="194"/>
                </a:lnTo>
                <a:cubicBezTo>
                  <a:pt x="810" y="201"/>
                  <a:pt x="831" y="211"/>
                  <a:pt x="853" y="223"/>
                </a:cubicBezTo>
                <a:cubicBezTo>
                  <a:pt x="875" y="235"/>
                  <a:pt x="894" y="248"/>
                  <a:pt x="909" y="262"/>
                </a:cubicBezTo>
                <a:lnTo>
                  <a:pt x="1092" y="179"/>
                </a:lnTo>
                <a:lnTo>
                  <a:pt x="1236" y="432"/>
                </a:lnTo>
                <a:lnTo>
                  <a:pt x="1069" y="551"/>
                </a:lnTo>
                <a:cubicBezTo>
                  <a:pt x="1071" y="561"/>
                  <a:pt x="1072" y="572"/>
                  <a:pt x="1073" y="584"/>
                </a:cubicBezTo>
                <a:cubicBezTo>
                  <a:pt x="1073" y="596"/>
                  <a:pt x="1074" y="607"/>
                  <a:pt x="1074" y="617"/>
                </a:cubicBezTo>
                <a:cubicBezTo>
                  <a:pt x="1074" y="627"/>
                  <a:pt x="1073" y="638"/>
                  <a:pt x="1073" y="649"/>
                </a:cubicBezTo>
                <a:cubicBezTo>
                  <a:pt x="1072" y="661"/>
                  <a:pt x="1071" y="672"/>
                  <a:pt x="1069" y="682"/>
                </a:cubicBezTo>
                <a:lnTo>
                  <a:pt x="1236" y="802"/>
                </a:lnTo>
                <a:lnTo>
                  <a:pt x="1092" y="1056"/>
                </a:lnTo>
                <a:lnTo>
                  <a:pt x="909" y="972"/>
                </a:lnTo>
                <a:cubicBezTo>
                  <a:pt x="893" y="985"/>
                  <a:pt x="874" y="999"/>
                  <a:pt x="853" y="1011"/>
                </a:cubicBezTo>
                <a:cubicBezTo>
                  <a:pt x="832" y="1024"/>
                  <a:pt x="811" y="1034"/>
                  <a:pt x="790" y="1040"/>
                </a:cubicBezTo>
                <a:lnTo>
                  <a:pt x="759" y="1235"/>
                </a:lnTo>
                <a:lnTo>
                  <a:pt x="475" y="1235"/>
                </a:lnTo>
                <a:moveTo>
                  <a:pt x="549" y="1143"/>
                </a:moveTo>
                <a:lnTo>
                  <a:pt x="685" y="1143"/>
                </a:lnTo>
                <a:lnTo>
                  <a:pt x="707" y="969"/>
                </a:lnTo>
                <a:cubicBezTo>
                  <a:pt x="741" y="961"/>
                  <a:pt x="773" y="948"/>
                  <a:pt x="803" y="930"/>
                </a:cubicBezTo>
                <a:cubicBezTo>
                  <a:pt x="834" y="913"/>
                  <a:pt x="861" y="892"/>
                  <a:pt x="886" y="867"/>
                </a:cubicBezTo>
                <a:lnTo>
                  <a:pt x="1050" y="938"/>
                </a:lnTo>
                <a:lnTo>
                  <a:pt x="1112" y="827"/>
                </a:lnTo>
                <a:lnTo>
                  <a:pt x="966" y="720"/>
                </a:lnTo>
                <a:cubicBezTo>
                  <a:pt x="970" y="703"/>
                  <a:pt x="974" y="686"/>
                  <a:pt x="976" y="669"/>
                </a:cubicBezTo>
                <a:cubicBezTo>
                  <a:pt x="979" y="652"/>
                  <a:pt x="980" y="635"/>
                  <a:pt x="980" y="617"/>
                </a:cubicBezTo>
                <a:cubicBezTo>
                  <a:pt x="980" y="600"/>
                  <a:pt x="979" y="582"/>
                  <a:pt x="977" y="565"/>
                </a:cubicBezTo>
                <a:cubicBezTo>
                  <a:pt x="975" y="548"/>
                  <a:pt x="971" y="531"/>
                  <a:pt x="966" y="514"/>
                </a:cubicBezTo>
                <a:lnTo>
                  <a:pt x="1112" y="407"/>
                </a:lnTo>
                <a:lnTo>
                  <a:pt x="1050" y="296"/>
                </a:lnTo>
                <a:lnTo>
                  <a:pt x="886" y="367"/>
                </a:lnTo>
                <a:cubicBezTo>
                  <a:pt x="862" y="340"/>
                  <a:pt x="835" y="318"/>
                  <a:pt x="806" y="300"/>
                </a:cubicBezTo>
                <a:cubicBezTo>
                  <a:pt x="776" y="282"/>
                  <a:pt x="743" y="270"/>
                  <a:pt x="707" y="265"/>
                </a:cubicBezTo>
                <a:lnTo>
                  <a:pt x="685" y="92"/>
                </a:lnTo>
                <a:lnTo>
                  <a:pt x="549" y="92"/>
                </a:lnTo>
                <a:lnTo>
                  <a:pt x="528" y="265"/>
                </a:lnTo>
                <a:cubicBezTo>
                  <a:pt x="493" y="272"/>
                  <a:pt x="460" y="285"/>
                  <a:pt x="430" y="302"/>
                </a:cubicBezTo>
                <a:cubicBezTo>
                  <a:pt x="399" y="320"/>
                  <a:pt x="372" y="341"/>
                  <a:pt x="349" y="367"/>
                </a:cubicBezTo>
                <a:lnTo>
                  <a:pt x="185" y="296"/>
                </a:lnTo>
                <a:lnTo>
                  <a:pt x="123" y="407"/>
                </a:lnTo>
                <a:lnTo>
                  <a:pt x="268" y="514"/>
                </a:lnTo>
                <a:cubicBezTo>
                  <a:pt x="264" y="531"/>
                  <a:pt x="261" y="548"/>
                  <a:pt x="258" y="565"/>
                </a:cubicBezTo>
                <a:cubicBezTo>
                  <a:pt x="256" y="582"/>
                  <a:pt x="255" y="600"/>
                  <a:pt x="255" y="617"/>
                </a:cubicBezTo>
                <a:cubicBezTo>
                  <a:pt x="255" y="635"/>
                  <a:pt x="256" y="652"/>
                  <a:pt x="258" y="669"/>
                </a:cubicBezTo>
                <a:cubicBezTo>
                  <a:pt x="261" y="686"/>
                  <a:pt x="264" y="703"/>
                  <a:pt x="268" y="720"/>
                </a:cubicBezTo>
                <a:lnTo>
                  <a:pt x="123" y="827"/>
                </a:lnTo>
                <a:lnTo>
                  <a:pt x="185" y="938"/>
                </a:lnTo>
                <a:lnTo>
                  <a:pt x="349" y="867"/>
                </a:lnTo>
                <a:cubicBezTo>
                  <a:pt x="373" y="892"/>
                  <a:pt x="401" y="913"/>
                  <a:pt x="431" y="930"/>
                </a:cubicBezTo>
                <a:cubicBezTo>
                  <a:pt x="462" y="948"/>
                  <a:pt x="494" y="961"/>
                  <a:pt x="528" y="969"/>
                </a:cubicBezTo>
                <a:lnTo>
                  <a:pt x="549" y="1143"/>
                </a:lnTo>
                <a:moveTo>
                  <a:pt x="617" y="818"/>
                </a:moveTo>
                <a:cubicBezTo>
                  <a:pt x="673" y="818"/>
                  <a:pt x="720" y="798"/>
                  <a:pt x="759" y="759"/>
                </a:cubicBezTo>
                <a:cubicBezTo>
                  <a:pt x="798" y="720"/>
                  <a:pt x="818" y="673"/>
                  <a:pt x="818" y="617"/>
                </a:cubicBezTo>
                <a:cubicBezTo>
                  <a:pt x="818" y="561"/>
                  <a:pt x="798" y="514"/>
                  <a:pt x="759" y="475"/>
                </a:cubicBezTo>
                <a:cubicBezTo>
                  <a:pt x="720" y="436"/>
                  <a:pt x="673" y="416"/>
                  <a:pt x="617" y="416"/>
                </a:cubicBezTo>
                <a:cubicBezTo>
                  <a:pt x="562" y="416"/>
                  <a:pt x="514" y="436"/>
                  <a:pt x="475" y="475"/>
                </a:cubicBezTo>
                <a:cubicBezTo>
                  <a:pt x="436" y="514"/>
                  <a:pt x="417" y="561"/>
                  <a:pt x="417" y="617"/>
                </a:cubicBezTo>
                <a:cubicBezTo>
                  <a:pt x="417" y="673"/>
                  <a:pt x="436" y="720"/>
                  <a:pt x="475" y="759"/>
                </a:cubicBezTo>
                <a:cubicBezTo>
                  <a:pt x="514" y="798"/>
                  <a:pt x="562" y="818"/>
                  <a:pt x="617" y="818"/>
                </a:cubicBezTo>
                <a:moveTo>
                  <a:pt x="617" y="617"/>
                </a:moveTo>
                <a:lnTo>
                  <a:pt x="617" y="617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40" name=""/>
          <p:cNvSpPr txBox="1"/>
          <p:nvPr/>
        </p:nvSpPr>
        <p:spPr>
          <a:xfrm>
            <a:off x="1507680" y="5703480"/>
            <a:ext cx="1905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ホスト側ネットワーク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1" name=""/>
          <p:cNvSpPr txBox="1"/>
          <p:nvPr/>
        </p:nvSpPr>
        <p:spPr>
          <a:xfrm>
            <a:off x="4734000" y="3002040"/>
            <a:ext cx="457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2" name=""/>
          <p:cNvSpPr/>
          <p:nvPr/>
        </p:nvSpPr>
        <p:spPr>
          <a:xfrm>
            <a:off x="3819240" y="390492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5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6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6" y="63"/>
                  <a:pt x="6313" y="73"/>
                  <a:pt x="6320" y="83"/>
                </a:cubicBezTo>
                <a:cubicBezTo>
                  <a:pt x="6327" y="93"/>
                  <a:pt x="6333" y="104"/>
                  <a:pt x="6337" y="115"/>
                </a:cubicBezTo>
                <a:cubicBezTo>
                  <a:pt x="6342" y="126"/>
                  <a:pt x="6345" y="138"/>
                  <a:pt x="6348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1085"/>
                </a:lnTo>
                <a:cubicBezTo>
                  <a:pt x="6351" y="1097"/>
                  <a:pt x="6350" y="1109"/>
                  <a:pt x="6348" y="1121"/>
                </a:cubicBezTo>
                <a:cubicBezTo>
                  <a:pt x="6345" y="1133"/>
                  <a:pt x="6342" y="1145"/>
                  <a:pt x="6337" y="1156"/>
                </a:cubicBezTo>
                <a:cubicBezTo>
                  <a:pt x="6333" y="1167"/>
                  <a:pt x="6327" y="1178"/>
                  <a:pt x="6320" y="1188"/>
                </a:cubicBezTo>
                <a:cubicBezTo>
                  <a:pt x="6313" y="1198"/>
                  <a:pt x="6306" y="1208"/>
                  <a:pt x="6297" y="1217"/>
                </a:cubicBezTo>
                <a:cubicBezTo>
                  <a:pt x="6288" y="1226"/>
                  <a:pt x="6279" y="1233"/>
                  <a:pt x="6269" y="1240"/>
                </a:cubicBezTo>
                <a:cubicBezTo>
                  <a:pt x="6259" y="1247"/>
                  <a:pt x="6248" y="1253"/>
                  <a:pt x="6237" y="1257"/>
                </a:cubicBezTo>
                <a:cubicBezTo>
                  <a:pt x="6226" y="1262"/>
                  <a:pt x="6214" y="1265"/>
                  <a:pt x="6202" y="1268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5" y="1257"/>
                </a:cubicBezTo>
                <a:cubicBezTo>
                  <a:pt x="103" y="1253"/>
                  <a:pt x="93" y="1247"/>
                  <a:pt x="83" y="1240"/>
                </a:cubicBezTo>
                <a:cubicBezTo>
                  <a:pt x="72" y="1233"/>
                  <a:pt x="63" y="1226"/>
                  <a:pt x="55" y="1217"/>
                </a:cubicBezTo>
                <a:cubicBezTo>
                  <a:pt x="46" y="1208"/>
                  <a:pt x="38" y="1198"/>
                  <a:pt x="32" y="1188"/>
                </a:cubicBezTo>
                <a:cubicBezTo>
                  <a:pt x="25" y="1178"/>
                  <a:pt x="19" y="1167"/>
                  <a:pt x="14" y="1156"/>
                </a:cubicBezTo>
                <a:cubicBezTo>
                  <a:pt x="10" y="1145"/>
                  <a:pt x="6" y="1133"/>
                  <a:pt x="4" y="1121"/>
                </a:cubicBezTo>
                <a:cubicBezTo>
                  <a:pt x="1" y="1109"/>
                  <a:pt x="0" y="1097"/>
                  <a:pt x="0" y="10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3" name=""/>
          <p:cNvSpPr/>
          <p:nvPr/>
        </p:nvSpPr>
        <p:spPr>
          <a:xfrm>
            <a:off x="3819240" y="390492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5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6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6" y="63"/>
                  <a:pt x="6313" y="73"/>
                  <a:pt x="6320" y="83"/>
                </a:cubicBezTo>
                <a:cubicBezTo>
                  <a:pt x="6327" y="93"/>
                  <a:pt x="6333" y="104"/>
                  <a:pt x="6337" y="115"/>
                </a:cubicBezTo>
                <a:cubicBezTo>
                  <a:pt x="6342" y="126"/>
                  <a:pt x="6345" y="138"/>
                  <a:pt x="6348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1085"/>
                </a:lnTo>
                <a:cubicBezTo>
                  <a:pt x="6351" y="1097"/>
                  <a:pt x="6350" y="1109"/>
                  <a:pt x="6348" y="1121"/>
                </a:cubicBezTo>
                <a:cubicBezTo>
                  <a:pt x="6345" y="1133"/>
                  <a:pt x="6342" y="1145"/>
                  <a:pt x="6337" y="1156"/>
                </a:cubicBezTo>
                <a:cubicBezTo>
                  <a:pt x="6333" y="1167"/>
                  <a:pt x="6327" y="1178"/>
                  <a:pt x="6320" y="1188"/>
                </a:cubicBezTo>
                <a:cubicBezTo>
                  <a:pt x="6313" y="1198"/>
                  <a:pt x="6306" y="1208"/>
                  <a:pt x="6297" y="1217"/>
                </a:cubicBezTo>
                <a:cubicBezTo>
                  <a:pt x="6288" y="1226"/>
                  <a:pt x="6279" y="1233"/>
                  <a:pt x="6269" y="1240"/>
                </a:cubicBezTo>
                <a:cubicBezTo>
                  <a:pt x="6259" y="1247"/>
                  <a:pt x="6248" y="1253"/>
                  <a:pt x="6237" y="1257"/>
                </a:cubicBezTo>
                <a:cubicBezTo>
                  <a:pt x="6226" y="1262"/>
                  <a:pt x="6214" y="1265"/>
                  <a:pt x="6202" y="1268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5" y="1257"/>
                </a:cubicBezTo>
                <a:cubicBezTo>
                  <a:pt x="103" y="1253"/>
                  <a:pt x="93" y="1247"/>
                  <a:pt x="83" y="1240"/>
                </a:cubicBezTo>
                <a:cubicBezTo>
                  <a:pt x="72" y="1233"/>
                  <a:pt x="63" y="1226"/>
                  <a:pt x="55" y="1217"/>
                </a:cubicBezTo>
                <a:cubicBezTo>
                  <a:pt x="46" y="1208"/>
                  <a:pt x="38" y="1198"/>
                  <a:pt x="32" y="1188"/>
                </a:cubicBezTo>
                <a:cubicBezTo>
                  <a:pt x="25" y="1178"/>
                  <a:pt x="19" y="1167"/>
                  <a:pt x="14" y="1156"/>
                </a:cubicBezTo>
                <a:cubicBezTo>
                  <a:pt x="10" y="1145"/>
                  <a:pt x="6" y="1133"/>
                  <a:pt x="4" y="1121"/>
                </a:cubicBezTo>
                <a:cubicBezTo>
                  <a:pt x="1" y="1109"/>
                  <a:pt x="0" y="1097"/>
                  <a:pt x="0" y="108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4814280" y="3341520"/>
            <a:ext cx="351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5" name=""/>
          <p:cNvSpPr/>
          <p:nvPr/>
        </p:nvSpPr>
        <p:spPr>
          <a:xfrm>
            <a:off x="3819240" y="447660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3"/>
                </a:cubicBezTo>
                <a:cubicBezTo>
                  <a:pt x="6214" y="6"/>
                  <a:pt x="6226" y="9"/>
                  <a:pt x="6237" y="14"/>
                </a:cubicBezTo>
                <a:cubicBezTo>
                  <a:pt x="6248" y="19"/>
                  <a:pt x="6259" y="24"/>
                  <a:pt x="6269" y="31"/>
                </a:cubicBezTo>
                <a:cubicBezTo>
                  <a:pt x="6279" y="38"/>
                  <a:pt x="6288" y="46"/>
                  <a:pt x="6297" y="54"/>
                </a:cubicBezTo>
                <a:cubicBezTo>
                  <a:pt x="6306" y="63"/>
                  <a:pt x="6313" y="72"/>
                  <a:pt x="6320" y="82"/>
                </a:cubicBezTo>
                <a:cubicBezTo>
                  <a:pt x="6327" y="92"/>
                  <a:pt x="6333" y="103"/>
                  <a:pt x="6337" y="114"/>
                </a:cubicBezTo>
                <a:cubicBezTo>
                  <a:pt x="6342" y="125"/>
                  <a:pt x="6345" y="137"/>
                  <a:pt x="6348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086"/>
                </a:lnTo>
                <a:cubicBezTo>
                  <a:pt x="6351" y="1098"/>
                  <a:pt x="6350" y="1110"/>
                  <a:pt x="6348" y="1122"/>
                </a:cubicBezTo>
                <a:cubicBezTo>
                  <a:pt x="6345" y="1134"/>
                  <a:pt x="6342" y="1145"/>
                  <a:pt x="6337" y="1157"/>
                </a:cubicBezTo>
                <a:cubicBezTo>
                  <a:pt x="6333" y="1168"/>
                  <a:pt x="6327" y="1178"/>
                  <a:pt x="6320" y="1189"/>
                </a:cubicBezTo>
                <a:cubicBezTo>
                  <a:pt x="6313" y="1199"/>
                  <a:pt x="6306" y="1208"/>
                  <a:pt x="6297" y="1217"/>
                </a:cubicBezTo>
                <a:cubicBezTo>
                  <a:pt x="6288" y="1225"/>
                  <a:pt x="6279" y="1233"/>
                  <a:pt x="6269" y="1240"/>
                </a:cubicBezTo>
                <a:cubicBezTo>
                  <a:pt x="6259" y="1246"/>
                  <a:pt x="6248" y="1252"/>
                  <a:pt x="6237" y="1257"/>
                </a:cubicBezTo>
                <a:cubicBezTo>
                  <a:pt x="6226" y="1261"/>
                  <a:pt x="6214" y="1265"/>
                  <a:pt x="6202" y="1267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6" y="1261"/>
                  <a:pt x="115" y="1257"/>
                </a:cubicBezTo>
                <a:cubicBezTo>
                  <a:pt x="103" y="1252"/>
                  <a:pt x="93" y="1246"/>
                  <a:pt x="83" y="1240"/>
                </a:cubicBezTo>
                <a:cubicBezTo>
                  <a:pt x="72" y="1233"/>
                  <a:pt x="63" y="1225"/>
                  <a:pt x="55" y="1217"/>
                </a:cubicBezTo>
                <a:cubicBezTo>
                  <a:pt x="46" y="1208"/>
                  <a:pt x="38" y="1199"/>
                  <a:pt x="32" y="1189"/>
                </a:cubicBezTo>
                <a:cubicBezTo>
                  <a:pt x="25" y="1178"/>
                  <a:pt x="19" y="1168"/>
                  <a:pt x="14" y="1157"/>
                </a:cubicBezTo>
                <a:cubicBezTo>
                  <a:pt x="10" y="1145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6" name=""/>
          <p:cNvSpPr/>
          <p:nvPr/>
        </p:nvSpPr>
        <p:spPr>
          <a:xfrm>
            <a:off x="3819240" y="447660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1"/>
                  <a:pt x="6202" y="3"/>
                </a:cubicBezTo>
                <a:cubicBezTo>
                  <a:pt x="6214" y="6"/>
                  <a:pt x="6226" y="9"/>
                  <a:pt x="6237" y="14"/>
                </a:cubicBezTo>
                <a:cubicBezTo>
                  <a:pt x="6248" y="19"/>
                  <a:pt x="6259" y="24"/>
                  <a:pt x="6269" y="31"/>
                </a:cubicBezTo>
                <a:cubicBezTo>
                  <a:pt x="6279" y="38"/>
                  <a:pt x="6288" y="46"/>
                  <a:pt x="6297" y="54"/>
                </a:cubicBezTo>
                <a:cubicBezTo>
                  <a:pt x="6306" y="63"/>
                  <a:pt x="6313" y="72"/>
                  <a:pt x="6320" y="82"/>
                </a:cubicBezTo>
                <a:cubicBezTo>
                  <a:pt x="6327" y="92"/>
                  <a:pt x="6333" y="103"/>
                  <a:pt x="6337" y="114"/>
                </a:cubicBezTo>
                <a:cubicBezTo>
                  <a:pt x="6342" y="125"/>
                  <a:pt x="6345" y="137"/>
                  <a:pt x="6348" y="149"/>
                </a:cubicBezTo>
                <a:cubicBezTo>
                  <a:pt x="6350" y="161"/>
                  <a:pt x="6351" y="173"/>
                  <a:pt x="6351" y="185"/>
                </a:cubicBezTo>
                <a:lnTo>
                  <a:pt x="6351" y="1086"/>
                </a:lnTo>
                <a:cubicBezTo>
                  <a:pt x="6351" y="1098"/>
                  <a:pt x="6350" y="1110"/>
                  <a:pt x="6348" y="1122"/>
                </a:cubicBezTo>
                <a:cubicBezTo>
                  <a:pt x="6345" y="1134"/>
                  <a:pt x="6342" y="1145"/>
                  <a:pt x="6337" y="1157"/>
                </a:cubicBezTo>
                <a:cubicBezTo>
                  <a:pt x="6333" y="1168"/>
                  <a:pt x="6327" y="1178"/>
                  <a:pt x="6320" y="1189"/>
                </a:cubicBezTo>
                <a:cubicBezTo>
                  <a:pt x="6313" y="1199"/>
                  <a:pt x="6306" y="1208"/>
                  <a:pt x="6297" y="1217"/>
                </a:cubicBezTo>
                <a:cubicBezTo>
                  <a:pt x="6288" y="1225"/>
                  <a:pt x="6279" y="1233"/>
                  <a:pt x="6269" y="1240"/>
                </a:cubicBezTo>
                <a:cubicBezTo>
                  <a:pt x="6259" y="1246"/>
                  <a:pt x="6248" y="1252"/>
                  <a:pt x="6237" y="1257"/>
                </a:cubicBezTo>
                <a:cubicBezTo>
                  <a:pt x="6226" y="1261"/>
                  <a:pt x="6214" y="1265"/>
                  <a:pt x="6202" y="1267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6" y="1261"/>
                  <a:pt x="115" y="1257"/>
                </a:cubicBezTo>
                <a:cubicBezTo>
                  <a:pt x="103" y="1252"/>
                  <a:pt x="93" y="1246"/>
                  <a:pt x="83" y="1240"/>
                </a:cubicBezTo>
                <a:cubicBezTo>
                  <a:pt x="72" y="1233"/>
                  <a:pt x="63" y="1225"/>
                  <a:pt x="55" y="1217"/>
                </a:cubicBezTo>
                <a:cubicBezTo>
                  <a:pt x="46" y="1208"/>
                  <a:pt x="38" y="1199"/>
                  <a:pt x="32" y="1189"/>
                </a:cubicBezTo>
                <a:cubicBezTo>
                  <a:pt x="25" y="1178"/>
                  <a:pt x="19" y="1168"/>
                  <a:pt x="14" y="1157"/>
                </a:cubicBezTo>
                <a:cubicBezTo>
                  <a:pt x="10" y="1145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7" name=""/>
          <p:cNvSpPr txBox="1"/>
          <p:nvPr/>
        </p:nvSpPr>
        <p:spPr>
          <a:xfrm>
            <a:off x="3965400" y="3989160"/>
            <a:ext cx="2000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IP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が起動時に固定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8" name=""/>
          <p:cNvSpPr/>
          <p:nvPr/>
        </p:nvSpPr>
        <p:spPr>
          <a:xfrm>
            <a:off x="3819240" y="504792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6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6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6" y="63"/>
                  <a:pt x="6313" y="73"/>
                  <a:pt x="6320" y="83"/>
                </a:cubicBezTo>
                <a:cubicBezTo>
                  <a:pt x="6327" y="93"/>
                  <a:pt x="6333" y="104"/>
                  <a:pt x="6337" y="115"/>
                </a:cubicBezTo>
                <a:cubicBezTo>
                  <a:pt x="6342" y="126"/>
                  <a:pt x="6345" y="138"/>
                  <a:pt x="6348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1086"/>
                </a:lnTo>
                <a:cubicBezTo>
                  <a:pt x="6351" y="1098"/>
                  <a:pt x="6350" y="1110"/>
                  <a:pt x="6348" y="1122"/>
                </a:cubicBezTo>
                <a:cubicBezTo>
                  <a:pt x="6345" y="1134"/>
                  <a:pt x="6342" y="1146"/>
                  <a:pt x="6337" y="1157"/>
                </a:cubicBezTo>
                <a:cubicBezTo>
                  <a:pt x="6333" y="1168"/>
                  <a:pt x="6327" y="1179"/>
                  <a:pt x="6320" y="1189"/>
                </a:cubicBezTo>
                <a:cubicBezTo>
                  <a:pt x="6313" y="1199"/>
                  <a:pt x="6306" y="1209"/>
                  <a:pt x="6297" y="1217"/>
                </a:cubicBezTo>
                <a:cubicBezTo>
                  <a:pt x="6288" y="1226"/>
                  <a:pt x="6279" y="1233"/>
                  <a:pt x="6269" y="1240"/>
                </a:cubicBezTo>
                <a:cubicBezTo>
                  <a:pt x="6259" y="1247"/>
                  <a:pt x="6248" y="1253"/>
                  <a:pt x="6237" y="1257"/>
                </a:cubicBezTo>
                <a:cubicBezTo>
                  <a:pt x="6226" y="1262"/>
                  <a:pt x="6214" y="1265"/>
                  <a:pt x="6202" y="1268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5" y="1257"/>
                </a:cubicBezTo>
                <a:cubicBezTo>
                  <a:pt x="103" y="1253"/>
                  <a:pt x="93" y="1247"/>
                  <a:pt x="83" y="1240"/>
                </a:cubicBezTo>
                <a:cubicBezTo>
                  <a:pt x="72" y="1233"/>
                  <a:pt x="63" y="1226"/>
                  <a:pt x="55" y="1217"/>
                </a:cubicBezTo>
                <a:cubicBezTo>
                  <a:pt x="46" y="1209"/>
                  <a:pt x="38" y="1199"/>
                  <a:pt x="32" y="1189"/>
                </a:cubicBezTo>
                <a:cubicBezTo>
                  <a:pt x="25" y="1179"/>
                  <a:pt x="19" y="1168"/>
                  <a:pt x="14" y="1157"/>
                </a:cubicBezTo>
                <a:cubicBezTo>
                  <a:pt x="10" y="1146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9" name=""/>
          <p:cNvSpPr/>
          <p:nvPr/>
        </p:nvSpPr>
        <p:spPr>
          <a:xfrm>
            <a:off x="3819240" y="5047920"/>
            <a:ext cx="2286360" cy="457560"/>
          </a:xfrm>
          <a:custGeom>
            <a:avLst/>
            <a:gdLst/>
            <a:ahLst/>
            <a:rect l="0" t="0" r="r" b="b"/>
            <a:pathLst>
              <a:path w="6351" h="1271">
                <a:moveTo>
                  <a:pt x="0" y="1086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66" y="0"/>
                </a:lnTo>
                <a:cubicBezTo>
                  <a:pt x="6178" y="0"/>
                  <a:pt x="6190" y="2"/>
                  <a:pt x="6202" y="4"/>
                </a:cubicBezTo>
                <a:cubicBezTo>
                  <a:pt x="6214" y="6"/>
                  <a:pt x="6226" y="10"/>
                  <a:pt x="6237" y="15"/>
                </a:cubicBezTo>
                <a:cubicBezTo>
                  <a:pt x="6248" y="19"/>
                  <a:pt x="6259" y="25"/>
                  <a:pt x="6269" y="32"/>
                </a:cubicBezTo>
                <a:cubicBezTo>
                  <a:pt x="6279" y="38"/>
                  <a:pt x="6288" y="46"/>
                  <a:pt x="6297" y="55"/>
                </a:cubicBezTo>
                <a:cubicBezTo>
                  <a:pt x="6306" y="63"/>
                  <a:pt x="6313" y="73"/>
                  <a:pt x="6320" y="83"/>
                </a:cubicBezTo>
                <a:cubicBezTo>
                  <a:pt x="6327" y="93"/>
                  <a:pt x="6333" y="104"/>
                  <a:pt x="6337" y="115"/>
                </a:cubicBezTo>
                <a:cubicBezTo>
                  <a:pt x="6342" y="126"/>
                  <a:pt x="6345" y="138"/>
                  <a:pt x="6348" y="149"/>
                </a:cubicBezTo>
                <a:cubicBezTo>
                  <a:pt x="6350" y="161"/>
                  <a:pt x="6351" y="173"/>
                  <a:pt x="6351" y="186"/>
                </a:cubicBezTo>
                <a:lnTo>
                  <a:pt x="6351" y="1086"/>
                </a:lnTo>
                <a:cubicBezTo>
                  <a:pt x="6351" y="1098"/>
                  <a:pt x="6350" y="1110"/>
                  <a:pt x="6348" y="1122"/>
                </a:cubicBezTo>
                <a:cubicBezTo>
                  <a:pt x="6345" y="1134"/>
                  <a:pt x="6342" y="1146"/>
                  <a:pt x="6337" y="1157"/>
                </a:cubicBezTo>
                <a:cubicBezTo>
                  <a:pt x="6333" y="1168"/>
                  <a:pt x="6327" y="1179"/>
                  <a:pt x="6320" y="1189"/>
                </a:cubicBezTo>
                <a:cubicBezTo>
                  <a:pt x="6313" y="1199"/>
                  <a:pt x="6306" y="1209"/>
                  <a:pt x="6297" y="1217"/>
                </a:cubicBezTo>
                <a:cubicBezTo>
                  <a:pt x="6288" y="1226"/>
                  <a:pt x="6279" y="1233"/>
                  <a:pt x="6269" y="1240"/>
                </a:cubicBezTo>
                <a:cubicBezTo>
                  <a:pt x="6259" y="1247"/>
                  <a:pt x="6248" y="1253"/>
                  <a:pt x="6237" y="1257"/>
                </a:cubicBezTo>
                <a:cubicBezTo>
                  <a:pt x="6226" y="1262"/>
                  <a:pt x="6214" y="1265"/>
                  <a:pt x="6202" y="1268"/>
                </a:cubicBezTo>
                <a:cubicBezTo>
                  <a:pt x="6190" y="1270"/>
                  <a:pt x="6178" y="1271"/>
                  <a:pt x="6166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5" y="1257"/>
                </a:cubicBezTo>
                <a:cubicBezTo>
                  <a:pt x="103" y="1253"/>
                  <a:pt x="93" y="1247"/>
                  <a:pt x="83" y="1240"/>
                </a:cubicBezTo>
                <a:cubicBezTo>
                  <a:pt x="72" y="1233"/>
                  <a:pt x="63" y="1226"/>
                  <a:pt x="55" y="1217"/>
                </a:cubicBezTo>
                <a:cubicBezTo>
                  <a:pt x="46" y="1209"/>
                  <a:pt x="38" y="1199"/>
                  <a:pt x="32" y="1189"/>
                </a:cubicBezTo>
                <a:cubicBezTo>
                  <a:pt x="25" y="1179"/>
                  <a:pt x="19" y="1168"/>
                  <a:pt x="14" y="1157"/>
                </a:cubicBezTo>
                <a:cubicBezTo>
                  <a:pt x="10" y="1146"/>
                  <a:pt x="6" y="1134"/>
                  <a:pt x="4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0" name=""/>
          <p:cNvSpPr txBox="1"/>
          <p:nvPr/>
        </p:nvSpPr>
        <p:spPr>
          <a:xfrm>
            <a:off x="3965400" y="4560480"/>
            <a:ext cx="1579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IPv6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の規則がない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1" name=""/>
          <p:cNvSpPr/>
          <p:nvPr/>
        </p:nvSpPr>
        <p:spPr>
          <a:xfrm>
            <a:off x="6276960" y="2304720"/>
            <a:ext cx="2476800" cy="1486440"/>
          </a:xfrm>
          <a:custGeom>
            <a:avLst/>
            <a:gdLst/>
            <a:ahLst/>
            <a:rect l="0" t="0" r="r" b="b"/>
            <a:pathLst>
              <a:path w="6880" h="4129">
                <a:moveTo>
                  <a:pt x="0" y="394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694" y="0"/>
                </a:lnTo>
                <a:cubicBezTo>
                  <a:pt x="6707" y="0"/>
                  <a:pt x="6719" y="2"/>
                  <a:pt x="6731" y="4"/>
                </a:cubicBezTo>
                <a:cubicBezTo>
                  <a:pt x="6743" y="6"/>
                  <a:pt x="6754" y="10"/>
                  <a:pt x="6765" y="15"/>
                </a:cubicBezTo>
                <a:cubicBezTo>
                  <a:pt x="6777" y="19"/>
                  <a:pt x="6787" y="25"/>
                  <a:pt x="6797" y="32"/>
                </a:cubicBezTo>
                <a:cubicBezTo>
                  <a:pt x="6808" y="38"/>
                  <a:pt x="6817" y="46"/>
                  <a:pt x="6825" y="55"/>
                </a:cubicBezTo>
                <a:cubicBezTo>
                  <a:pt x="6834" y="63"/>
                  <a:pt x="6842" y="73"/>
                  <a:pt x="6848" y="83"/>
                </a:cubicBezTo>
                <a:cubicBezTo>
                  <a:pt x="6855" y="93"/>
                  <a:pt x="6861" y="104"/>
                  <a:pt x="6866" y="115"/>
                </a:cubicBezTo>
                <a:cubicBezTo>
                  <a:pt x="6870" y="126"/>
                  <a:pt x="6874" y="138"/>
                  <a:pt x="6876" y="149"/>
                </a:cubicBezTo>
                <a:cubicBezTo>
                  <a:pt x="6879" y="161"/>
                  <a:pt x="6880" y="173"/>
                  <a:pt x="6880" y="186"/>
                </a:cubicBezTo>
                <a:lnTo>
                  <a:pt x="6880" y="3944"/>
                </a:lnTo>
                <a:cubicBezTo>
                  <a:pt x="6880" y="3956"/>
                  <a:pt x="6879" y="3968"/>
                  <a:pt x="6876" y="3980"/>
                </a:cubicBezTo>
                <a:cubicBezTo>
                  <a:pt x="6874" y="3992"/>
                  <a:pt x="6870" y="4003"/>
                  <a:pt x="6866" y="4015"/>
                </a:cubicBezTo>
                <a:cubicBezTo>
                  <a:pt x="6861" y="4026"/>
                  <a:pt x="6855" y="4036"/>
                  <a:pt x="6848" y="4047"/>
                </a:cubicBezTo>
                <a:cubicBezTo>
                  <a:pt x="6842" y="4057"/>
                  <a:pt x="6834" y="4066"/>
                  <a:pt x="6825" y="4075"/>
                </a:cubicBezTo>
                <a:cubicBezTo>
                  <a:pt x="6817" y="4083"/>
                  <a:pt x="6808" y="4091"/>
                  <a:pt x="6797" y="4098"/>
                </a:cubicBezTo>
                <a:cubicBezTo>
                  <a:pt x="6787" y="4104"/>
                  <a:pt x="6777" y="4110"/>
                  <a:pt x="6765" y="4115"/>
                </a:cubicBezTo>
                <a:cubicBezTo>
                  <a:pt x="6754" y="4119"/>
                  <a:pt x="6743" y="4123"/>
                  <a:pt x="6731" y="4125"/>
                </a:cubicBezTo>
                <a:cubicBezTo>
                  <a:pt x="6719" y="4128"/>
                  <a:pt x="6707" y="4129"/>
                  <a:pt x="6694" y="4129"/>
                </a:cubicBezTo>
                <a:lnTo>
                  <a:pt x="185" y="4129"/>
                </a:lnTo>
                <a:cubicBezTo>
                  <a:pt x="173" y="4129"/>
                  <a:pt x="161" y="4128"/>
                  <a:pt x="149" y="4125"/>
                </a:cubicBezTo>
                <a:cubicBezTo>
                  <a:pt x="137" y="4123"/>
                  <a:pt x="125" y="4119"/>
                  <a:pt x="114" y="4115"/>
                </a:cubicBezTo>
                <a:cubicBezTo>
                  <a:pt x="103" y="4110"/>
                  <a:pt x="92" y="4104"/>
                  <a:pt x="82" y="4098"/>
                </a:cubicBezTo>
                <a:cubicBezTo>
                  <a:pt x="72" y="4091"/>
                  <a:pt x="62" y="4083"/>
                  <a:pt x="54" y="4075"/>
                </a:cubicBezTo>
                <a:cubicBezTo>
                  <a:pt x="45" y="4066"/>
                  <a:pt x="38" y="4057"/>
                  <a:pt x="31" y="4047"/>
                </a:cubicBezTo>
                <a:cubicBezTo>
                  <a:pt x="24" y="4036"/>
                  <a:pt x="18" y="4026"/>
                  <a:pt x="14" y="4015"/>
                </a:cubicBezTo>
                <a:cubicBezTo>
                  <a:pt x="9" y="4003"/>
                  <a:pt x="5" y="3992"/>
                  <a:pt x="3" y="3980"/>
                </a:cubicBezTo>
                <a:cubicBezTo>
                  <a:pt x="1" y="3968"/>
                  <a:pt x="0" y="3956"/>
                  <a:pt x="0" y="39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2" name=""/>
          <p:cNvSpPr/>
          <p:nvPr/>
        </p:nvSpPr>
        <p:spPr>
          <a:xfrm>
            <a:off x="6276960" y="2304720"/>
            <a:ext cx="2476800" cy="1486440"/>
          </a:xfrm>
          <a:custGeom>
            <a:avLst/>
            <a:gdLst/>
            <a:ahLst/>
            <a:rect l="0" t="0" r="r" b="b"/>
            <a:pathLst>
              <a:path w="6880" h="4129">
                <a:moveTo>
                  <a:pt x="0" y="394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694" y="0"/>
                </a:lnTo>
                <a:cubicBezTo>
                  <a:pt x="6707" y="0"/>
                  <a:pt x="6719" y="2"/>
                  <a:pt x="6731" y="4"/>
                </a:cubicBezTo>
                <a:cubicBezTo>
                  <a:pt x="6743" y="6"/>
                  <a:pt x="6754" y="10"/>
                  <a:pt x="6765" y="15"/>
                </a:cubicBezTo>
                <a:cubicBezTo>
                  <a:pt x="6777" y="19"/>
                  <a:pt x="6787" y="25"/>
                  <a:pt x="6797" y="32"/>
                </a:cubicBezTo>
                <a:cubicBezTo>
                  <a:pt x="6808" y="38"/>
                  <a:pt x="6817" y="46"/>
                  <a:pt x="6825" y="55"/>
                </a:cubicBezTo>
                <a:cubicBezTo>
                  <a:pt x="6834" y="63"/>
                  <a:pt x="6842" y="73"/>
                  <a:pt x="6848" y="83"/>
                </a:cubicBezTo>
                <a:cubicBezTo>
                  <a:pt x="6855" y="93"/>
                  <a:pt x="6861" y="104"/>
                  <a:pt x="6866" y="115"/>
                </a:cubicBezTo>
                <a:cubicBezTo>
                  <a:pt x="6870" y="126"/>
                  <a:pt x="6874" y="138"/>
                  <a:pt x="6876" y="149"/>
                </a:cubicBezTo>
                <a:cubicBezTo>
                  <a:pt x="6879" y="161"/>
                  <a:pt x="6880" y="173"/>
                  <a:pt x="6880" y="186"/>
                </a:cubicBezTo>
                <a:lnTo>
                  <a:pt x="6880" y="3944"/>
                </a:lnTo>
                <a:cubicBezTo>
                  <a:pt x="6880" y="3956"/>
                  <a:pt x="6879" y="3968"/>
                  <a:pt x="6876" y="3980"/>
                </a:cubicBezTo>
                <a:cubicBezTo>
                  <a:pt x="6874" y="3992"/>
                  <a:pt x="6870" y="4003"/>
                  <a:pt x="6866" y="4015"/>
                </a:cubicBezTo>
                <a:cubicBezTo>
                  <a:pt x="6861" y="4026"/>
                  <a:pt x="6855" y="4036"/>
                  <a:pt x="6848" y="4047"/>
                </a:cubicBezTo>
                <a:cubicBezTo>
                  <a:pt x="6842" y="4057"/>
                  <a:pt x="6834" y="4066"/>
                  <a:pt x="6825" y="4075"/>
                </a:cubicBezTo>
                <a:cubicBezTo>
                  <a:pt x="6817" y="4083"/>
                  <a:pt x="6808" y="4091"/>
                  <a:pt x="6797" y="4098"/>
                </a:cubicBezTo>
                <a:cubicBezTo>
                  <a:pt x="6787" y="4104"/>
                  <a:pt x="6777" y="4110"/>
                  <a:pt x="6765" y="4115"/>
                </a:cubicBezTo>
                <a:cubicBezTo>
                  <a:pt x="6754" y="4119"/>
                  <a:pt x="6743" y="4123"/>
                  <a:pt x="6731" y="4125"/>
                </a:cubicBezTo>
                <a:cubicBezTo>
                  <a:pt x="6719" y="4128"/>
                  <a:pt x="6707" y="4129"/>
                  <a:pt x="6694" y="4129"/>
                </a:cubicBezTo>
                <a:lnTo>
                  <a:pt x="185" y="4129"/>
                </a:lnTo>
                <a:cubicBezTo>
                  <a:pt x="173" y="4129"/>
                  <a:pt x="161" y="4128"/>
                  <a:pt x="149" y="4125"/>
                </a:cubicBezTo>
                <a:cubicBezTo>
                  <a:pt x="137" y="4123"/>
                  <a:pt x="125" y="4119"/>
                  <a:pt x="114" y="4115"/>
                </a:cubicBezTo>
                <a:cubicBezTo>
                  <a:pt x="103" y="4110"/>
                  <a:pt x="92" y="4104"/>
                  <a:pt x="82" y="4098"/>
                </a:cubicBezTo>
                <a:cubicBezTo>
                  <a:pt x="72" y="4091"/>
                  <a:pt x="62" y="4083"/>
                  <a:pt x="54" y="4075"/>
                </a:cubicBezTo>
                <a:cubicBezTo>
                  <a:pt x="45" y="4066"/>
                  <a:pt x="38" y="4057"/>
                  <a:pt x="31" y="4047"/>
                </a:cubicBezTo>
                <a:cubicBezTo>
                  <a:pt x="24" y="4036"/>
                  <a:pt x="18" y="4026"/>
                  <a:pt x="14" y="4015"/>
                </a:cubicBezTo>
                <a:cubicBezTo>
                  <a:pt x="9" y="4003"/>
                  <a:pt x="5" y="3992"/>
                  <a:pt x="3" y="3980"/>
                </a:cubicBezTo>
                <a:cubicBezTo>
                  <a:pt x="1" y="3968"/>
                  <a:pt x="0" y="3956"/>
                  <a:pt x="0" y="3944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3" name=""/>
          <p:cNvSpPr/>
          <p:nvPr/>
        </p:nvSpPr>
        <p:spPr>
          <a:xfrm>
            <a:off x="7270560" y="2533320"/>
            <a:ext cx="489240" cy="400680"/>
          </a:xfrm>
          <a:custGeom>
            <a:avLst/>
            <a:gdLst/>
            <a:ahLst/>
            <a:rect l="0" t="0" r="r" b="b"/>
            <a:pathLst>
              <a:path w="1359" h="1113">
                <a:moveTo>
                  <a:pt x="0" y="1113"/>
                </a:moveTo>
                <a:lnTo>
                  <a:pt x="0" y="1020"/>
                </a:lnTo>
                <a:lnTo>
                  <a:pt x="1359" y="1020"/>
                </a:lnTo>
                <a:lnTo>
                  <a:pt x="1359" y="1113"/>
                </a:lnTo>
                <a:lnTo>
                  <a:pt x="0" y="1113"/>
                </a:lnTo>
                <a:moveTo>
                  <a:pt x="154" y="927"/>
                </a:moveTo>
                <a:cubicBezTo>
                  <a:pt x="130" y="927"/>
                  <a:pt x="108" y="918"/>
                  <a:pt x="90" y="900"/>
                </a:cubicBezTo>
                <a:cubicBezTo>
                  <a:pt x="71" y="881"/>
                  <a:pt x="62" y="860"/>
                  <a:pt x="62" y="835"/>
                </a:cubicBezTo>
                <a:lnTo>
                  <a:pt x="62" y="93"/>
                </a:lnTo>
                <a:cubicBezTo>
                  <a:pt x="62" y="68"/>
                  <a:pt x="71" y="47"/>
                  <a:pt x="90" y="28"/>
                </a:cubicBezTo>
                <a:cubicBezTo>
                  <a:pt x="108" y="10"/>
                  <a:pt x="130" y="0"/>
                  <a:pt x="154" y="0"/>
                </a:cubicBezTo>
                <a:lnTo>
                  <a:pt x="1205" y="0"/>
                </a:lnTo>
                <a:cubicBezTo>
                  <a:pt x="1230" y="0"/>
                  <a:pt x="1251" y="10"/>
                  <a:pt x="1270" y="28"/>
                </a:cubicBezTo>
                <a:cubicBezTo>
                  <a:pt x="1288" y="47"/>
                  <a:pt x="1297" y="68"/>
                  <a:pt x="1297" y="93"/>
                </a:cubicBezTo>
                <a:lnTo>
                  <a:pt x="1297" y="835"/>
                </a:lnTo>
                <a:cubicBezTo>
                  <a:pt x="1297" y="860"/>
                  <a:pt x="1288" y="881"/>
                  <a:pt x="1270" y="900"/>
                </a:cubicBezTo>
                <a:cubicBezTo>
                  <a:pt x="1251" y="918"/>
                  <a:pt x="1230" y="927"/>
                  <a:pt x="1205" y="927"/>
                </a:cubicBezTo>
                <a:lnTo>
                  <a:pt x="154" y="927"/>
                </a:lnTo>
                <a:moveTo>
                  <a:pt x="154" y="835"/>
                </a:moveTo>
                <a:lnTo>
                  <a:pt x="1205" y="835"/>
                </a:lnTo>
                <a:lnTo>
                  <a:pt x="1205" y="93"/>
                </a:lnTo>
                <a:lnTo>
                  <a:pt x="154" y="93"/>
                </a:lnTo>
                <a:lnTo>
                  <a:pt x="154" y="835"/>
                </a:lnTo>
                <a:moveTo>
                  <a:pt x="154" y="835"/>
                </a:moveTo>
                <a:lnTo>
                  <a:pt x="154" y="93"/>
                </a:lnTo>
                <a:lnTo>
                  <a:pt x="154" y="83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54" name=""/>
          <p:cNvSpPr txBox="1"/>
          <p:nvPr/>
        </p:nvSpPr>
        <p:spPr>
          <a:xfrm>
            <a:off x="3965400" y="5132160"/>
            <a:ext cx="1905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版が固定されていない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5" name=""/>
          <p:cNvSpPr txBox="1"/>
          <p:nvPr/>
        </p:nvSpPr>
        <p:spPr>
          <a:xfrm>
            <a:off x="6598080" y="3002040"/>
            <a:ext cx="1829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ホスト側への波及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6" name=""/>
          <p:cNvSpPr/>
          <p:nvPr/>
        </p:nvSpPr>
        <p:spPr>
          <a:xfrm>
            <a:off x="6276960" y="3904920"/>
            <a:ext cx="2476800" cy="457560"/>
          </a:xfrm>
          <a:custGeom>
            <a:avLst/>
            <a:gdLst/>
            <a:ahLst/>
            <a:rect l="0" t="0" r="r" b="b"/>
            <a:pathLst>
              <a:path w="6880" h="1271">
                <a:moveTo>
                  <a:pt x="0" y="1085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694" y="0"/>
                </a:lnTo>
                <a:cubicBezTo>
                  <a:pt x="6707" y="0"/>
                  <a:pt x="6719" y="2"/>
                  <a:pt x="6731" y="4"/>
                </a:cubicBezTo>
                <a:cubicBezTo>
                  <a:pt x="6743" y="6"/>
                  <a:pt x="6754" y="10"/>
                  <a:pt x="6765" y="15"/>
                </a:cubicBezTo>
                <a:cubicBezTo>
                  <a:pt x="6777" y="19"/>
                  <a:pt x="6787" y="25"/>
                  <a:pt x="6797" y="32"/>
                </a:cubicBezTo>
                <a:cubicBezTo>
                  <a:pt x="6808" y="38"/>
                  <a:pt x="6817" y="46"/>
                  <a:pt x="6825" y="55"/>
                </a:cubicBezTo>
                <a:cubicBezTo>
                  <a:pt x="6834" y="63"/>
                  <a:pt x="6842" y="73"/>
                  <a:pt x="6848" y="83"/>
                </a:cubicBezTo>
                <a:cubicBezTo>
                  <a:pt x="6855" y="93"/>
                  <a:pt x="6861" y="104"/>
                  <a:pt x="6866" y="115"/>
                </a:cubicBezTo>
                <a:cubicBezTo>
                  <a:pt x="6870" y="126"/>
                  <a:pt x="6874" y="138"/>
                  <a:pt x="6876" y="149"/>
                </a:cubicBezTo>
                <a:cubicBezTo>
                  <a:pt x="6879" y="161"/>
                  <a:pt x="6880" y="173"/>
                  <a:pt x="6880" y="186"/>
                </a:cubicBezTo>
                <a:lnTo>
                  <a:pt x="6880" y="1085"/>
                </a:lnTo>
                <a:cubicBezTo>
                  <a:pt x="6880" y="1097"/>
                  <a:pt x="6879" y="1109"/>
                  <a:pt x="6876" y="1121"/>
                </a:cubicBezTo>
                <a:cubicBezTo>
                  <a:pt x="6874" y="1133"/>
                  <a:pt x="6870" y="1145"/>
                  <a:pt x="6866" y="1156"/>
                </a:cubicBezTo>
                <a:cubicBezTo>
                  <a:pt x="6861" y="1167"/>
                  <a:pt x="6855" y="1178"/>
                  <a:pt x="6848" y="1188"/>
                </a:cubicBezTo>
                <a:cubicBezTo>
                  <a:pt x="6842" y="1198"/>
                  <a:pt x="6834" y="1208"/>
                  <a:pt x="6825" y="1217"/>
                </a:cubicBezTo>
                <a:cubicBezTo>
                  <a:pt x="6817" y="1226"/>
                  <a:pt x="6808" y="1233"/>
                  <a:pt x="6797" y="1240"/>
                </a:cubicBezTo>
                <a:cubicBezTo>
                  <a:pt x="6787" y="1247"/>
                  <a:pt x="6777" y="1253"/>
                  <a:pt x="6765" y="1257"/>
                </a:cubicBezTo>
                <a:cubicBezTo>
                  <a:pt x="6754" y="1262"/>
                  <a:pt x="6743" y="1265"/>
                  <a:pt x="6731" y="1268"/>
                </a:cubicBezTo>
                <a:cubicBezTo>
                  <a:pt x="6719" y="1270"/>
                  <a:pt x="6707" y="1271"/>
                  <a:pt x="6694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5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2" y="1226"/>
                  <a:pt x="54" y="1217"/>
                </a:cubicBezTo>
                <a:cubicBezTo>
                  <a:pt x="45" y="1208"/>
                  <a:pt x="38" y="1198"/>
                  <a:pt x="31" y="1188"/>
                </a:cubicBezTo>
                <a:cubicBezTo>
                  <a:pt x="24" y="1178"/>
                  <a:pt x="18" y="1167"/>
                  <a:pt x="14" y="1156"/>
                </a:cubicBezTo>
                <a:cubicBezTo>
                  <a:pt x="9" y="1145"/>
                  <a:pt x="5" y="1133"/>
                  <a:pt x="3" y="1121"/>
                </a:cubicBezTo>
                <a:cubicBezTo>
                  <a:pt x="1" y="1109"/>
                  <a:pt x="0" y="1097"/>
                  <a:pt x="0" y="10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7" name=""/>
          <p:cNvSpPr/>
          <p:nvPr/>
        </p:nvSpPr>
        <p:spPr>
          <a:xfrm>
            <a:off x="6276960" y="3904920"/>
            <a:ext cx="2476800" cy="457560"/>
          </a:xfrm>
          <a:custGeom>
            <a:avLst/>
            <a:gdLst/>
            <a:ahLst/>
            <a:rect l="0" t="0" r="r" b="b"/>
            <a:pathLst>
              <a:path w="6880" h="1271">
                <a:moveTo>
                  <a:pt x="0" y="1085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694" y="0"/>
                </a:lnTo>
                <a:cubicBezTo>
                  <a:pt x="6707" y="0"/>
                  <a:pt x="6719" y="2"/>
                  <a:pt x="6731" y="4"/>
                </a:cubicBezTo>
                <a:cubicBezTo>
                  <a:pt x="6743" y="6"/>
                  <a:pt x="6754" y="10"/>
                  <a:pt x="6765" y="15"/>
                </a:cubicBezTo>
                <a:cubicBezTo>
                  <a:pt x="6777" y="19"/>
                  <a:pt x="6787" y="25"/>
                  <a:pt x="6797" y="32"/>
                </a:cubicBezTo>
                <a:cubicBezTo>
                  <a:pt x="6808" y="38"/>
                  <a:pt x="6817" y="46"/>
                  <a:pt x="6825" y="55"/>
                </a:cubicBezTo>
                <a:cubicBezTo>
                  <a:pt x="6834" y="63"/>
                  <a:pt x="6842" y="73"/>
                  <a:pt x="6848" y="83"/>
                </a:cubicBezTo>
                <a:cubicBezTo>
                  <a:pt x="6855" y="93"/>
                  <a:pt x="6861" y="104"/>
                  <a:pt x="6866" y="115"/>
                </a:cubicBezTo>
                <a:cubicBezTo>
                  <a:pt x="6870" y="126"/>
                  <a:pt x="6874" y="138"/>
                  <a:pt x="6876" y="149"/>
                </a:cubicBezTo>
                <a:cubicBezTo>
                  <a:pt x="6879" y="161"/>
                  <a:pt x="6880" y="173"/>
                  <a:pt x="6880" y="186"/>
                </a:cubicBezTo>
                <a:lnTo>
                  <a:pt x="6880" y="1085"/>
                </a:lnTo>
                <a:cubicBezTo>
                  <a:pt x="6880" y="1097"/>
                  <a:pt x="6879" y="1109"/>
                  <a:pt x="6876" y="1121"/>
                </a:cubicBezTo>
                <a:cubicBezTo>
                  <a:pt x="6874" y="1133"/>
                  <a:pt x="6870" y="1145"/>
                  <a:pt x="6866" y="1156"/>
                </a:cubicBezTo>
                <a:cubicBezTo>
                  <a:pt x="6861" y="1167"/>
                  <a:pt x="6855" y="1178"/>
                  <a:pt x="6848" y="1188"/>
                </a:cubicBezTo>
                <a:cubicBezTo>
                  <a:pt x="6842" y="1198"/>
                  <a:pt x="6834" y="1208"/>
                  <a:pt x="6825" y="1217"/>
                </a:cubicBezTo>
                <a:cubicBezTo>
                  <a:pt x="6817" y="1226"/>
                  <a:pt x="6808" y="1233"/>
                  <a:pt x="6797" y="1240"/>
                </a:cubicBezTo>
                <a:cubicBezTo>
                  <a:pt x="6787" y="1247"/>
                  <a:pt x="6777" y="1253"/>
                  <a:pt x="6765" y="1257"/>
                </a:cubicBezTo>
                <a:cubicBezTo>
                  <a:pt x="6754" y="1262"/>
                  <a:pt x="6743" y="1265"/>
                  <a:pt x="6731" y="1268"/>
                </a:cubicBezTo>
                <a:cubicBezTo>
                  <a:pt x="6719" y="1270"/>
                  <a:pt x="6707" y="1271"/>
                  <a:pt x="6694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5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2" y="1226"/>
                  <a:pt x="54" y="1217"/>
                </a:cubicBezTo>
                <a:cubicBezTo>
                  <a:pt x="45" y="1208"/>
                  <a:pt x="38" y="1198"/>
                  <a:pt x="31" y="1188"/>
                </a:cubicBezTo>
                <a:cubicBezTo>
                  <a:pt x="24" y="1178"/>
                  <a:pt x="18" y="1167"/>
                  <a:pt x="14" y="1156"/>
                </a:cubicBezTo>
                <a:cubicBezTo>
                  <a:pt x="9" y="1145"/>
                  <a:pt x="5" y="1133"/>
                  <a:pt x="3" y="1121"/>
                </a:cubicBezTo>
                <a:cubicBezTo>
                  <a:pt x="1" y="1109"/>
                  <a:pt x="0" y="1097"/>
                  <a:pt x="0" y="108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8" name=""/>
          <p:cNvSpPr txBox="1"/>
          <p:nvPr/>
        </p:nvSpPr>
        <p:spPr>
          <a:xfrm>
            <a:off x="7364160" y="3341520"/>
            <a:ext cx="351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2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9" name=""/>
          <p:cNvSpPr/>
          <p:nvPr/>
        </p:nvSpPr>
        <p:spPr>
          <a:xfrm>
            <a:off x="6276960" y="4476600"/>
            <a:ext cx="2476800" cy="457560"/>
          </a:xfrm>
          <a:custGeom>
            <a:avLst/>
            <a:gdLst/>
            <a:ahLst/>
            <a:rect l="0" t="0" r="r" b="b"/>
            <a:pathLst>
              <a:path w="6880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694" y="0"/>
                </a:lnTo>
                <a:cubicBezTo>
                  <a:pt x="6707" y="0"/>
                  <a:pt x="6719" y="1"/>
                  <a:pt x="6731" y="3"/>
                </a:cubicBezTo>
                <a:cubicBezTo>
                  <a:pt x="6743" y="6"/>
                  <a:pt x="6754" y="9"/>
                  <a:pt x="6765" y="14"/>
                </a:cubicBezTo>
                <a:cubicBezTo>
                  <a:pt x="6777" y="19"/>
                  <a:pt x="6787" y="24"/>
                  <a:pt x="6797" y="31"/>
                </a:cubicBezTo>
                <a:cubicBezTo>
                  <a:pt x="6808" y="38"/>
                  <a:pt x="6817" y="46"/>
                  <a:pt x="6825" y="54"/>
                </a:cubicBezTo>
                <a:cubicBezTo>
                  <a:pt x="6834" y="63"/>
                  <a:pt x="6842" y="72"/>
                  <a:pt x="6848" y="82"/>
                </a:cubicBezTo>
                <a:cubicBezTo>
                  <a:pt x="6855" y="92"/>
                  <a:pt x="6861" y="103"/>
                  <a:pt x="6866" y="114"/>
                </a:cubicBezTo>
                <a:cubicBezTo>
                  <a:pt x="6870" y="125"/>
                  <a:pt x="6874" y="137"/>
                  <a:pt x="6876" y="149"/>
                </a:cubicBezTo>
                <a:cubicBezTo>
                  <a:pt x="6879" y="161"/>
                  <a:pt x="6880" y="173"/>
                  <a:pt x="6880" y="185"/>
                </a:cubicBezTo>
                <a:lnTo>
                  <a:pt x="6880" y="1086"/>
                </a:lnTo>
                <a:cubicBezTo>
                  <a:pt x="6880" y="1098"/>
                  <a:pt x="6879" y="1110"/>
                  <a:pt x="6876" y="1122"/>
                </a:cubicBezTo>
                <a:cubicBezTo>
                  <a:pt x="6874" y="1134"/>
                  <a:pt x="6870" y="1145"/>
                  <a:pt x="6866" y="1157"/>
                </a:cubicBezTo>
                <a:cubicBezTo>
                  <a:pt x="6861" y="1168"/>
                  <a:pt x="6855" y="1178"/>
                  <a:pt x="6848" y="1189"/>
                </a:cubicBezTo>
                <a:cubicBezTo>
                  <a:pt x="6842" y="1199"/>
                  <a:pt x="6834" y="1208"/>
                  <a:pt x="6825" y="1217"/>
                </a:cubicBezTo>
                <a:cubicBezTo>
                  <a:pt x="6817" y="1225"/>
                  <a:pt x="6808" y="1233"/>
                  <a:pt x="6797" y="1240"/>
                </a:cubicBezTo>
                <a:cubicBezTo>
                  <a:pt x="6787" y="1246"/>
                  <a:pt x="6777" y="1252"/>
                  <a:pt x="6765" y="1257"/>
                </a:cubicBezTo>
                <a:cubicBezTo>
                  <a:pt x="6754" y="1261"/>
                  <a:pt x="6743" y="1265"/>
                  <a:pt x="6731" y="1267"/>
                </a:cubicBezTo>
                <a:cubicBezTo>
                  <a:pt x="6719" y="1270"/>
                  <a:pt x="6707" y="1271"/>
                  <a:pt x="6694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5" y="1261"/>
                  <a:pt x="114" y="1257"/>
                </a:cubicBezTo>
                <a:cubicBezTo>
                  <a:pt x="103" y="1252"/>
                  <a:pt x="92" y="1246"/>
                  <a:pt x="82" y="1240"/>
                </a:cubicBezTo>
                <a:cubicBezTo>
                  <a:pt x="72" y="1233"/>
                  <a:pt x="62" y="1225"/>
                  <a:pt x="54" y="1217"/>
                </a:cubicBezTo>
                <a:cubicBezTo>
                  <a:pt x="45" y="1208"/>
                  <a:pt x="38" y="1199"/>
                  <a:pt x="31" y="1189"/>
                </a:cubicBezTo>
                <a:cubicBezTo>
                  <a:pt x="24" y="1178"/>
                  <a:pt x="18" y="1168"/>
                  <a:pt x="14" y="1157"/>
                </a:cubicBezTo>
                <a:cubicBezTo>
                  <a:pt x="9" y="1145"/>
                  <a:pt x="5" y="1134"/>
                  <a:pt x="3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0" name=""/>
          <p:cNvSpPr/>
          <p:nvPr/>
        </p:nvSpPr>
        <p:spPr>
          <a:xfrm>
            <a:off x="6276960" y="4476600"/>
            <a:ext cx="2476800" cy="457560"/>
          </a:xfrm>
          <a:custGeom>
            <a:avLst/>
            <a:gdLst/>
            <a:ahLst/>
            <a:rect l="0" t="0" r="r" b="b"/>
            <a:pathLst>
              <a:path w="6880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5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694" y="0"/>
                </a:lnTo>
                <a:cubicBezTo>
                  <a:pt x="6707" y="0"/>
                  <a:pt x="6719" y="1"/>
                  <a:pt x="6731" y="3"/>
                </a:cubicBezTo>
                <a:cubicBezTo>
                  <a:pt x="6743" y="6"/>
                  <a:pt x="6754" y="9"/>
                  <a:pt x="6765" y="14"/>
                </a:cubicBezTo>
                <a:cubicBezTo>
                  <a:pt x="6777" y="19"/>
                  <a:pt x="6787" y="24"/>
                  <a:pt x="6797" y="31"/>
                </a:cubicBezTo>
                <a:cubicBezTo>
                  <a:pt x="6808" y="38"/>
                  <a:pt x="6817" y="46"/>
                  <a:pt x="6825" y="54"/>
                </a:cubicBezTo>
                <a:cubicBezTo>
                  <a:pt x="6834" y="63"/>
                  <a:pt x="6842" y="72"/>
                  <a:pt x="6848" y="82"/>
                </a:cubicBezTo>
                <a:cubicBezTo>
                  <a:pt x="6855" y="92"/>
                  <a:pt x="6861" y="103"/>
                  <a:pt x="6866" y="114"/>
                </a:cubicBezTo>
                <a:cubicBezTo>
                  <a:pt x="6870" y="125"/>
                  <a:pt x="6874" y="137"/>
                  <a:pt x="6876" y="149"/>
                </a:cubicBezTo>
                <a:cubicBezTo>
                  <a:pt x="6879" y="161"/>
                  <a:pt x="6880" y="173"/>
                  <a:pt x="6880" y="185"/>
                </a:cubicBezTo>
                <a:lnTo>
                  <a:pt x="6880" y="1086"/>
                </a:lnTo>
                <a:cubicBezTo>
                  <a:pt x="6880" y="1098"/>
                  <a:pt x="6879" y="1110"/>
                  <a:pt x="6876" y="1122"/>
                </a:cubicBezTo>
                <a:cubicBezTo>
                  <a:pt x="6874" y="1134"/>
                  <a:pt x="6870" y="1145"/>
                  <a:pt x="6866" y="1157"/>
                </a:cubicBezTo>
                <a:cubicBezTo>
                  <a:pt x="6861" y="1168"/>
                  <a:pt x="6855" y="1178"/>
                  <a:pt x="6848" y="1189"/>
                </a:cubicBezTo>
                <a:cubicBezTo>
                  <a:pt x="6842" y="1199"/>
                  <a:pt x="6834" y="1208"/>
                  <a:pt x="6825" y="1217"/>
                </a:cubicBezTo>
                <a:cubicBezTo>
                  <a:pt x="6817" y="1225"/>
                  <a:pt x="6808" y="1233"/>
                  <a:pt x="6797" y="1240"/>
                </a:cubicBezTo>
                <a:cubicBezTo>
                  <a:pt x="6787" y="1246"/>
                  <a:pt x="6777" y="1252"/>
                  <a:pt x="6765" y="1257"/>
                </a:cubicBezTo>
                <a:cubicBezTo>
                  <a:pt x="6754" y="1261"/>
                  <a:pt x="6743" y="1265"/>
                  <a:pt x="6731" y="1267"/>
                </a:cubicBezTo>
                <a:cubicBezTo>
                  <a:pt x="6719" y="1270"/>
                  <a:pt x="6707" y="1271"/>
                  <a:pt x="6694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5" y="1261"/>
                  <a:pt x="114" y="1257"/>
                </a:cubicBezTo>
                <a:cubicBezTo>
                  <a:pt x="103" y="1252"/>
                  <a:pt x="92" y="1246"/>
                  <a:pt x="82" y="1240"/>
                </a:cubicBezTo>
                <a:cubicBezTo>
                  <a:pt x="72" y="1233"/>
                  <a:pt x="62" y="1225"/>
                  <a:pt x="54" y="1217"/>
                </a:cubicBezTo>
                <a:cubicBezTo>
                  <a:pt x="45" y="1208"/>
                  <a:pt x="38" y="1199"/>
                  <a:pt x="31" y="1189"/>
                </a:cubicBezTo>
                <a:cubicBezTo>
                  <a:pt x="24" y="1178"/>
                  <a:pt x="18" y="1168"/>
                  <a:pt x="14" y="1157"/>
                </a:cubicBezTo>
                <a:cubicBezTo>
                  <a:pt x="9" y="1145"/>
                  <a:pt x="5" y="1134"/>
                  <a:pt x="3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6417000" y="3989160"/>
            <a:ext cx="2096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作業フォルダ経由の実行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2" name=""/>
          <p:cNvSpPr/>
          <p:nvPr/>
        </p:nvSpPr>
        <p:spPr>
          <a:xfrm>
            <a:off x="8924760" y="2304720"/>
            <a:ext cx="1905480" cy="1486440"/>
          </a:xfrm>
          <a:custGeom>
            <a:avLst/>
            <a:gdLst/>
            <a:ahLst/>
            <a:rect l="0" t="0" r="r" b="b"/>
            <a:pathLst>
              <a:path w="5293" h="4129">
                <a:moveTo>
                  <a:pt x="0" y="3944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107" y="0"/>
                </a:lnTo>
                <a:cubicBezTo>
                  <a:pt x="5120" y="0"/>
                  <a:pt x="5132" y="2"/>
                  <a:pt x="5144" y="4"/>
                </a:cubicBezTo>
                <a:cubicBezTo>
                  <a:pt x="5155" y="6"/>
                  <a:pt x="5167" y="10"/>
                  <a:pt x="5178" y="15"/>
                </a:cubicBezTo>
                <a:cubicBezTo>
                  <a:pt x="5190" y="19"/>
                  <a:pt x="5200" y="25"/>
                  <a:pt x="5210" y="32"/>
                </a:cubicBezTo>
                <a:cubicBezTo>
                  <a:pt x="5220" y="38"/>
                  <a:pt x="5230" y="46"/>
                  <a:pt x="5238" y="55"/>
                </a:cubicBezTo>
                <a:cubicBezTo>
                  <a:pt x="5247" y="63"/>
                  <a:pt x="5255" y="73"/>
                  <a:pt x="5261" y="83"/>
                </a:cubicBezTo>
                <a:cubicBezTo>
                  <a:pt x="5268" y="93"/>
                  <a:pt x="5274" y="104"/>
                  <a:pt x="5279" y="115"/>
                </a:cubicBezTo>
                <a:cubicBezTo>
                  <a:pt x="5283" y="126"/>
                  <a:pt x="5287" y="138"/>
                  <a:pt x="5289" y="149"/>
                </a:cubicBezTo>
                <a:cubicBezTo>
                  <a:pt x="5291" y="161"/>
                  <a:pt x="5293" y="173"/>
                  <a:pt x="5293" y="186"/>
                </a:cubicBezTo>
                <a:lnTo>
                  <a:pt x="5293" y="3944"/>
                </a:lnTo>
                <a:cubicBezTo>
                  <a:pt x="5293" y="3956"/>
                  <a:pt x="5291" y="3968"/>
                  <a:pt x="5289" y="3980"/>
                </a:cubicBezTo>
                <a:cubicBezTo>
                  <a:pt x="5287" y="3992"/>
                  <a:pt x="5283" y="4003"/>
                  <a:pt x="5279" y="4015"/>
                </a:cubicBezTo>
                <a:cubicBezTo>
                  <a:pt x="5274" y="4026"/>
                  <a:pt x="5268" y="4036"/>
                  <a:pt x="5261" y="4047"/>
                </a:cubicBezTo>
                <a:cubicBezTo>
                  <a:pt x="5255" y="4057"/>
                  <a:pt x="5247" y="4066"/>
                  <a:pt x="5238" y="4075"/>
                </a:cubicBezTo>
                <a:cubicBezTo>
                  <a:pt x="5230" y="4083"/>
                  <a:pt x="5220" y="4091"/>
                  <a:pt x="5210" y="4098"/>
                </a:cubicBezTo>
                <a:cubicBezTo>
                  <a:pt x="5200" y="4104"/>
                  <a:pt x="5190" y="4110"/>
                  <a:pt x="5178" y="4115"/>
                </a:cubicBezTo>
                <a:cubicBezTo>
                  <a:pt x="5167" y="4119"/>
                  <a:pt x="5155" y="4123"/>
                  <a:pt x="5144" y="4125"/>
                </a:cubicBezTo>
                <a:cubicBezTo>
                  <a:pt x="5132" y="4128"/>
                  <a:pt x="5120" y="4129"/>
                  <a:pt x="5107" y="4129"/>
                </a:cubicBezTo>
                <a:lnTo>
                  <a:pt x="185" y="4129"/>
                </a:lnTo>
                <a:cubicBezTo>
                  <a:pt x="173" y="4129"/>
                  <a:pt x="161" y="4128"/>
                  <a:pt x="149" y="4125"/>
                </a:cubicBezTo>
                <a:cubicBezTo>
                  <a:pt x="137" y="4123"/>
                  <a:pt x="126" y="4119"/>
                  <a:pt x="114" y="4115"/>
                </a:cubicBezTo>
                <a:cubicBezTo>
                  <a:pt x="103" y="4110"/>
                  <a:pt x="92" y="4104"/>
                  <a:pt x="82" y="4098"/>
                </a:cubicBezTo>
                <a:cubicBezTo>
                  <a:pt x="72" y="4091"/>
                  <a:pt x="63" y="4083"/>
                  <a:pt x="54" y="4075"/>
                </a:cubicBezTo>
                <a:cubicBezTo>
                  <a:pt x="46" y="4066"/>
                  <a:pt x="38" y="4057"/>
                  <a:pt x="31" y="4047"/>
                </a:cubicBezTo>
                <a:cubicBezTo>
                  <a:pt x="24" y="4036"/>
                  <a:pt x="19" y="4026"/>
                  <a:pt x="14" y="4015"/>
                </a:cubicBezTo>
                <a:cubicBezTo>
                  <a:pt x="9" y="4003"/>
                  <a:pt x="6" y="3992"/>
                  <a:pt x="4" y="3980"/>
                </a:cubicBezTo>
                <a:cubicBezTo>
                  <a:pt x="1" y="3968"/>
                  <a:pt x="0" y="3956"/>
                  <a:pt x="0" y="39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3" name=""/>
          <p:cNvSpPr/>
          <p:nvPr/>
        </p:nvSpPr>
        <p:spPr>
          <a:xfrm>
            <a:off x="8924760" y="2304720"/>
            <a:ext cx="1905480" cy="1486440"/>
          </a:xfrm>
          <a:custGeom>
            <a:avLst/>
            <a:gdLst/>
            <a:ahLst/>
            <a:rect l="0" t="0" r="r" b="b"/>
            <a:pathLst>
              <a:path w="5293" h="4129">
                <a:moveTo>
                  <a:pt x="0" y="3944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107" y="0"/>
                </a:lnTo>
                <a:cubicBezTo>
                  <a:pt x="5120" y="0"/>
                  <a:pt x="5132" y="2"/>
                  <a:pt x="5144" y="4"/>
                </a:cubicBezTo>
                <a:cubicBezTo>
                  <a:pt x="5155" y="6"/>
                  <a:pt x="5167" y="10"/>
                  <a:pt x="5178" y="15"/>
                </a:cubicBezTo>
                <a:cubicBezTo>
                  <a:pt x="5190" y="19"/>
                  <a:pt x="5200" y="25"/>
                  <a:pt x="5210" y="32"/>
                </a:cubicBezTo>
                <a:cubicBezTo>
                  <a:pt x="5220" y="38"/>
                  <a:pt x="5230" y="46"/>
                  <a:pt x="5238" y="55"/>
                </a:cubicBezTo>
                <a:cubicBezTo>
                  <a:pt x="5247" y="63"/>
                  <a:pt x="5255" y="73"/>
                  <a:pt x="5261" y="83"/>
                </a:cubicBezTo>
                <a:cubicBezTo>
                  <a:pt x="5268" y="93"/>
                  <a:pt x="5274" y="104"/>
                  <a:pt x="5279" y="115"/>
                </a:cubicBezTo>
                <a:cubicBezTo>
                  <a:pt x="5283" y="126"/>
                  <a:pt x="5287" y="138"/>
                  <a:pt x="5289" y="149"/>
                </a:cubicBezTo>
                <a:cubicBezTo>
                  <a:pt x="5291" y="161"/>
                  <a:pt x="5293" y="173"/>
                  <a:pt x="5293" y="186"/>
                </a:cubicBezTo>
                <a:lnTo>
                  <a:pt x="5293" y="3944"/>
                </a:lnTo>
                <a:cubicBezTo>
                  <a:pt x="5293" y="3956"/>
                  <a:pt x="5291" y="3968"/>
                  <a:pt x="5289" y="3980"/>
                </a:cubicBezTo>
                <a:cubicBezTo>
                  <a:pt x="5287" y="3992"/>
                  <a:pt x="5283" y="4003"/>
                  <a:pt x="5279" y="4015"/>
                </a:cubicBezTo>
                <a:cubicBezTo>
                  <a:pt x="5274" y="4026"/>
                  <a:pt x="5268" y="4036"/>
                  <a:pt x="5261" y="4047"/>
                </a:cubicBezTo>
                <a:cubicBezTo>
                  <a:pt x="5255" y="4057"/>
                  <a:pt x="5247" y="4066"/>
                  <a:pt x="5238" y="4075"/>
                </a:cubicBezTo>
                <a:cubicBezTo>
                  <a:pt x="5230" y="4083"/>
                  <a:pt x="5220" y="4091"/>
                  <a:pt x="5210" y="4098"/>
                </a:cubicBezTo>
                <a:cubicBezTo>
                  <a:pt x="5200" y="4104"/>
                  <a:pt x="5190" y="4110"/>
                  <a:pt x="5178" y="4115"/>
                </a:cubicBezTo>
                <a:cubicBezTo>
                  <a:pt x="5167" y="4119"/>
                  <a:pt x="5155" y="4123"/>
                  <a:pt x="5144" y="4125"/>
                </a:cubicBezTo>
                <a:cubicBezTo>
                  <a:pt x="5132" y="4128"/>
                  <a:pt x="5120" y="4129"/>
                  <a:pt x="5107" y="4129"/>
                </a:cubicBezTo>
                <a:lnTo>
                  <a:pt x="185" y="4129"/>
                </a:lnTo>
                <a:cubicBezTo>
                  <a:pt x="173" y="4129"/>
                  <a:pt x="161" y="4128"/>
                  <a:pt x="149" y="4125"/>
                </a:cubicBezTo>
                <a:cubicBezTo>
                  <a:pt x="137" y="4123"/>
                  <a:pt x="126" y="4119"/>
                  <a:pt x="114" y="4115"/>
                </a:cubicBezTo>
                <a:cubicBezTo>
                  <a:pt x="103" y="4110"/>
                  <a:pt x="92" y="4104"/>
                  <a:pt x="82" y="4098"/>
                </a:cubicBezTo>
                <a:cubicBezTo>
                  <a:pt x="72" y="4091"/>
                  <a:pt x="63" y="4083"/>
                  <a:pt x="54" y="4075"/>
                </a:cubicBezTo>
                <a:cubicBezTo>
                  <a:pt x="46" y="4066"/>
                  <a:pt x="38" y="4057"/>
                  <a:pt x="31" y="4047"/>
                </a:cubicBezTo>
                <a:cubicBezTo>
                  <a:pt x="24" y="4036"/>
                  <a:pt x="19" y="4026"/>
                  <a:pt x="14" y="4015"/>
                </a:cubicBezTo>
                <a:cubicBezTo>
                  <a:pt x="9" y="4003"/>
                  <a:pt x="6" y="3992"/>
                  <a:pt x="4" y="3980"/>
                </a:cubicBezTo>
                <a:cubicBezTo>
                  <a:pt x="1" y="3968"/>
                  <a:pt x="0" y="3956"/>
                  <a:pt x="0" y="3944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4" name=""/>
          <p:cNvSpPr/>
          <p:nvPr/>
        </p:nvSpPr>
        <p:spPr>
          <a:xfrm>
            <a:off x="9632880" y="2519640"/>
            <a:ext cx="489240" cy="445320"/>
          </a:xfrm>
          <a:custGeom>
            <a:avLst/>
            <a:gdLst/>
            <a:ahLst/>
            <a:rect l="0" t="0" r="r" b="b"/>
            <a:pathLst>
              <a:path w="1359" h="1237">
                <a:moveTo>
                  <a:pt x="909" y="688"/>
                </a:moveTo>
                <a:lnTo>
                  <a:pt x="841" y="620"/>
                </a:lnTo>
                <a:cubicBezTo>
                  <a:pt x="868" y="547"/>
                  <a:pt x="854" y="487"/>
                  <a:pt x="799" y="438"/>
                </a:cubicBezTo>
                <a:cubicBezTo>
                  <a:pt x="745" y="390"/>
                  <a:pt x="685" y="377"/>
                  <a:pt x="622" y="401"/>
                </a:cubicBezTo>
                <a:lnTo>
                  <a:pt x="554" y="333"/>
                </a:lnTo>
                <a:cubicBezTo>
                  <a:pt x="571" y="322"/>
                  <a:pt x="591" y="314"/>
                  <a:pt x="612" y="309"/>
                </a:cubicBezTo>
                <a:cubicBezTo>
                  <a:pt x="634" y="303"/>
                  <a:pt x="656" y="301"/>
                  <a:pt x="679" y="301"/>
                </a:cubicBezTo>
                <a:cubicBezTo>
                  <a:pt x="752" y="301"/>
                  <a:pt x="814" y="326"/>
                  <a:pt x="865" y="377"/>
                </a:cubicBezTo>
                <a:cubicBezTo>
                  <a:pt x="916" y="428"/>
                  <a:pt x="941" y="490"/>
                  <a:pt x="941" y="563"/>
                </a:cubicBezTo>
                <a:cubicBezTo>
                  <a:pt x="941" y="586"/>
                  <a:pt x="938" y="608"/>
                  <a:pt x="933" y="630"/>
                </a:cubicBezTo>
                <a:cubicBezTo>
                  <a:pt x="927" y="652"/>
                  <a:pt x="919" y="672"/>
                  <a:pt x="909" y="688"/>
                </a:cubicBezTo>
                <a:moveTo>
                  <a:pt x="1109" y="887"/>
                </a:moveTo>
                <a:lnTo>
                  <a:pt x="1046" y="826"/>
                </a:lnTo>
                <a:cubicBezTo>
                  <a:pt x="1098" y="789"/>
                  <a:pt x="1142" y="747"/>
                  <a:pt x="1179" y="701"/>
                </a:cubicBezTo>
                <a:cubicBezTo>
                  <a:pt x="1217" y="656"/>
                  <a:pt x="1244" y="609"/>
                  <a:pt x="1262" y="563"/>
                </a:cubicBezTo>
                <a:cubicBezTo>
                  <a:pt x="1210" y="449"/>
                  <a:pt x="1133" y="359"/>
                  <a:pt x="1029" y="292"/>
                </a:cubicBezTo>
                <a:cubicBezTo>
                  <a:pt x="926" y="226"/>
                  <a:pt x="815" y="193"/>
                  <a:pt x="694" y="193"/>
                </a:cubicBezTo>
                <a:cubicBezTo>
                  <a:pt x="651" y="193"/>
                  <a:pt x="607" y="197"/>
                  <a:pt x="561" y="205"/>
                </a:cubicBezTo>
                <a:cubicBezTo>
                  <a:pt x="516" y="213"/>
                  <a:pt x="481" y="223"/>
                  <a:pt x="455" y="234"/>
                </a:cubicBezTo>
                <a:lnTo>
                  <a:pt x="384" y="162"/>
                </a:lnTo>
                <a:cubicBezTo>
                  <a:pt x="420" y="145"/>
                  <a:pt x="466" y="131"/>
                  <a:pt x="522" y="119"/>
                </a:cubicBezTo>
                <a:cubicBezTo>
                  <a:pt x="578" y="106"/>
                  <a:pt x="633" y="100"/>
                  <a:pt x="687" y="100"/>
                </a:cubicBezTo>
                <a:cubicBezTo>
                  <a:pt x="834" y="100"/>
                  <a:pt x="968" y="142"/>
                  <a:pt x="1091" y="226"/>
                </a:cubicBezTo>
                <a:cubicBezTo>
                  <a:pt x="1213" y="310"/>
                  <a:pt x="1302" y="422"/>
                  <a:pt x="1359" y="563"/>
                </a:cubicBezTo>
                <a:cubicBezTo>
                  <a:pt x="1332" y="629"/>
                  <a:pt x="1298" y="689"/>
                  <a:pt x="1255" y="744"/>
                </a:cubicBezTo>
                <a:cubicBezTo>
                  <a:pt x="1213" y="798"/>
                  <a:pt x="1164" y="846"/>
                  <a:pt x="1109" y="887"/>
                </a:cubicBezTo>
                <a:moveTo>
                  <a:pt x="1198" y="1237"/>
                </a:moveTo>
                <a:lnTo>
                  <a:pt x="938" y="981"/>
                </a:lnTo>
                <a:cubicBezTo>
                  <a:pt x="902" y="996"/>
                  <a:pt x="861" y="1007"/>
                  <a:pt x="816" y="1015"/>
                </a:cubicBezTo>
                <a:cubicBezTo>
                  <a:pt x="771" y="1022"/>
                  <a:pt x="725" y="1026"/>
                  <a:pt x="679" y="1026"/>
                </a:cubicBezTo>
                <a:cubicBezTo>
                  <a:pt x="529" y="1026"/>
                  <a:pt x="392" y="984"/>
                  <a:pt x="270" y="900"/>
                </a:cubicBezTo>
                <a:cubicBezTo>
                  <a:pt x="147" y="817"/>
                  <a:pt x="57" y="704"/>
                  <a:pt x="0" y="563"/>
                </a:cubicBezTo>
                <a:cubicBezTo>
                  <a:pt x="20" y="510"/>
                  <a:pt x="49" y="457"/>
                  <a:pt x="85" y="407"/>
                </a:cubicBezTo>
                <a:cubicBezTo>
                  <a:pt x="122" y="356"/>
                  <a:pt x="166" y="307"/>
                  <a:pt x="219" y="261"/>
                </a:cubicBezTo>
                <a:lnTo>
                  <a:pt x="24" y="66"/>
                </a:lnTo>
                <a:lnTo>
                  <a:pt x="89" y="0"/>
                </a:lnTo>
                <a:lnTo>
                  <a:pt x="1259" y="1169"/>
                </a:lnTo>
                <a:lnTo>
                  <a:pt x="1198" y="1237"/>
                </a:lnTo>
                <a:moveTo>
                  <a:pt x="282" y="325"/>
                </a:moveTo>
                <a:cubicBezTo>
                  <a:pt x="244" y="353"/>
                  <a:pt x="207" y="390"/>
                  <a:pt x="172" y="435"/>
                </a:cubicBezTo>
                <a:cubicBezTo>
                  <a:pt x="136" y="480"/>
                  <a:pt x="111" y="523"/>
                  <a:pt x="95" y="563"/>
                </a:cubicBezTo>
                <a:cubicBezTo>
                  <a:pt x="148" y="677"/>
                  <a:pt x="227" y="768"/>
                  <a:pt x="332" y="834"/>
                </a:cubicBezTo>
                <a:cubicBezTo>
                  <a:pt x="438" y="900"/>
                  <a:pt x="557" y="934"/>
                  <a:pt x="691" y="934"/>
                </a:cubicBezTo>
                <a:cubicBezTo>
                  <a:pt x="725" y="934"/>
                  <a:pt x="759" y="932"/>
                  <a:pt x="791" y="927"/>
                </a:cubicBezTo>
                <a:cubicBezTo>
                  <a:pt x="824" y="923"/>
                  <a:pt x="849" y="917"/>
                  <a:pt x="866" y="909"/>
                </a:cubicBezTo>
                <a:lnTo>
                  <a:pt x="767" y="810"/>
                </a:lnTo>
                <a:cubicBezTo>
                  <a:pt x="755" y="815"/>
                  <a:pt x="742" y="819"/>
                  <a:pt x="725" y="822"/>
                </a:cubicBezTo>
                <a:cubicBezTo>
                  <a:pt x="709" y="824"/>
                  <a:pt x="693" y="826"/>
                  <a:pt x="679" y="826"/>
                </a:cubicBezTo>
                <a:cubicBezTo>
                  <a:pt x="607" y="826"/>
                  <a:pt x="545" y="800"/>
                  <a:pt x="494" y="750"/>
                </a:cubicBezTo>
                <a:cubicBezTo>
                  <a:pt x="442" y="700"/>
                  <a:pt x="416" y="637"/>
                  <a:pt x="416" y="563"/>
                </a:cubicBezTo>
                <a:cubicBezTo>
                  <a:pt x="416" y="548"/>
                  <a:pt x="418" y="532"/>
                  <a:pt x="420" y="517"/>
                </a:cubicBezTo>
                <a:cubicBezTo>
                  <a:pt x="423" y="501"/>
                  <a:pt x="427" y="488"/>
                  <a:pt x="432" y="475"/>
                </a:cubicBezTo>
                <a:lnTo>
                  <a:pt x="282" y="325"/>
                </a:lnTo>
                <a:moveTo>
                  <a:pt x="753" y="545"/>
                </a:moveTo>
                <a:lnTo>
                  <a:pt x="753" y="545"/>
                </a:lnTo>
                <a:moveTo>
                  <a:pt x="574" y="634"/>
                </a:moveTo>
                <a:lnTo>
                  <a:pt x="574" y="63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6417000" y="4560480"/>
            <a:ext cx="2096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ホストの認証の引き継ぎ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9645840" y="3002040"/>
            <a:ext cx="457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監視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7" name=""/>
          <p:cNvSpPr/>
          <p:nvPr/>
        </p:nvSpPr>
        <p:spPr>
          <a:xfrm>
            <a:off x="8924760" y="3904920"/>
            <a:ext cx="1905480" cy="457560"/>
          </a:xfrm>
          <a:custGeom>
            <a:avLst/>
            <a:gdLst/>
            <a:ahLst/>
            <a:rect l="0" t="0" r="r" b="b"/>
            <a:pathLst>
              <a:path w="5293" h="1271">
                <a:moveTo>
                  <a:pt x="0" y="1085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107" y="0"/>
                </a:lnTo>
                <a:cubicBezTo>
                  <a:pt x="5120" y="0"/>
                  <a:pt x="5132" y="2"/>
                  <a:pt x="5144" y="4"/>
                </a:cubicBezTo>
                <a:cubicBezTo>
                  <a:pt x="5155" y="6"/>
                  <a:pt x="5167" y="10"/>
                  <a:pt x="5178" y="15"/>
                </a:cubicBezTo>
                <a:cubicBezTo>
                  <a:pt x="5190" y="19"/>
                  <a:pt x="5200" y="25"/>
                  <a:pt x="5210" y="32"/>
                </a:cubicBezTo>
                <a:cubicBezTo>
                  <a:pt x="5220" y="38"/>
                  <a:pt x="5230" y="46"/>
                  <a:pt x="5238" y="55"/>
                </a:cubicBezTo>
                <a:cubicBezTo>
                  <a:pt x="5247" y="63"/>
                  <a:pt x="5255" y="73"/>
                  <a:pt x="5261" y="83"/>
                </a:cubicBezTo>
                <a:cubicBezTo>
                  <a:pt x="5268" y="93"/>
                  <a:pt x="5274" y="104"/>
                  <a:pt x="5279" y="115"/>
                </a:cubicBezTo>
                <a:cubicBezTo>
                  <a:pt x="5283" y="126"/>
                  <a:pt x="5287" y="138"/>
                  <a:pt x="5289" y="149"/>
                </a:cubicBezTo>
                <a:cubicBezTo>
                  <a:pt x="5291" y="161"/>
                  <a:pt x="5293" y="173"/>
                  <a:pt x="5293" y="186"/>
                </a:cubicBezTo>
                <a:lnTo>
                  <a:pt x="5293" y="1085"/>
                </a:lnTo>
                <a:cubicBezTo>
                  <a:pt x="5293" y="1097"/>
                  <a:pt x="5291" y="1109"/>
                  <a:pt x="5289" y="1121"/>
                </a:cubicBezTo>
                <a:cubicBezTo>
                  <a:pt x="5287" y="1133"/>
                  <a:pt x="5283" y="1145"/>
                  <a:pt x="5279" y="1156"/>
                </a:cubicBezTo>
                <a:cubicBezTo>
                  <a:pt x="5274" y="1167"/>
                  <a:pt x="5268" y="1178"/>
                  <a:pt x="5261" y="1188"/>
                </a:cubicBezTo>
                <a:cubicBezTo>
                  <a:pt x="5255" y="1198"/>
                  <a:pt x="5247" y="1208"/>
                  <a:pt x="5238" y="1217"/>
                </a:cubicBezTo>
                <a:cubicBezTo>
                  <a:pt x="5230" y="1226"/>
                  <a:pt x="5220" y="1233"/>
                  <a:pt x="5210" y="1240"/>
                </a:cubicBezTo>
                <a:cubicBezTo>
                  <a:pt x="5200" y="1247"/>
                  <a:pt x="5190" y="1253"/>
                  <a:pt x="5178" y="1257"/>
                </a:cubicBezTo>
                <a:cubicBezTo>
                  <a:pt x="5167" y="1262"/>
                  <a:pt x="5155" y="1265"/>
                  <a:pt x="5144" y="1268"/>
                </a:cubicBezTo>
                <a:cubicBezTo>
                  <a:pt x="5132" y="1270"/>
                  <a:pt x="5120" y="1271"/>
                  <a:pt x="5107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3" y="1226"/>
                  <a:pt x="54" y="1217"/>
                </a:cubicBezTo>
                <a:cubicBezTo>
                  <a:pt x="46" y="1208"/>
                  <a:pt x="38" y="1198"/>
                  <a:pt x="31" y="1188"/>
                </a:cubicBezTo>
                <a:cubicBezTo>
                  <a:pt x="24" y="1178"/>
                  <a:pt x="19" y="1167"/>
                  <a:pt x="14" y="1156"/>
                </a:cubicBezTo>
                <a:cubicBezTo>
                  <a:pt x="9" y="1145"/>
                  <a:pt x="6" y="1133"/>
                  <a:pt x="4" y="1121"/>
                </a:cubicBezTo>
                <a:cubicBezTo>
                  <a:pt x="1" y="1109"/>
                  <a:pt x="0" y="1097"/>
                  <a:pt x="0" y="10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8" name=""/>
          <p:cNvSpPr/>
          <p:nvPr/>
        </p:nvSpPr>
        <p:spPr>
          <a:xfrm>
            <a:off x="8924760" y="3904920"/>
            <a:ext cx="1905480" cy="457560"/>
          </a:xfrm>
          <a:custGeom>
            <a:avLst/>
            <a:gdLst/>
            <a:ahLst/>
            <a:rect l="0" t="0" r="r" b="b"/>
            <a:pathLst>
              <a:path w="5293" h="1271">
                <a:moveTo>
                  <a:pt x="0" y="1085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107" y="0"/>
                </a:lnTo>
                <a:cubicBezTo>
                  <a:pt x="5120" y="0"/>
                  <a:pt x="5132" y="2"/>
                  <a:pt x="5144" y="4"/>
                </a:cubicBezTo>
                <a:cubicBezTo>
                  <a:pt x="5155" y="6"/>
                  <a:pt x="5167" y="10"/>
                  <a:pt x="5178" y="15"/>
                </a:cubicBezTo>
                <a:cubicBezTo>
                  <a:pt x="5190" y="19"/>
                  <a:pt x="5200" y="25"/>
                  <a:pt x="5210" y="32"/>
                </a:cubicBezTo>
                <a:cubicBezTo>
                  <a:pt x="5220" y="38"/>
                  <a:pt x="5230" y="46"/>
                  <a:pt x="5238" y="55"/>
                </a:cubicBezTo>
                <a:cubicBezTo>
                  <a:pt x="5247" y="63"/>
                  <a:pt x="5255" y="73"/>
                  <a:pt x="5261" y="83"/>
                </a:cubicBezTo>
                <a:cubicBezTo>
                  <a:pt x="5268" y="93"/>
                  <a:pt x="5274" y="104"/>
                  <a:pt x="5279" y="115"/>
                </a:cubicBezTo>
                <a:cubicBezTo>
                  <a:pt x="5283" y="126"/>
                  <a:pt x="5287" y="138"/>
                  <a:pt x="5289" y="149"/>
                </a:cubicBezTo>
                <a:cubicBezTo>
                  <a:pt x="5291" y="161"/>
                  <a:pt x="5293" y="173"/>
                  <a:pt x="5293" y="186"/>
                </a:cubicBezTo>
                <a:lnTo>
                  <a:pt x="5293" y="1085"/>
                </a:lnTo>
                <a:cubicBezTo>
                  <a:pt x="5293" y="1097"/>
                  <a:pt x="5291" y="1109"/>
                  <a:pt x="5289" y="1121"/>
                </a:cubicBezTo>
                <a:cubicBezTo>
                  <a:pt x="5287" y="1133"/>
                  <a:pt x="5283" y="1145"/>
                  <a:pt x="5279" y="1156"/>
                </a:cubicBezTo>
                <a:cubicBezTo>
                  <a:pt x="5274" y="1167"/>
                  <a:pt x="5268" y="1178"/>
                  <a:pt x="5261" y="1188"/>
                </a:cubicBezTo>
                <a:cubicBezTo>
                  <a:pt x="5255" y="1198"/>
                  <a:pt x="5247" y="1208"/>
                  <a:pt x="5238" y="1217"/>
                </a:cubicBezTo>
                <a:cubicBezTo>
                  <a:pt x="5230" y="1226"/>
                  <a:pt x="5220" y="1233"/>
                  <a:pt x="5210" y="1240"/>
                </a:cubicBezTo>
                <a:cubicBezTo>
                  <a:pt x="5200" y="1247"/>
                  <a:pt x="5190" y="1253"/>
                  <a:pt x="5178" y="1257"/>
                </a:cubicBezTo>
                <a:cubicBezTo>
                  <a:pt x="5167" y="1262"/>
                  <a:pt x="5155" y="1265"/>
                  <a:pt x="5144" y="1268"/>
                </a:cubicBezTo>
                <a:cubicBezTo>
                  <a:pt x="5132" y="1270"/>
                  <a:pt x="5120" y="1271"/>
                  <a:pt x="5107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6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3" y="1226"/>
                  <a:pt x="54" y="1217"/>
                </a:cubicBezTo>
                <a:cubicBezTo>
                  <a:pt x="46" y="1208"/>
                  <a:pt x="38" y="1198"/>
                  <a:pt x="31" y="1188"/>
                </a:cubicBezTo>
                <a:cubicBezTo>
                  <a:pt x="24" y="1178"/>
                  <a:pt x="19" y="1167"/>
                  <a:pt x="14" y="1156"/>
                </a:cubicBezTo>
                <a:cubicBezTo>
                  <a:pt x="9" y="1145"/>
                  <a:pt x="6" y="1133"/>
                  <a:pt x="4" y="1121"/>
                </a:cubicBezTo>
                <a:cubicBezTo>
                  <a:pt x="1" y="1109"/>
                  <a:pt x="0" y="1097"/>
                  <a:pt x="0" y="108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9726480" y="3341520"/>
            <a:ext cx="351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1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9064800" y="3989160"/>
            <a:ext cx="1524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監視と記録がない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7956360" y="556560"/>
            <a:ext cx="3472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管理策 ∕ 有効性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ぜい弱性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14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6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609480" y="392760"/>
            <a:ext cx="24012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持ち出しの経路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8" name=""/>
          <p:cNvSpPr/>
          <p:nvPr/>
        </p:nvSpPr>
        <p:spPr>
          <a:xfrm>
            <a:off x="609480" y="1599840"/>
            <a:ext cx="5334120" cy="4800960"/>
          </a:xfrm>
          <a:custGeom>
            <a:avLst/>
            <a:gdLst/>
            <a:ahLst/>
            <a:rect l="0" t="0" r="r" b="b"/>
            <a:pathLst>
              <a:path w="14817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3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5" y="72"/>
                  <a:pt x="14774" y="83"/>
                  <a:pt x="14782" y="95"/>
                </a:cubicBezTo>
                <a:cubicBezTo>
                  <a:pt x="14790" y="106"/>
                  <a:pt x="14796" y="118"/>
                  <a:pt x="14801" y="131"/>
                </a:cubicBezTo>
                <a:cubicBezTo>
                  <a:pt x="14807" y="144"/>
                  <a:pt x="14811" y="157"/>
                  <a:pt x="14813" y="171"/>
                </a:cubicBezTo>
                <a:cubicBezTo>
                  <a:pt x="14816" y="185"/>
                  <a:pt x="14817" y="198"/>
                  <a:pt x="14817" y="212"/>
                </a:cubicBezTo>
                <a:lnTo>
                  <a:pt x="14817" y="13125"/>
                </a:lnTo>
                <a:cubicBezTo>
                  <a:pt x="14817" y="13139"/>
                  <a:pt x="14816" y="13152"/>
                  <a:pt x="14813" y="13166"/>
                </a:cubicBezTo>
                <a:cubicBezTo>
                  <a:pt x="14811" y="13180"/>
                  <a:pt x="14807" y="13193"/>
                  <a:pt x="14801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5" y="13265"/>
                  <a:pt x="14756" y="13275"/>
                </a:cubicBezTo>
                <a:cubicBezTo>
                  <a:pt x="14746" y="13284"/>
                  <a:pt x="14735" y="13293"/>
                  <a:pt x="14723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3" y="13335"/>
                  <a:pt x="14620" y="13336"/>
                  <a:pt x="14606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609480" y="1090800"/>
            <a:ext cx="85352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ぜい弱性のうち持ち出しは、許可リストの例外と許可先そのものを通る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0" name=""/>
          <p:cNvSpPr/>
          <p:nvPr/>
        </p:nvSpPr>
        <p:spPr>
          <a:xfrm>
            <a:off x="752400" y="3400200"/>
            <a:ext cx="1314720" cy="1581480"/>
          </a:xfrm>
          <a:custGeom>
            <a:avLst/>
            <a:gdLst/>
            <a:ahLst/>
            <a:rect l="0" t="0" r="r" b="b"/>
            <a:pathLst>
              <a:path w="3652" h="4393">
                <a:moveTo>
                  <a:pt x="0" y="420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467" y="0"/>
                </a:lnTo>
                <a:cubicBezTo>
                  <a:pt x="3479" y="0"/>
                  <a:pt x="3491" y="1"/>
                  <a:pt x="3503" y="4"/>
                </a:cubicBezTo>
                <a:cubicBezTo>
                  <a:pt x="3515" y="6"/>
                  <a:pt x="3526" y="10"/>
                  <a:pt x="3538" y="14"/>
                </a:cubicBezTo>
                <a:cubicBezTo>
                  <a:pt x="3549" y="19"/>
                  <a:pt x="3560" y="25"/>
                  <a:pt x="3570" y="31"/>
                </a:cubicBezTo>
                <a:cubicBezTo>
                  <a:pt x="3580" y="38"/>
                  <a:pt x="3589" y="46"/>
                  <a:pt x="3598" y="54"/>
                </a:cubicBezTo>
                <a:cubicBezTo>
                  <a:pt x="3606" y="63"/>
                  <a:pt x="3614" y="72"/>
                  <a:pt x="3621" y="82"/>
                </a:cubicBezTo>
                <a:cubicBezTo>
                  <a:pt x="3628" y="93"/>
                  <a:pt x="3633" y="103"/>
                  <a:pt x="3638" y="114"/>
                </a:cubicBezTo>
                <a:cubicBezTo>
                  <a:pt x="3643" y="126"/>
                  <a:pt x="3646" y="137"/>
                  <a:pt x="3648" y="149"/>
                </a:cubicBezTo>
                <a:cubicBezTo>
                  <a:pt x="3651" y="161"/>
                  <a:pt x="3652" y="173"/>
                  <a:pt x="3652" y="185"/>
                </a:cubicBezTo>
                <a:lnTo>
                  <a:pt x="3652" y="4208"/>
                </a:lnTo>
                <a:cubicBezTo>
                  <a:pt x="3652" y="4220"/>
                  <a:pt x="3651" y="4232"/>
                  <a:pt x="3648" y="4244"/>
                </a:cubicBezTo>
                <a:cubicBezTo>
                  <a:pt x="3646" y="4256"/>
                  <a:pt x="3643" y="4268"/>
                  <a:pt x="3638" y="4279"/>
                </a:cubicBezTo>
                <a:cubicBezTo>
                  <a:pt x="3633" y="4290"/>
                  <a:pt x="3628" y="4301"/>
                  <a:pt x="3621" y="4311"/>
                </a:cubicBezTo>
                <a:cubicBezTo>
                  <a:pt x="3614" y="4321"/>
                  <a:pt x="3606" y="4330"/>
                  <a:pt x="3598" y="4339"/>
                </a:cubicBezTo>
                <a:cubicBezTo>
                  <a:pt x="3589" y="4348"/>
                  <a:pt x="3580" y="4355"/>
                  <a:pt x="3570" y="4362"/>
                </a:cubicBezTo>
                <a:cubicBezTo>
                  <a:pt x="3560" y="4369"/>
                  <a:pt x="3549" y="4374"/>
                  <a:pt x="3538" y="4379"/>
                </a:cubicBezTo>
                <a:cubicBezTo>
                  <a:pt x="3526" y="4384"/>
                  <a:pt x="3515" y="4387"/>
                  <a:pt x="3503" y="4390"/>
                </a:cubicBezTo>
                <a:cubicBezTo>
                  <a:pt x="3491" y="4392"/>
                  <a:pt x="3479" y="4393"/>
                  <a:pt x="3467" y="4393"/>
                </a:cubicBezTo>
                <a:lnTo>
                  <a:pt x="185" y="4393"/>
                </a:lnTo>
                <a:cubicBezTo>
                  <a:pt x="173" y="4393"/>
                  <a:pt x="161" y="4392"/>
                  <a:pt x="149" y="4390"/>
                </a:cubicBezTo>
                <a:cubicBezTo>
                  <a:pt x="137" y="4387"/>
                  <a:pt x="125" y="4384"/>
                  <a:pt x="114" y="4379"/>
                </a:cubicBezTo>
                <a:cubicBezTo>
                  <a:pt x="103" y="4374"/>
                  <a:pt x="92" y="4369"/>
                  <a:pt x="82" y="4362"/>
                </a:cubicBezTo>
                <a:cubicBezTo>
                  <a:pt x="72" y="4355"/>
                  <a:pt x="63" y="4348"/>
                  <a:pt x="54" y="4339"/>
                </a:cubicBezTo>
                <a:cubicBezTo>
                  <a:pt x="45" y="4330"/>
                  <a:pt x="38" y="4321"/>
                  <a:pt x="31" y="4311"/>
                </a:cubicBezTo>
                <a:cubicBezTo>
                  <a:pt x="24" y="4301"/>
                  <a:pt x="18" y="4290"/>
                  <a:pt x="14" y="4279"/>
                </a:cubicBezTo>
                <a:cubicBezTo>
                  <a:pt x="9" y="4268"/>
                  <a:pt x="6" y="4256"/>
                  <a:pt x="3" y="4244"/>
                </a:cubicBezTo>
                <a:cubicBezTo>
                  <a:pt x="1" y="4232"/>
                  <a:pt x="0" y="4220"/>
                  <a:pt x="0" y="420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1" name=""/>
          <p:cNvSpPr/>
          <p:nvPr/>
        </p:nvSpPr>
        <p:spPr>
          <a:xfrm>
            <a:off x="752400" y="3400200"/>
            <a:ext cx="1314720" cy="1581480"/>
          </a:xfrm>
          <a:custGeom>
            <a:avLst/>
            <a:gdLst/>
            <a:ahLst/>
            <a:rect l="0" t="0" r="r" b="b"/>
            <a:pathLst>
              <a:path w="3652" h="4393">
                <a:moveTo>
                  <a:pt x="0" y="420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467" y="0"/>
                </a:lnTo>
                <a:cubicBezTo>
                  <a:pt x="3479" y="0"/>
                  <a:pt x="3491" y="1"/>
                  <a:pt x="3503" y="4"/>
                </a:cubicBezTo>
                <a:cubicBezTo>
                  <a:pt x="3515" y="6"/>
                  <a:pt x="3526" y="10"/>
                  <a:pt x="3538" y="14"/>
                </a:cubicBezTo>
                <a:cubicBezTo>
                  <a:pt x="3549" y="19"/>
                  <a:pt x="3560" y="25"/>
                  <a:pt x="3570" y="31"/>
                </a:cubicBezTo>
                <a:cubicBezTo>
                  <a:pt x="3580" y="38"/>
                  <a:pt x="3589" y="46"/>
                  <a:pt x="3598" y="54"/>
                </a:cubicBezTo>
                <a:cubicBezTo>
                  <a:pt x="3606" y="63"/>
                  <a:pt x="3614" y="72"/>
                  <a:pt x="3621" y="82"/>
                </a:cubicBezTo>
                <a:cubicBezTo>
                  <a:pt x="3628" y="93"/>
                  <a:pt x="3633" y="103"/>
                  <a:pt x="3638" y="114"/>
                </a:cubicBezTo>
                <a:cubicBezTo>
                  <a:pt x="3643" y="126"/>
                  <a:pt x="3646" y="137"/>
                  <a:pt x="3648" y="149"/>
                </a:cubicBezTo>
                <a:cubicBezTo>
                  <a:pt x="3651" y="161"/>
                  <a:pt x="3652" y="173"/>
                  <a:pt x="3652" y="185"/>
                </a:cubicBezTo>
                <a:lnTo>
                  <a:pt x="3652" y="4208"/>
                </a:lnTo>
                <a:cubicBezTo>
                  <a:pt x="3652" y="4220"/>
                  <a:pt x="3651" y="4232"/>
                  <a:pt x="3648" y="4244"/>
                </a:cubicBezTo>
                <a:cubicBezTo>
                  <a:pt x="3646" y="4256"/>
                  <a:pt x="3643" y="4268"/>
                  <a:pt x="3638" y="4279"/>
                </a:cubicBezTo>
                <a:cubicBezTo>
                  <a:pt x="3633" y="4290"/>
                  <a:pt x="3628" y="4301"/>
                  <a:pt x="3621" y="4311"/>
                </a:cubicBezTo>
                <a:cubicBezTo>
                  <a:pt x="3614" y="4321"/>
                  <a:pt x="3606" y="4330"/>
                  <a:pt x="3598" y="4339"/>
                </a:cubicBezTo>
                <a:cubicBezTo>
                  <a:pt x="3589" y="4348"/>
                  <a:pt x="3580" y="4355"/>
                  <a:pt x="3570" y="4362"/>
                </a:cubicBezTo>
                <a:cubicBezTo>
                  <a:pt x="3560" y="4369"/>
                  <a:pt x="3549" y="4374"/>
                  <a:pt x="3538" y="4379"/>
                </a:cubicBezTo>
                <a:cubicBezTo>
                  <a:pt x="3526" y="4384"/>
                  <a:pt x="3515" y="4387"/>
                  <a:pt x="3503" y="4390"/>
                </a:cubicBezTo>
                <a:cubicBezTo>
                  <a:pt x="3491" y="4392"/>
                  <a:pt x="3479" y="4393"/>
                  <a:pt x="3467" y="4393"/>
                </a:cubicBezTo>
                <a:lnTo>
                  <a:pt x="185" y="4393"/>
                </a:lnTo>
                <a:cubicBezTo>
                  <a:pt x="173" y="4393"/>
                  <a:pt x="161" y="4392"/>
                  <a:pt x="149" y="4390"/>
                </a:cubicBezTo>
                <a:cubicBezTo>
                  <a:pt x="137" y="4387"/>
                  <a:pt x="125" y="4384"/>
                  <a:pt x="114" y="4379"/>
                </a:cubicBezTo>
                <a:cubicBezTo>
                  <a:pt x="103" y="4374"/>
                  <a:pt x="92" y="4369"/>
                  <a:pt x="82" y="4362"/>
                </a:cubicBezTo>
                <a:cubicBezTo>
                  <a:pt x="72" y="4355"/>
                  <a:pt x="63" y="4348"/>
                  <a:pt x="54" y="4339"/>
                </a:cubicBezTo>
                <a:cubicBezTo>
                  <a:pt x="45" y="4330"/>
                  <a:pt x="38" y="4321"/>
                  <a:pt x="31" y="4311"/>
                </a:cubicBezTo>
                <a:cubicBezTo>
                  <a:pt x="24" y="4301"/>
                  <a:pt x="18" y="4290"/>
                  <a:pt x="14" y="4279"/>
                </a:cubicBezTo>
                <a:cubicBezTo>
                  <a:pt x="9" y="4268"/>
                  <a:pt x="6" y="4256"/>
                  <a:pt x="3" y="4244"/>
                </a:cubicBezTo>
                <a:cubicBezTo>
                  <a:pt x="1" y="4232"/>
                  <a:pt x="0" y="4220"/>
                  <a:pt x="0" y="420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2" name=""/>
          <p:cNvSpPr/>
          <p:nvPr/>
        </p:nvSpPr>
        <p:spPr>
          <a:xfrm>
            <a:off x="1152360" y="3731400"/>
            <a:ext cx="514800" cy="576360"/>
          </a:xfrm>
          <a:custGeom>
            <a:avLst/>
            <a:gdLst/>
            <a:ahLst/>
            <a:rect l="0" t="0" r="r" b="b"/>
            <a:pathLst>
              <a:path w="1430" h="1601">
                <a:moveTo>
                  <a:pt x="656" y="1448"/>
                </a:moveTo>
                <a:lnTo>
                  <a:pt x="656" y="835"/>
                </a:lnTo>
                <a:lnTo>
                  <a:pt x="119" y="525"/>
                </a:lnTo>
                <a:lnTo>
                  <a:pt x="119" y="1138"/>
                </a:lnTo>
                <a:lnTo>
                  <a:pt x="656" y="1448"/>
                </a:lnTo>
                <a:moveTo>
                  <a:pt x="775" y="1448"/>
                </a:moveTo>
                <a:lnTo>
                  <a:pt x="1311" y="1138"/>
                </a:lnTo>
                <a:lnTo>
                  <a:pt x="1311" y="523"/>
                </a:lnTo>
                <a:lnTo>
                  <a:pt x="775" y="834"/>
                </a:lnTo>
                <a:lnTo>
                  <a:pt x="775" y="1448"/>
                </a:lnTo>
                <a:moveTo>
                  <a:pt x="715" y="733"/>
                </a:moveTo>
                <a:lnTo>
                  <a:pt x="1243" y="426"/>
                </a:lnTo>
                <a:lnTo>
                  <a:pt x="715" y="120"/>
                </a:lnTo>
                <a:lnTo>
                  <a:pt x="185" y="426"/>
                </a:lnTo>
                <a:lnTo>
                  <a:pt x="715" y="733"/>
                </a:lnTo>
                <a:moveTo>
                  <a:pt x="59" y="1241"/>
                </a:moveTo>
                <a:cubicBezTo>
                  <a:pt x="41" y="1230"/>
                  <a:pt x="26" y="1216"/>
                  <a:pt x="16" y="1197"/>
                </a:cubicBezTo>
                <a:cubicBezTo>
                  <a:pt x="5" y="1179"/>
                  <a:pt x="0" y="1159"/>
                  <a:pt x="0" y="1138"/>
                </a:cubicBezTo>
                <a:lnTo>
                  <a:pt x="0" y="464"/>
                </a:lnTo>
                <a:cubicBezTo>
                  <a:pt x="0" y="442"/>
                  <a:pt x="5" y="423"/>
                  <a:pt x="16" y="404"/>
                </a:cubicBezTo>
                <a:cubicBezTo>
                  <a:pt x="26" y="386"/>
                  <a:pt x="41" y="372"/>
                  <a:pt x="59" y="360"/>
                </a:cubicBezTo>
                <a:lnTo>
                  <a:pt x="656" y="16"/>
                </a:lnTo>
                <a:cubicBezTo>
                  <a:pt x="675" y="6"/>
                  <a:pt x="695" y="0"/>
                  <a:pt x="716" y="0"/>
                </a:cubicBezTo>
                <a:cubicBezTo>
                  <a:pt x="737" y="0"/>
                  <a:pt x="756" y="6"/>
                  <a:pt x="775" y="16"/>
                </a:cubicBezTo>
                <a:lnTo>
                  <a:pt x="1370" y="360"/>
                </a:lnTo>
                <a:cubicBezTo>
                  <a:pt x="1389" y="372"/>
                  <a:pt x="1404" y="386"/>
                  <a:pt x="1414" y="404"/>
                </a:cubicBezTo>
                <a:cubicBezTo>
                  <a:pt x="1425" y="423"/>
                  <a:pt x="1430" y="442"/>
                  <a:pt x="1430" y="464"/>
                </a:cubicBezTo>
                <a:lnTo>
                  <a:pt x="1430" y="1138"/>
                </a:lnTo>
                <a:cubicBezTo>
                  <a:pt x="1430" y="1159"/>
                  <a:pt x="1425" y="1179"/>
                  <a:pt x="1414" y="1197"/>
                </a:cubicBezTo>
                <a:cubicBezTo>
                  <a:pt x="1404" y="1216"/>
                  <a:pt x="1389" y="1230"/>
                  <a:pt x="1370" y="1241"/>
                </a:cubicBezTo>
                <a:lnTo>
                  <a:pt x="775" y="1585"/>
                </a:lnTo>
                <a:cubicBezTo>
                  <a:pt x="756" y="1595"/>
                  <a:pt x="736" y="1601"/>
                  <a:pt x="715" y="1601"/>
                </a:cubicBezTo>
                <a:cubicBezTo>
                  <a:pt x="694" y="1601"/>
                  <a:pt x="674" y="1595"/>
                  <a:pt x="656" y="1585"/>
                </a:cubicBezTo>
                <a:lnTo>
                  <a:pt x="59" y="1241"/>
                </a:lnTo>
                <a:moveTo>
                  <a:pt x="715" y="801"/>
                </a:moveTo>
                <a:lnTo>
                  <a:pt x="715" y="801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799920" y="1716120"/>
            <a:ext cx="362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つの例外は許可リストを通らない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4" name=""/>
          <p:cNvSpPr/>
          <p:nvPr/>
        </p:nvSpPr>
        <p:spPr>
          <a:xfrm>
            <a:off x="6248160" y="1599840"/>
            <a:ext cx="5334480" cy="4800960"/>
          </a:xfrm>
          <a:custGeom>
            <a:avLst/>
            <a:gdLst/>
            <a:ahLst/>
            <a:rect l="0" t="0" r="r" b="b"/>
            <a:pathLst>
              <a:path w="14818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2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5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5"/>
                </a:cubicBezTo>
                <a:cubicBezTo>
                  <a:pt x="184" y="2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4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6" y="72"/>
                  <a:pt x="14774" y="83"/>
                  <a:pt x="14782" y="95"/>
                </a:cubicBezTo>
                <a:cubicBezTo>
                  <a:pt x="14790" y="106"/>
                  <a:pt x="14796" y="118"/>
                  <a:pt x="14802" y="131"/>
                </a:cubicBezTo>
                <a:cubicBezTo>
                  <a:pt x="14807" y="144"/>
                  <a:pt x="14811" y="157"/>
                  <a:pt x="14814" y="171"/>
                </a:cubicBezTo>
                <a:cubicBezTo>
                  <a:pt x="14816" y="185"/>
                  <a:pt x="14818" y="198"/>
                  <a:pt x="14818" y="212"/>
                </a:cubicBezTo>
                <a:lnTo>
                  <a:pt x="14818" y="13125"/>
                </a:lnTo>
                <a:cubicBezTo>
                  <a:pt x="14818" y="13139"/>
                  <a:pt x="14816" y="13152"/>
                  <a:pt x="14814" y="13166"/>
                </a:cubicBezTo>
                <a:cubicBezTo>
                  <a:pt x="14811" y="13180"/>
                  <a:pt x="14807" y="13193"/>
                  <a:pt x="14802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6" y="13265"/>
                  <a:pt x="14756" y="13275"/>
                </a:cubicBezTo>
                <a:cubicBezTo>
                  <a:pt x="14746" y="13284"/>
                  <a:pt x="14735" y="13293"/>
                  <a:pt x="14724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4" y="13335"/>
                  <a:pt x="14620" y="13336"/>
                  <a:pt x="14606" y="13336"/>
                </a:cubicBezTo>
                <a:lnTo>
                  <a:pt x="212" y="13336"/>
                </a:lnTo>
                <a:cubicBezTo>
                  <a:pt x="198" y="13336"/>
                  <a:pt x="184" y="13335"/>
                  <a:pt x="171" y="13332"/>
                </a:cubicBezTo>
                <a:cubicBezTo>
                  <a:pt x="157" y="13330"/>
                  <a:pt x="144" y="13326"/>
                  <a:pt x="131" y="13320"/>
                </a:cubicBezTo>
                <a:cubicBezTo>
                  <a:pt x="118" y="13315"/>
                  <a:pt x="106" y="13309"/>
                  <a:pt x="94" y="13301"/>
                </a:cubicBezTo>
                <a:cubicBezTo>
                  <a:pt x="83" y="13293"/>
                  <a:pt x="72" y="13284"/>
                  <a:pt x="62" y="13275"/>
                </a:cubicBezTo>
                <a:cubicBezTo>
                  <a:pt x="52" y="13265"/>
                  <a:pt x="44" y="13254"/>
                  <a:pt x="36" y="13242"/>
                </a:cubicBezTo>
                <a:cubicBezTo>
                  <a:pt x="28" y="13231"/>
                  <a:pt x="22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2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951840" y="4363920"/>
            <a:ext cx="915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6" name=""/>
          <p:cNvSpPr/>
          <p:nvPr/>
        </p:nvSpPr>
        <p:spPr>
          <a:xfrm>
            <a:off x="8296200" y="2676240"/>
            <a:ext cx="1238400" cy="1200600"/>
          </a:xfrm>
          <a:custGeom>
            <a:avLst/>
            <a:gdLst/>
            <a:ahLst/>
            <a:rect l="0" t="0" r="r" b="b"/>
            <a:pathLst>
              <a:path w="3440" h="3335">
                <a:moveTo>
                  <a:pt x="0" y="3150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255" y="0"/>
                </a:lnTo>
                <a:cubicBezTo>
                  <a:pt x="3267" y="0"/>
                  <a:pt x="3279" y="1"/>
                  <a:pt x="3291" y="4"/>
                </a:cubicBezTo>
                <a:cubicBezTo>
                  <a:pt x="3303" y="6"/>
                  <a:pt x="3315" y="10"/>
                  <a:pt x="3326" y="14"/>
                </a:cubicBezTo>
                <a:cubicBezTo>
                  <a:pt x="3337" y="19"/>
                  <a:pt x="3348" y="25"/>
                  <a:pt x="3358" y="32"/>
                </a:cubicBezTo>
                <a:cubicBezTo>
                  <a:pt x="3368" y="38"/>
                  <a:pt x="3377" y="46"/>
                  <a:pt x="3386" y="55"/>
                </a:cubicBezTo>
                <a:cubicBezTo>
                  <a:pt x="3395" y="63"/>
                  <a:pt x="3402" y="72"/>
                  <a:pt x="3409" y="83"/>
                </a:cubicBezTo>
                <a:cubicBezTo>
                  <a:pt x="3416" y="93"/>
                  <a:pt x="3422" y="103"/>
                  <a:pt x="3426" y="115"/>
                </a:cubicBezTo>
                <a:cubicBezTo>
                  <a:pt x="3431" y="126"/>
                  <a:pt x="3434" y="137"/>
                  <a:pt x="3437" y="149"/>
                </a:cubicBezTo>
                <a:cubicBezTo>
                  <a:pt x="3439" y="161"/>
                  <a:pt x="3440" y="173"/>
                  <a:pt x="3440" y="185"/>
                </a:cubicBezTo>
                <a:lnTo>
                  <a:pt x="3440" y="3150"/>
                </a:lnTo>
                <a:cubicBezTo>
                  <a:pt x="3440" y="3162"/>
                  <a:pt x="3439" y="3174"/>
                  <a:pt x="3437" y="3186"/>
                </a:cubicBezTo>
                <a:cubicBezTo>
                  <a:pt x="3434" y="3198"/>
                  <a:pt x="3431" y="3209"/>
                  <a:pt x="3426" y="3221"/>
                </a:cubicBezTo>
                <a:cubicBezTo>
                  <a:pt x="3422" y="3232"/>
                  <a:pt x="3416" y="3243"/>
                  <a:pt x="3409" y="3253"/>
                </a:cubicBezTo>
                <a:cubicBezTo>
                  <a:pt x="3402" y="3263"/>
                  <a:pt x="3395" y="3272"/>
                  <a:pt x="3386" y="3281"/>
                </a:cubicBezTo>
                <a:cubicBezTo>
                  <a:pt x="3377" y="3289"/>
                  <a:pt x="3368" y="3297"/>
                  <a:pt x="3358" y="3304"/>
                </a:cubicBezTo>
                <a:cubicBezTo>
                  <a:pt x="3348" y="3311"/>
                  <a:pt x="3337" y="3316"/>
                  <a:pt x="3326" y="3321"/>
                </a:cubicBezTo>
                <a:cubicBezTo>
                  <a:pt x="3315" y="3326"/>
                  <a:pt x="3303" y="3329"/>
                  <a:pt x="3291" y="3331"/>
                </a:cubicBezTo>
                <a:cubicBezTo>
                  <a:pt x="3279" y="3334"/>
                  <a:pt x="3267" y="3335"/>
                  <a:pt x="3255" y="3335"/>
                </a:cubicBezTo>
                <a:lnTo>
                  <a:pt x="185" y="3335"/>
                </a:lnTo>
                <a:cubicBezTo>
                  <a:pt x="173" y="3335"/>
                  <a:pt x="161" y="3334"/>
                  <a:pt x="149" y="3331"/>
                </a:cubicBezTo>
                <a:cubicBezTo>
                  <a:pt x="137" y="3329"/>
                  <a:pt x="125" y="3326"/>
                  <a:pt x="114" y="3321"/>
                </a:cubicBezTo>
                <a:cubicBezTo>
                  <a:pt x="103" y="3316"/>
                  <a:pt x="92" y="3311"/>
                  <a:pt x="82" y="3304"/>
                </a:cubicBezTo>
                <a:cubicBezTo>
                  <a:pt x="72" y="3297"/>
                  <a:pt x="63" y="3289"/>
                  <a:pt x="54" y="3281"/>
                </a:cubicBezTo>
                <a:cubicBezTo>
                  <a:pt x="45" y="3272"/>
                  <a:pt x="38" y="3263"/>
                  <a:pt x="31" y="3253"/>
                </a:cubicBezTo>
                <a:cubicBezTo>
                  <a:pt x="24" y="3243"/>
                  <a:pt x="18" y="3232"/>
                  <a:pt x="14" y="3221"/>
                </a:cubicBezTo>
                <a:cubicBezTo>
                  <a:pt x="9" y="3209"/>
                  <a:pt x="6" y="3198"/>
                  <a:pt x="3" y="3186"/>
                </a:cubicBezTo>
                <a:cubicBezTo>
                  <a:pt x="1" y="3174"/>
                  <a:pt x="0" y="3162"/>
                  <a:pt x="0" y="31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7" name=""/>
          <p:cNvSpPr/>
          <p:nvPr/>
        </p:nvSpPr>
        <p:spPr>
          <a:xfrm>
            <a:off x="8296200" y="2676240"/>
            <a:ext cx="1238400" cy="1200600"/>
          </a:xfrm>
          <a:custGeom>
            <a:avLst/>
            <a:gdLst/>
            <a:ahLst/>
            <a:rect l="0" t="0" r="r" b="b"/>
            <a:pathLst>
              <a:path w="3440" h="3335">
                <a:moveTo>
                  <a:pt x="0" y="3150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255" y="0"/>
                </a:lnTo>
                <a:cubicBezTo>
                  <a:pt x="3267" y="0"/>
                  <a:pt x="3279" y="1"/>
                  <a:pt x="3291" y="4"/>
                </a:cubicBezTo>
                <a:cubicBezTo>
                  <a:pt x="3303" y="6"/>
                  <a:pt x="3315" y="10"/>
                  <a:pt x="3326" y="14"/>
                </a:cubicBezTo>
                <a:cubicBezTo>
                  <a:pt x="3337" y="19"/>
                  <a:pt x="3348" y="25"/>
                  <a:pt x="3358" y="32"/>
                </a:cubicBezTo>
                <a:cubicBezTo>
                  <a:pt x="3368" y="38"/>
                  <a:pt x="3377" y="46"/>
                  <a:pt x="3386" y="55"/>
                </a:cubicBezTo>
                <a:cubicBezTo>
                  <a:pt x="3395" y="63"/>
                  <a:pt x="3402" y="72"/>
                  <a:pt x="3409" y="83"/>
                </a:cubicBezTo>
                <a:cubicBezTo>
                  <a:pt x="3416" y="93"/>
                  <a:pt x="3422" y="103"/>
                  <a:pt x="3426" y="115"/>
                </a:cubicBezTo>
                <a:cubicBezTo>
                  <a:pt x="3431" y="126"/>
                  <a:pt x="3434" y="137"/>
                  <a:pt x="3437" y="149"/>
                </a:cubicBezTo>
                <a:cubicBezTo>
                  <a:pt x="3439" y="161"/>
                  <a:pt x="3440" y="173"/>
                  <a:pt x="3440" y="185"/>
                </a:cubicBezTo>
                <a:lnTo>
                  <a:pt x="3440" y="3150"/>
                </a:lnTo>
                <a:cubicBezTo>
                  <a:pt x="3440" y="3162"/>
                  <a:pt x="3439" y="3174"/>
                  <a:pt x="3437" y="3186"/>
                </a:cubicBezTo>
                <a:cubicBezTo>
                  <a:pt x="3434" y="3198"/>
                  <a:pt x="3431" y="3209"/>
                  <a:pt x="3426" y="3221"/>
                </a:cubicBezTo>
                <a:cubicBezTo>
                  <a:pt x="3422" y="3232"/>
                  <a:pt x="3416" y="3243"/>
                  <a:pt x="3409" y="3253"/>
                </a:cubicBezTo>
                <a:cubicBezTo>
                  <a:pt x="3402" y="3263"/>
                  <a:pt x="3395" y="3272"/>
                  <a:pt x="3386" y="3281"/>
                </a:cubicBezTo>
                <a:cubicBezTo>
                  <a:pt x="3377" y="3289"/>
                  <a:pt x="3368" y="3297"/>
                  <a:pt x="3358" y="3304"/>
                </a:cubicBezTo>
                <a:cubicBezTo>
                  <a:pt x="3348" y="3311"/>
                  <a:pt x="3337" y="3316"/>
                  <a:pt x="3326" y="3321"/>
                </a:cubicBezTo>
                <a:cubicBezTo>
                  <a:pt x="3315" y="3326"/>
                  <a:pt x="3303" y="3329"/>
                  <a:pt x="3291" y="3331"/>
                </a:cubicBezTo>
                <a:cubicBezTo>
                  <a:pt x="3279" y="3334"/>
                  <a:pt x="3267" y="3335"/>
                  <a:pt x="3255" y="3335"/>
                </a:cubicBezTo>
                <a:lnTo>
                  <a:pt x="185" y="3335"/>
                </a:lnTo>
                <a:cubicBezTo>
                  <a:pt x="173" y="3335"/>
                  <a:pt x="161" y="3334"/>
                  <a:pt x="149" y="3331"/>
                </a:cubicBezTo>
                <a:cubicBezTo>
                  <a:pt x="137" y="3329"/>
                  <a:pt x="125" y="3326"/>
                  <a:pt x="114" y="3321"/>
                </a:cubicBezTo>
                <a:cubicBezTo>
                  <a:pt x="103" y="3316"/>
                  <a:pt x="92" y="3311"/>
                  <a:pt x="82" y="3304"/>
                </a:cubicBezTo>
                <a:cubicBezTo>
                  <a:pt x="72" y="3297"/>
                  <a:pt x="63" y="3289"/>
                  <a:pt x="54" y="3281"/>
                </a:cubicBezTo>
                <a:cubicBezTo>
                  <a:pt x="45" y="3272"/>
                  <a:pt x="38" y="3263"/>
                  <a:pt x="31" y="3253"/>
                </a:cubicBezTo>
                <a:cubicBezTo>
                  <a:pt x="24" y="3243"/>
                  <a:pt x="18" y="3232"/>
                  <a:pt x="14" y="3221"/>
                </a:cubicBezTo>
                <a:cubicBezTo>
                  <a:pt x="9" y="3209"/>
                  <a:pt x="6" y="3198"/>
                  <a:pt x="3" y="3186"/>
                </a:cubicBezTo>
                <a:cubicBezTo>
                  <a:pt x="1" y="3174"/>
                  <a:pt x="0" y="3162"/>
                  <a:pt x="0" y="315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8" name=""/>
          <p:cNvSpPr/>
          <p:nvPr/>
        </p:nvSpPr>
        <p:spPr>
          <a:xfrm>
            <a:off x="8715240" y="2881080"/>
            <a:ext cx="400320" cy="448200"/>
          </a:xfrm>
          <a:custGeom>
            <a:avLst/>
            <a:gdLst/>
            <a:ahLst/>
            <a:rect l="0" t="0" r="r" b="b"/>
            <a:pathLst>
              <a:path w="1112" h="1245">
                <a:moveTo>
                  <a:pt x="509" y="1126"/>
                </a:moveTo>
                <a:lnTo>
                  <a:pt x="509" y="649"/>
                </a:lnTo>
                <a:lnTo>
                  <a:pt x="92" y="408"/>
                </a:lnTo>
                <a:lnTo>
                  <a:pt x="92" y="885"/>
                </a:lnTo>
                <a:lnTo>
                  <a:pt x="509" y="1126"/>
                </a:lnTo>
                <a:moveTo>
                  <a:pt x="602" y="1126"/>
                </a:moveTo>
                <a:lnTo>
                  <a:pt x="1020" y="885"/>
                </a:lnTo>
                <a:lnTo>
                  <a:pt x="1020" y="407"/>
                </a:lnTo>
                <a:lnTo>
                  <a:pt x="602" y="649"/>
                </a:lnTo>
                <a:lnTo>
                  <a:pt x="602" y="1126"/>
                </a:lnTo>
                <a:moveTo>
                  <a:pt x="555" y="570"/>
                </a:moveTo>
                <a:lnTo>
                  <a:pt x="967" y="331"/>
                </a:lnTo>
                <a:lnTo>
                  <a:pt x="555" y="94"/>
                </a:lnTo>
                <a:lnTo>
                  <a:pt x="143" y="331"/>
                </a:lnTo>
                <a:lnTo>
                  <a:pt x="555" y="570"/>
                </a:lnTo>
                <a:moveTo>
                  <a:pt x="46" y="966"/>
                </a:moveTo>
                <a:cubicBezTo>
                  <a:pt x="32" y="957"/>
                  <a:pt x="20" y="945"/>
                  <a:pt x="12" y="931"/>
                </a:cubicBezTo>
                <a:cubicBezTo>
                  <a:pt x="4" y="917"/>
                  <a:pt x="0" y="902"/>
                  <a:pt x="0" y="885"/>
                </a:cubicBezTo>
                <a:lnTo>
                  <a:pt x="0" y="361"/>
                </a:lnTo>
                <a:cubicBezTo>
                  <a:pt x="0" y="344"/>
                  <a:pt x="4" y="329"/>
                  <a:pt x="12" y="315"/>
                </a:cubicBezTo>
                <a:cubicBezTo>
                  <a:pt x="20" y="300"/>
                  <a:pt x="32" y="289"/>
                  <a:pt x="46" y="280"/>
                </a:cubicBezTo>
                <a:lnTo>
                  <a:pt x="509" y="12"/>
                </a:lnTo>
                <a:cubicBezTo>
                  <a:pt x="524" y="4"/>
                  <a:pt x="539" y="0"/>
                  <a:pt x="556" y="0"/>
                </a:cubicBezTo>
                <a:cubicBezTo>
                  <a:pt x="572" y="0"/>
                  <a:pt x="587" y="4"/>
                  <a:pt x="602" y="12"/>
                </a:cubicBezTo>
                <a:lnTo>
                  <a:pt x="1066" y="280"/>
                </a:lnTo>
                <a:cubicBezTo>
                  <a:pt x="1080" y="289"/>
                  <a:pt x="1092" y="300"/>
                  <a:pt x="1100" y="315"/>
                </a:cubicBezTo>
                <a:cubicBezTo>
                  <a:pt x="1108" y="329"/>
                  <a:pt x="1112" y="344"/>
                  <a:pt x="1112" y="361"/>
                </a:cubicBezTo>
                <a:lnTo>
                  <a:pt x="1112" y="885"/>
                </a:lnTo>
                <a:cubicBezTo>
                  <a:pt x="1112" y="902"/>
                  <a:pt x="1108" y="917"/>
                  <a:pt x="1100" y="931"/>
                </a:cubicBezTo>
                <a:cubicBezTo>
                  <a:pt x="1092" y="945"/>
                  <a:pt x="1080" y="957"/>
                  <a:pt x="1066" y="966"/>
                </a:cubicBezTo>
                <a:lnTo>
                  <a:pt x="602" y="1233"/>
                </a:lnTo>
                <a:cubicBezTo>
                  <a:pt x="587" y="1241"/>
                  <a:pt x="572" y="1245"/>
                  <a:pt x="555" y="1245"/>
                </a:cubicBezTo>
                <a:cubicBezTo>
                  <a:pt x="539" y="1245"/>
                  <a:pt x="524" y="1241"/>
                  <a:pt x="509" y="1233"/>
                </a:cubicBezTo>
                <a:lnTo>
                  <a:pt x="46" y="966"/>
                </a:lnTo>
                <a:moveTo>
                  <a:pt x="555" y="623"/>
                </a:moveTo>
                <a:lnTo>
                  <a:pt x="555" y="62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89" name=""/>
          <p:cNvSpPr txBox="1"/>
          <p:nvPr/>
        </p:nvSpPr>
        <p:spPr>
          <a:xfrm>
            <a:off x="6438960" y="1716120"/>
            <a:ext cx="3886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許可先へは攻撃者の認証情報で送れる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0" name=""/>
          <p:cNvSpPr/>
          <p:nvPr/>
        </p:nvSpPr>
        <p:spPr>
          <a:xfrm>
            <a:off x="7448400" y="4429080"/>
            <a:ext cx="2943720" cy="476640"/>
          </a:xfrm>
          <a:custGeom>
            <a:avLst/>
            <a:gdLst/>
            <a:ahLst/>
            <a:rect l="0" t="0" r="r" b="b"/>
            <a:pathLst>
              <a:path w="8177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991" y="0"/>
                </a:lnTo>
                <a:cubicBezTo>
                  <a:pt x="8003" y="0"/>
                  <a:pt x="8016" y="1"/>
                  <a:pt x="8027" y="3"/>
                </a:cubicBezTo>
                <a:cubicBezTo>
                  <a:pt x="8039" y="6"/>
                  <a:pt x="8051" y="9"/>
                  <a:pt x="8062" y="14"/>
                </a:cubicBezTo>
                <a:cubicBezTo>
                  <a:pt x="8073" y="18"/>
                  <a:pt x="8084" y="24"/>
                  <a:pt x="8094" y="31"/>
                </a:cubicBezTo>
                <a:cubicBezTo>
                  <a:pt x="8104" y="38"/>
                  <a:pt x="8114" y="45"/>
                  <a:pt x="8122" y="54"/>
                </a:cubicBezTo>
                <a:cubicBezTo>
                  <a:pt x="8131" y="62"/>
                  <a:pt x="8139" y="72"/>
                  <a:pt x="8145" y="82"/>
                </a:cubicBezTo>
                <a:cubicBezTo>
                  <a:pt x="8152" y="92"/>
                  <a:pt x="8158" y="103"/>
                  <a:pt x="8162" y="114"/>
                </a:cubicBezTo>
                <a:cubicBezTo>
                  <a:pt x="8167" y="125"/>
                  <a:pt x="8171" y="137"/>
                  <a:pt x="8173" y="149"/>
                </a:cubicBezTo>
                <a:cubicBezTo>
                  <a:pt x="8175" y="161"/>
                  <a:pt x="8177" y="173"/>
                  <a:pt x="8177" y="185"/>
                </a:cubicBezTo>
                <a:lnTo>
                  <a:pt x="8177" y="1138"/>
                </a:lnTo>
                <a:cubicBezTo>
                  <a:pt x="8177" y="1150"/>
                  <a:pt x="8175" y="1163"/>
                  <a:pt x="8173" y="1174"/>
                </a:cubicBezTo>
                <a:cubicBezTo>
                  <a:pt x="8171" y="1186"/>
                  <a:pt x="8167" y="1198"/>
                  <a:pt x="8162" y="1209"/>
                </a:cubicBezTo>
                <a:cubicBezTo>
                  <a:pt x="8158" y="1220"/>
                  <a:pt x="8152" y="1231"/>
                  <a:pt x="8145" y="1241"/>
                </a:cubicBezTo>
                <a:cubicBezTo>
                  <a:pt x="8139" y="1251"/>
                  <a:pt x="8131" y="1261"/>
                  <a:pt x="8122" y="1269"/>
                </a:cubicBezTo>
                <a:cubicBezTo>
                  <a:pt x="8114" y="1278"/>
                  <a:pt x="8104" y="1286"/>
                  <a:pt x="8094" y="1292"/>
                </a:cubicBezTo>
                <a:cubicBezTo>
                  <a:pt x="8084" y="1299"/>
                  <a:pt x="8073" y="1305"/>
                  <a:pt x="8062" y="1309"/>
                </a:cubicBezTo>
                <a:cubicBezTo>
                  <a:pt x="8051" y="1314"/>
                  <a:pt x="8039" y="1318"/>
                  <a:pt x="8027" y="1320"/>
                </a:cubicBezTo>
                <a:cubicBezTo>
                  <a:pt x="8016" y="1322"/>
                  <a:pt x="8003" y="1324"/>
                  <a:pt x="7991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09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3" y="1278"/>
                  <a:pt x="54" y="1269"/>
                </a:cubicBezTo>
                <a:cubicBezTo>
                  <a:pt x="46" y="1261"/>
                  <a:pt x="38" y="1251"/>
                  <a:pt x="31" y="1241"/>
                </a:cubicBezTo>
                <a:cubicBezTo>
                  <a:pt x="24" y="1231"/>
                  <a:pt x="19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3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1" name=""/>
          <p:cNvSpPr/>
          <p:nvPr/>
        </p:nvSpPr>
        <p:spPr>
          <a:xfrm>
            <a:off x="7448400" y="4429080"/>
            <a:ext cx="2943720" cy="476640"/>
          </a:xfrm>
          <a:custGeom>
            <a:avLst/>
            <a:gdLst/>
            <a:ahLst/>
            <a:rect l="0" t="0" r="r" b="b"/>
            <a:pathLst>
              <a:path w="8177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991" y="0"/>
                </a:lnTo>
                <a:cubicBezTo>
                  <a:pt x="8003" y="0"/>
                  <a:pt x="8016" y="1"/>
                  <a:pt x="8027" y="3"/>
                </a:cubicBezTo>
                <a:cubicBezTo>
                  <a:pt x="8039" y="6"/>
                  <a:pt x="8051" y="9"/>
                  <a:pt x="8062" y="14"/>
                </a:cubicBezTo>
                <a:cubicBezTo>
                  <a:pt x="8073" y="18"/>
                  <a:pt x="8084" y="24"/>
                  <a:pt x="8094" y="31"/>
                </a:cubicBezTo>
                <a:cubicBezTo>
                  <a:pt x="8104" y="38"/>
                  <a:pt x="8114" y="45"/>
                  <a:pt x="8122" y="54"/>
                </a:cubicBezTo>
                <a:cubicBezTo>
                  <a:pt x="8131" y="62"/>
                  <a:pt x="8139" y="72"/>
                  <a:pt x="8145" y="82"/>
                </a:cubicBezTo>
                <a:cubicBezTo>
                  <a:pt x="8152" y="92"/>
                  <a:pt x="8158" y="103"/>
                  <a:pt x="8162" y="114"/>
                </a:cubicBezTo>
                <a:cubicBezTo>
                  <a:pt x="8167" y="125"/>
                  <a:pt x="8171" y="137"/>
                  <a:pt x="8173" y="149"/>
                </a:cubicBezTo>
                <a:cubicBezTo>
                  <a:pt x="8175" y="161"/>
                  <a:pt x="8177" y="173"/>
                  <a:pt x="8177" y="185"/>
                </a:cubicBezTo>
                <a:lnTo>
                  <a:pt x="8177" y="1138"/>
                </a:lnTo>
                <a:cubicBezTo>
                  <a:pt x="8177" y="1150"/>
                  <a:pt x="8175" y="1163"/>
                  <a:pt x="8173" y="1174"/>
                </a:cubicBezTo>
                <a:cubicBezTo>
                  <a:pt x="8171" y="1186"/>
                  <a:pt x="8167" y="1198"/>
                  <a:pt x="8162" y="1209"/>
                </a:cubicBezTo>
                <a:cubicBezTo>
                  <a:pt x="8158" y="1220"/>
                  <a:pt x="8152" y="1231"/>
                  <a:pt x="8145" y="1241"/>
                </a:cubicBezTo>
                <a:cubicBezTo>
                  <a:pt x="8139" y="1251"/>
                  <a:pt x="8131" y="1261"/>
                  <a:pt x="8122" y="1269"/>
                </a:cubicBezTo>
                <a:cubicBezTo>
                  <a:pt x="8114" y="1278"/>
                  <a:pt x="8104" y="1286"/>
                  <a:pt x="8094" y="1292"/>
                </a:cubicBezTo>
                <a:cubicBezTo>
                  <a:pt x="8084" y="1299"/>
                  <a:pt x="8073" y="1305"/>
                  <a:pt x="8062" y="1309"/>
                </a:cubicBezTo>
                <a:cubicBezTo>
                  <a:pt x="8051" y="1314"/>
                  <a:pt x="8039" y="1318"/>
                  <a:pt x="8027" y="1320"/>
                </a:cubicBezTo>
                <a:cubicBezTo>
                  <a:pt x="8016" y="1322"/>
                  <a:pt x="8003" y="1324"/>
                  <a:pt x="7991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09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3" y="1278"/>
                  <a:pt x="54" y="1269"/>
                </a:cubicBezTo>
                <a:cubicBezTo>
                  <a:pt x="46" y="1261"/>
                  <a:pt x="38" y="1251"/>
                  <a:pt x="31" y="1241"/>
                </a:cubicBezTo>
                <a:cubicBezTo>
                  <a:pt x="24" y="1231"/>
                  <a:pt x="19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3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197a4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2" name=""/>
          <p:cNvSpPr/>
          <p:nvPr/>
        </p:nvSpPr>
        <p:spPr>
          <a:xfrm>
            <a:off x="7616520" y="4539960"/>
            <a:ext cx="254520" cy="254520"/>
          </a:xfrm>
          <a:custGeom>
            <a:avLst/>
            <a:gdLst/>
            <a:ahLst/>
            <a:rect l="0" t="0" r="r" b="b"/>
            <a:pathLst>
              <a:path w="707" h="707">
                <a:moveTo>
                  <a:pt x="301" y="515"/>
                </a:moveTo>
                <a:lnTo>
                  <a:pt x="552" y="264"/>
                </a:lnTo>
                <a:lnTo>
                  <a:pt x="511" y="224"/>
                </a:lnTo>
                <a:lnTo>
                  <a:pt x="301" y="434"/>
                </a:lnTo>
                <a:lnTo>
                  <a:pt x="195" y="328"/>
                </a:lnTo>
                <a:lnTo>
                  <a:pt x="156" y="367"/>
                </a:lnTo>
                <a:lnTo>
                  <a:pt x="301" y="515"/>
                </a:lnTo>
                <a:moveTo>
                  <a:pt x="354" y="707"/>
                </a:moveTo>
                <a:cubicBezTo>
                  <a:pt x="305" y="707"/>
                  <a:pt x="259" y="698"/>
                  <a:pt x="216" y="679"/>
                </a:cubicBezTo>
                <a:cubicBezTo>
                  <a:pt x="174" y="661"/>
                  <a:pt x="136" y="635"/>
                  <a:pt x="104" y="603"/>
                </a:cubicBezTo>
                <a:cubicBezTo>
                  <a:pt x="72" y="571"/>
                  <a:pt x="47" y="534"/>
                  <a:pt x="28" y="491"/>
                </a:cubicBezTo>
                <a:cubicBezTo>
                  <a:pt x="10" y="448"/>
                  <a:pt x="0" y="401"/>
                  <a:pt x="0" y="353"/>
                </a:cubicBezTo>
                <a:cubicBezTo>
                  <a:pt x="0" y="304"/>
                  <a:pt x="10" y="258"/>
                  <a:pt x="28" y="215"/>
                </a:cubicBezTo>
                <a:cubicBezTo>
                  <a:pt x="47" y="173"/>
                  <a:pt x="72" y="135"/>
                  <a:pt x="104" y="103"/>
                </a:cubicBezTo>
                <a:cubicBezTo>
                  <a:pt x="136" y="72"/>
                  <a:pt x="174" y="47"/>
                  <a:pt x="216" y="28"/>
                </a:cubicBezTo>
                <a:cubicBezTo>
                  <a:pt x="259" y="10"/>
                  <a:pt x="305" y="0"/>
                  <a:pt x="354" y="0"/>
                </a:cubicBezTo>
                <a:cubicBezTo>
                  <a:pt x="403" y="0"/>
                  <a:pt x="449" y="10"/>
                  <a:pt x="492" y="28"/>
                </a:cubicBezTo>
                <a:cubicBezTo>
                  <a:pt x="535" y="47"/>
                  <a:pt x="572" y="72"/>
                  <a:pt x="604" y="103"/>
                </a:cubicBezTo>
                <a:cubicBezTo>
                  <a:pt x="635" y="135"/>
                  <a:pt x="661" y="173"/>
                  <a:pt x="679" y="215"/>
                </a:cubicBezTo>
                <a:cubicBezTo>
                  <a:pt x="698" y="258"/>
                  <a:pt x="707" y="304"/>
                  <a:pt x="707" y="353"/>
                </a:cubicBezTo>
                <a:cubicBezTo>
                  <a:pt x="707" y="401"/>
                  <a:pt x="698" y="448"/>
                  <a:pt x="679" y="491"/>
                </a:cubicBezTo>
                <a:cubicBezTo>
                  <a:pt x="661" y="534"/>
                  <a:pt x="635" y="571"/>
                  <a:pt x="604" y="603"/>
                </a:cubicBezTo>
                <a:cubicBezTo>
                  <a:pt x="572" y="635"/>
                  <a:pt x="535" y="661"/>
                  <a:pt x="492" y="679"/>
                </a:cubicBezTo>
                <a:cubicBezTo>
                  <a:pt x="449" y="698"/>
                  <a:pt x="403" y="707"/>
                  <a:pt x="354" y="707"/>
                </a:cubicBezTo>
                <a:moveTo>
                  <a:pt x="354" y="654"/>
                </a:moveTo>
                <a:cubicBezTo>
                  <a:pt x="438" y="654"/>
                  <a:pt x="508" y="625"/>
                  <a:pt x="567" y="566"/>
                </a:cubicBezTo>
                <a:cubicBezTo>
                  <a:pt x="625" y="508"/>
                  <a:pt x="654" y="437"/>
                  <a:pt x="654" y="353"/>
                </a:cubicBezTo>
                <a:cubicBezTo>
                  <a:pt x="654" y="270"/>
                  <a:pt x="625" y="199"/>
                  <a:pt x="567" y="141"/>
                </a:cubicBezTo>
                <a:cubicBezTo>
                  <a:pt x="508" y="82"/>
                  <a:pt x="438" y="53"/>
                  <a:pt x="354" y="53"/>
                </a:cubicBezTo>
                <a:cubicBezTo>
                  <a:pt x="270" y="53"/>
                  <a:pt x="200" y="82"/>
                  <a:pt x="141" y="141"/>
                </a:cubicBezTo>
                <a:cubicBezTo>
                  <a:pt x="83" y="199"/>
                  <a:pt x="53" y="270"/>
                  <a:pt x="53" y="353"/>
                </a:cubicBezTo>
                <a:cubicBezTo>
                  <a:pt x="53" y="437"/>
                  <a:pt x="83" y="508"/>
                  <a:pt x="141" y="566"/>
                </a:cubicBezTo>
                <a:cubicBezTo>
                  <a:pt x="200" y="625"/>
                  <a:pt x="270" y="654"/>
                  <a:pt x="354" y="654"/>
                </a:cubicBezTo>
                <a:moveTo>
                  <a:pt x="354" y="353"/>
                </a:moveTo>
                <a:lnTo>
                  <a:pt x="354" y="35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8458200" y="3373200"/>
            <a:ext cx="915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4" name=""/>
          <p:cNvSpPr/>
          <p:nvPr/>
        </p:nvSpPr>
        <p:spPr>
          <a:xfrm>
            <a:off x="7677000" y="5229000"/>
            <a:ext cx="2476800" cy="476640"/>
          </a:xfrm>
          <a:custGeom>
            <a:avLst/>
            <a:gdLst/>
            <a:ahLst/>
            <a:rect l="0" t="0" r="r" b="b"/>
            <a:pathLst>
              <a:path w="6880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6695" y="0"/>
                </a:lnTo>
                <a:cubicBezTo>
                  <a:pt x="6707" y="0"/>
                  <a:pt x="6719" y="1"/>
                  <a:pt x="6731" y="4"/>
                </a:cubicBezTo>
                <a:cubicBezTo>
                  <a:pt x="6743" y="6"/>
                  <a:pt x="6755" y="10"/>
                  <a:pt x="6766" y="14"/>
                </a:cubicBezTo>
                <a:cubicBezTo>
                  <a:pt x="6777" y="19"/>
                  <a:pt x="6788" y="25"/>
                  <a:pt x="6798" y="31"/>
                </a:cubicBezTo>
                <a:cubicBezTo>
                  <a:pt x="6808" y="38"/>
                  <a:pt x="6817" y="46"/>
                  <a:pt x="6826" y="54"/>
                </a:cubicBezTo>
                <a:cubicBezTo>
                  <a:pt x="6834" y="63"/>
                  <a:pt x="6842" y="72"/>
                  <a:pt x="6849" y="82"/>
                </a:cubicBezTo>
                <a:cubicBezTo>
                  <a:pt x="6856" y="93"/>
                  <a:pt x="6861" y="103"/>
                  <a:pt x="6866" y="114"/>
                </a:cubicBezTo>
                <a:cubicBezTo>
                  <a:pt x="6871" y="126"/>
                  <a:pt x="6874" y="137"/>
                  <a:pt x="6877" y="149"/>
                </a:cubicBezTo>
                <a:cubicBezTo>
                  <a:pt x="6879" y="161"/>
                  <a:pt x="6880" y="173"/>
                  <a:pt x="6880" y="185"/>
                </a:cubicBezTo>
                <a:lnTo>
                  <a:pt x="6880" y="1139"/>
                </a:lnTo>
                <a:cubicBezTo>
                  <a:pt x="6880" y="1151"/>
                  <a:pt x="6879" y="1163"/>
                  <a:pt x="6877" y="1175"/>
                </a:cubicBezTo>
                <a:cubicBezTo>
                  <a:pt x="6874" y="1187"/>
                  <a:pt x="6871" y="1198"/>
                  <a:pt x="6866" y="1210"/>
                </a:cubicBezTo>
                <a:cubicBezTo>
                  <a:pt x="6861" y="1221"/>
                  <a:pt x="6856" y="1232"/>
                  <a:pt x="6849" y="1242"/>
                </a:cubicBezTo>
                <a:cubicBezTo>
                  <a:pt x="6842" y="1252"/>
                  <a:pt x="6834" y="1261"/>
                  <a:pt x="6826" y="1270"/>
                </a:cubicBezTo>
                <a:cubicBezTo>
                  <a:pt x="6817" y="1278"/>
                  <a:pt x="6808" y="1286"/>
                  <a:pt x="6798" y="1293"/>
                </a:cubicBezTo>
                <a:cubicBezTo>
                  <a:pt x="6788" y="1300"/>
                  <a:pt x="6777" y="1305"/>
                  <a:pt x="6766" y="1310"/>
                </a:cubicBezTo>
                <a:cubicBezTo>
                  <a:pt x="6755" y="1315"/>
                  <a:pt x="6743" y="1318"/>
                  <a:pt x="6731" y="1320"/>
                </a:cubicBezTo>
                <a:cubicBezTo>
                  <a:pt x="6719" y="1323"/>
                  <a:pt x="6707" y="1324"/>
                  <a:pt x="6695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4" y="1232"/>
                  <a:pt x="19" y="1221"/>
                  <a:pt x="14" y="1210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5" name=""/>
          <p:cNvSpPr/>
          <p:nvPr/>
        </p:nvSpPr>
        <p:spPr>
          <a:xfrm>
            <a:off x="7677000" y="5229000"/>
            <a:ext cx="2476800" cy="476640"/>
          </a:xfrm>
          <a:custGeom>
            <a:avLst/>
            <a:gdLst/>
            <a:ahLst/>
            <a:rect l="0" t="0" r="r" b="b"/>
            <a:pathLst>
              <a:path w="6880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6695" y="0"/>
                </a:lnTo>
                <a:cubicBezTo>
                  <a:pt x="6707" y="0"/>
                  <a:pt x="6719" y="1"/>
                  <a:pt x="6731" y="4"/>
                </a:cubicBezTo>
                <a:cubicBezTo>
                  <a:pt x="6743" y="6"/>
                  <a:pt x="6755" y="10"/>
                  <a:pt x="6766" y="14"/>
                </a:cubicBezTo>
                <a:cubicBezTo>
                  <a:pt x="6777" y="19"/>
                  <a:pt x="6788" y="25"/>
                  <a:pt x="6798" y="31"/>
                </a:cubicBezTo>
                <a:cubicBezTo>
                  <a:pt x="6808" y="38"/>
                  <a:pt x="6817" y="46"/>
                  <a:pt x="6826" y="54"/>
                </a:cubicBezTo>
                <a:cubicBezTo>
                  <a:pt x="6834" y="63"/>
                  <a:pt x="6842" y="72"/>
                  <a:pt x="6849" y="82"/>
                </a:cubicBezTo>
                <a:cubicBezTo>
                  <a:pt x="6856" y="93"/>
                  <a:pt x="6861" y="103"/>
                  <a:pt x="6866" y="114"/>
                </a:cubicBezTo>
                <a:cubicBezTo>
                  <a:pt x="6871" y="126"/>
                  <a:pt x="6874" y="137"/>
                  <a:pt x="6877" y="149"/>
                </a:cubicBezTo>
                <a:cubicBezTo>
                  <a:pt x="6879" y="161"/>
                  <a:pt x="6880" y="173"/>
                  <a:pt x="6880" y="185"/>
                </a:cubicBezTo>
                <a:lnTo>
                  <a:pt x="6880" y="1139"/>
                </a:lnTo>
                <a:cubicBezTo>
                  <a:pt x="6880" y="1151"/>
                  <a:pt x="6879" y="1163"/>
                  <a:pt x="6877" y="1175"/>
                </a:cubicBezTo>
                <a:cubicBezTo>
                  <a:pt x="6874" y="1187"/>
                  <a:pt x="6871" y="1198"/>
                  <a:pt x="6866" y="1210"/>
                </a:cubicBezTo>
                <a:cubicBezTo>
                  <a:pt x="6861" y="1221"/>
                  <a:pt x="6856" y="1232"/>
                  <a:pt x="6849" y="1242"/>
                </a:cubicBezTo>
                <a:cubicBezTo>
                  <a:pt x="6842" y="1252"/>
                  <a:pt x="6834" y="1261"/>
                  <a:pt x="6826" y="1270"/>
                </a:cubicBezTo>
                <a:cubicBezTo>
                  <a:pt x="6817" y="1278"/>
                  <a:pt x="6808" y="1286"/>
                  <a:pt x="6798" y="1293"/>
                </a:cubicBezTo>
                <a:cubicBezTo>
                  <a:pt x="6788" y="1300"/>
                  <a:pt x="6777" y="1305"/>
                  <a:pt x="6766" y="1310"/>
                </a:cubicBezTo>
                <a:cubicBezTo>
                  <a:pt x="6755" y="1315"/>
                  <a:pt x="6743" y="1318"/>
                  <a:pt x="6731" y="1320"/>
                </a:cubicBezTo>
                <a:cubicBezTo>
                  <a:pt x="6719" y="1323"/>
                  <a:pt x="6707" y="1324"/>
                  <a:pt x="6695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4" y="1232"/>
                  <a:pt x="19" y="1221"/>
                  <a:pt x="14" y="1210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6" name=""/>
          <p:cNvSpPr/>
          <p:nvPr/>
        </p:nvSpPr>
        <p:spPr>
          <a:xfrm>
            <a:off x="7870680" y="5371560"/>
            <a:ext cx="203400" cy="197640"/>
          </a:xfrm>
          <a:custGeom>
            <a:avLst/>
            <a:gdLst/>
            <a:ahLst/>
            <a:rect l="0" t="0" r="r" b="b"/>
            <a:pathLst>
              <a:path w="565" h="549">
                <a:moveTo>
                  <a:pt x="187" y="229"/>
                </a:moveTo>
                <a:cubicBezTo>
                  <a:pt x="162" y="204"/>
                  <a:pt x="150" y="172"/>
                  <a:pt x="150" y="133"/>
                </a:cubicBezTo>
                <a:cubicBezTo>
                  <a:pt x="150" y="94"/>
                  <a:pt x="162" y="62"/>
                  <a:pt x="187" y="37"/>
                </a:cubicBezTo>
                <a:cubicBezTo>
                  <a:pt x="212" y="12"/>
                  <a:pt x="243" y="0"/>
                  <a:pt x="282" y="0"/>
                </a:cubicBezTo>
                <a:cubicBezTo>
                  <a:pt x="321" y="0"/>
                  <a:pt x="353" y="12"/>
                  <a:pt x="377" y="37"/>
                </a:cubicBezTo>
                <a:cubicBezTo>
                  <a:pt x="402" y="62"/>
                  <a:pt x="414" y="94"/>
                  <a:pt x="414" y="133"/>
                </a:cubicBezTo>
                <a:cubicBezTo>
                  <a:pt x="414" y="172"/>
                  <a:pt x="402" y="204"/>
                  <a:pt x="377" y="229"/>
                </a:cubicBezTo>
                <a:cubicBezTo>
                  <a:pt x="353" y="253"/>
                  <a:pt x="321" y="266"/>
                  <a:pt x="282" y="266"/>
                </a:cubicBezTo>
                <a:cubicBezTo>
                  <a:pt x="243" y="266"/>
                  <a:pt x="212" y="253"/>
                  <a:pt x="187" y="229"/>
                </a:cubicBezTo>
                <a:moveTo>
                  <a:pt x="0" y="549"/>
                </a:moveTo>
                <a:lnTo>
                  <a:pt x="0" y="466"/>
                </a:lnTo>
                <a:cubicBezTo>
                  <a:pt x="0" y="444"/>
                  <a:pt x="5" y="424"/>
                  <a:pt x="17" y="409"/>
                </a:cubicBezTo>
                <a:cubicBezTo>
                  <a:pt x="28" y="393"/>
                  <a:pt x="42" y="381"/>
                  <a:pt x="60" y="372"/>
                </a:cubicBezTo>
                <a:cubicBezTo>
                  <a:pt x="99" y="355"/>
                  <a:pt x="137" y="342"/>
                  <a:pt x="173" y="333"/>
                </a:cubicBezTo>
                <a:cubicBezTo>
                  <a:pt x="209" y="324"/>
                  <a:pt x="246" y="319"/>
                  <a:pt x="282" y="319"/>
                </a:cubicBezTo>
                <a:cubicBezTo>
                  <a:pt x="319" y="319"/>
                  <a:pt x="355" y="324"/>
                  <a:pt x="391" y="333"/>
                </a:cubicBezTo>
                <a:cubicBezTo>
                  <a:pt x="427" y="342"/>
                  <a:pt x="465" y="355"/>
                  <a:pt x="504" y="372"/>
                </a:cubicBezTo>
                <a:cubicBezTo>
                  <a:pt x="523" y="381"/>
                  <a:pt x="537" y="393"/>
                  <a:pt x="549" y="409"/>
                </a:cubicBezTo>
                <a:cubicBezTo>
                  <a:pt x="560" y="424"/>
                  <a:pt x="565" y="444"/>
                  <a:pt x="565" y="466"/>
                </a:cubicBezTo>
                <a:lnTo>
                  <a:pt x="565" y="549"/>
                </a:lnTo>
                <a:lnTo>
                  <a:pt x="0" y="549"/>
                </a:lnTo>
                <a:moveTo>
                  <a:pt x="53" y="496"/>
                </a:moveTo>
                <a:lnTo>
                  <a:pt x="512" y="496"/>
                </a:lnTo>
                <a:lnTo>
                  <a:pt x="512" y="466"/>
                </a:lnTo>
                <a:cubicBezTo>
                  <a:pt x="512" y="456"/>
                  <a:pt x="510" y="448"/>
                  <a:pt x="504" y="439"/>
                </a:cubicBezTo>
                <a:cubicBezTo>
                  <a:pt x="498" y="430"/>
                  <a:pt x="492" y="424"/>
                  <a:pt x="483" y="420"/>
                </a:cubicBezTo>
                <a:cubicBezTo>
                  <a:pt x="446" y="402"/>
                  <a:pt x="410" y="389"/>
                  <a:pt x="379" y="383"/>
                </a:cubicBezTo>
                <a:cubicBezTo>
                  <a:pt x="348" y="376"/>
                  <a:pt x="316" y="372"/>
                  <a:pt x="282" y="372"/>
                </a:cubicBezTo>
                <a:cubicBezTo>
                  <a:pt x="249" y="372"/>
                  <a:pt x="216" y="376"/>
                  <a:pt x="184" y="383"/>
                </a:cubicBezTo>
                <a:cubicBezTo>
                  <a:pt x="152" y="389"/>
                  <a:pt x="118" y="402"/>
                  <a:pt x="81" y="420"/>
                </a:cubicBezTo>
                <a:cubicBezTo>
                  <a:pt x="73" y="424"/>
                  <a:pt x="66" y="430"/>
                  <a:pt x="61" y="439"/>
                </a:cubicBezTo>
                <a:cubicBezTo>
                  <a:pt x="55" y="448"/>
                  <a:pt x="53" y="456"/>
                  <a:pt x="53" y="466"/>
                </a:cubicBezTo>
                <a:lnTo>
                  <a:pt x="53" y="496"/>
                </a:lnTo>
                <a:moveTo>
                  <a:pt x="339" y="190"/>
                </a:moveTo>
                <a:cubicBezTo>
                  <a:pt x="354" y="175"/>
                  <a:pt x="361" y="156"/>
                  <a:pt x="361" y="133"/>
                </a:cubicBezTo>
                <a:cubicBezTo>
                  <a:pt x="361" y="109"/>
                  <a:pt x="354" y="91"/>
                  <a:pt x="339" y="76"/>
                </a:cubicBezTo>
                <a:cubicBezTo>
                  <a:pt x="324" y="61"/>
                  <a:pt x="305" y="53"/>
                  <a:pt x="282" y="53"/>
                </a:cubicBezTo>
                <a:cubicBezTo>
                  <a:pt x="259" y="53"/>
                  <a:pt x="240" y="61"/>
                  <a:pt x="225" y="76"/>
                </a:cubicBezTo>
                <a:cubicBezTo>
                  <a:pt x="210" y="91"/>
                  <a:pt x="203" y="109"/>
                  <a:pt x="203" y="133"/>
                </a:cubicBezTo>
                <a:cubicBezTo>
                  <a:pt x="203" y="156"/>
                  <a:pt x="210" y="175"/>
                  <a:pt x="225" y="190"/>
                </a:cubicBezTo>
                <a:cubicBezTo>
                  <a:pt x="240" y="205"/>
                  <a:pt x="259" y="213"/>
                  <a:pt x="282" y="213"/>
                </a:cubicBezTo>
                <a:cubicBezTo>
                  <a:pt x="305" y="213"/>
                  <a:pt x="324" y="205"/>
                  <a:pt x="339" y="190"/>
                </a:cubicBezTo>
                <a:moveTo>
                  <a:pt x="282" y="133"/>
                </a:moveTo>
                <a:lnTo>
                  <a:pt x="282" y="133"/>
                </a:lnTo>
                <a:moveTo>
                  <a:pt x="282" y="496"/>
                </a:moveTo>
                <a:lnTo>
                  <a:pt x="282" y="49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7967520" y="4522320"/>
            <a:ext cx="2400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許可先（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GitHub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、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npm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）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8201160" y="5322600"/>
            <a:ext cx="171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攻撃者のアカウント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9" name=""/>
          <p:cNvSpPr/>
          <p:nvPr/>
        </p:nvSpPr>
        <p:spPr>
          <a:xfrm>
            <a:off x="2076120" y="4181400"/>
            <a:ext cx="153000" cy="19440"/>
          </a:xfrm>
          <a:custGeom>
            <a:avLst/>
            <a:gdLst/>
            <a:ahLst/>
            <a:rect l="0" t="0" r="r" b="b"/>
            <a:pathLst>
              <a:path w="425" h="54">
                <a:moveTo>
                  <a:pt x="0" y="0"/>
                </a:moveTo>
                <a:lnTo>
                  <a:pt x="425" y="0"/>
                </a:lnTo>
                <a:lnTo>
                  <a:pt x="42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00" name=""/>
          <p:cNvSpPr/>
          <p:nvPr/>
        </p:nvSpPr>
        <p:spPr>
          <a:xfrm>
            <a:off x="2923920" y="2981160"/>
            <a:ext cx="2877120" cy="590760"/>
          </a:xfrm>
          <a:custGeom>
            <a:avLst/>
            <a:gdLst/>
            <a:ahLst/>
            <a:rect l="0" t="0" r="r" b="b"/>
            <a:pathLst>
              <a:path w="7992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806" y="0"/>
                </a:lnTo>
                <a:cubicBezTo>
                  <a:pt x="7819" y="0"/>
                  <a:pt x="7831" y="1"/>
                  <a:pt x="7843" y="4"/>
                </a:cubicBezTo>
                <a:cubicBezTo>
                  <a:pt x="7854" y="6"/>
                  <a:pt x="7866" y="9"/>
                  <a:pt x="7877" y="14"/>
                </a:cubicBezTo>
                <a:cubicBezTo>
                  <a:pt x="7889" y="19"/>
                  <a:pt x="7899" y="24"/>
                  <a:pt x="7909" y="31"/>
                </a:cubicBezTo>
                <a:cubicBezTo>
                  <a:pt x="7919" y="38"/>
                  <a:pt x="7929" y="46"/>
                  <a:pt x="7937" y="54"/>
                </a:cubicBezTo>
                <a:cubicBezTo>
                  <a:pt x="7946" y="63"/>
                  <a:pt x="7954" y="72"/>
                  <a:pt x="7960" y="82"/>
                </a:cubicBezTo>
                <a:cubicBezTo>
                  <a:pt x="7967" y="92"/>
                  <a:pt x="7973" y="103"/>
                  <a:pt x="7978" y="114"/>
                </a:cubicBezTo>
                <a:cubicBezTo>
                  <a:pt x="7982" y="126"/>
                  <a:pt x="7986" y="137"/>
                  <a:pt x="7988" y="149"/>
                </a:cubicBezTo>
                <a:cubicBezTo>
                  <a:pt x="7990" y="161"/>
                  <a:pt x="7992" y="173"/>
                  <a:pt x="7992" y="185"/>
                </a:cubicBezTo>
                <a:lnTo>
                  <a:pt x="7992" y="1456"/>
                </a:lnTo>
                <a:cubicBezTo>
                  <a:pt x="7992" y="1468"/>
                  <a:pt x="7990" y="1480"/>
                  <a:pt x="7988" y="1492"/>
                </a:cubicBezTo>
                <a:cubicBezTo>
                  <a:pt x="7986" y="1504"/>
                  <a:pt x="7982" y="1516"/>
                  <a:pt x="7978" y="1527"/>
                </a:cubicBezTo>
                <a:cubicBezTo>
                  <a:pt x="7973" y="1538"/>
                  <a:pt x="7967" y="1549"/>
                  <a:pt x="7960" y="1559"/>
                </a:cubicBezTo>
                <a:cubicBezTo>
                  <a:pt x="7954" y="1569"/>
                  <a:pt x="7946" y="1579"/>
                  <a:pt x="7937" y="1587"/>
                </a:cubicBezTo>
                <a:cubicBezTo>
                  <a:pt x="7929" y="1596"/>
                  <a:pt x="7919" y="1603"/>
                  <a:pt x="7909" y="1610"/>
                </a:cubicBezTo>
                <a:cubicBezTo>
                  <a:pt x="7899" y="1617"/>
                  <a:pt x="7889" y="1623"/>
                  <a:pt x="7877" y="1627"/>
                </a:cubicBezTo>
                <a:cubicBezTo>
                  <a:pt x="7866" y="1632"/>
                  <a:pt x="7854" y="1635"/>
                  <a:pt x="7843" y="1638"/>
                </a:cubicBezTo>
                <a:cubicBezTo>
                  <a:pt x="7831" y="1640"/>
                  <a:pt x="7819" y="1641"/>
                  <a:pt x="7806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6" y="1579"/>
                  <a:pt x="38" y="1569"/>
                  <a:pt x="31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01" name=""/>
          <p:cNvSpPr/>
          <p:nvPr/>
        </p:nvSpPr>
        <p:spPr>
          <a:xfrm>
            <a:off x="2923920" y="2981160"/>
            <a:ext cx="2877120" cy="590760"/>
          </a:xfrm>
          <a:custGeom>
            <a:avLst/>
            <a:gdLst/>
            <a:ahLst/>
            <a:rect l="0" t="0" r="r" b="b"/>
            <a:pathLst>
              <a:path w="7992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806" y="0"/>
                </a:lnTo>
                <a:cubicBezTo>
                  <a:pt x="7819" y="0"/>
                  <a:pt x="7831" y="1"/>
                  <a:pt x="7843" y="4"/>
                </a:cubicBezTo>
                <a:cubicBezTo>
                  <a:pt x="7854" y="6"/>
                  <a:pt x="7866" y="9"/>
                  <a:pt x="7877" y="14"/>
                </a:cubicBezTo>
                <a:cubicBezTo>
                  <a:pt x="7889" y="19"/>
                  <a:pt x="7899" y="24"/>
                  <a:pt x="7909" y="31"/>
                </a:cubicBezTo>
                <a:cubicBezTo>
                  <a:pt x="7919" y="38"/>
                  <a:pt x="7929" y="46"/>
                  <a:pt x="7937" y="54"/>
                </a:cubicBezTo>
                <a:cubicBezTo>
                  <a:pt x="7946" y="63"/>
                  <a:pt x="7954" y="72"/>
                  <a:pt x="7960" y="82"/>
                </a:cubicBezTo>
                <a:cubicBezTo>
                  <a:pt x="7967" y="92"/>
                  <a:pt x="7973" y="103"/>
                  <a:pt x="7978" y="114"/>
                </a:cubicBezTo>
                <a:cubicBezTo>
                  <a:pt x="7982" y="126"/>
                  <a:pt x="7986" y="137"/>
                  <a:pt x="7988" y="149"/>
                </a:cubicBezTo>
                <a:cubicBezTo>
                  <a:pt x="7990" y="161"/>
                  <a:pt x="7992" y="173"/>
                  <a:pt x="7992" y="185"/>
                </a:cubicBezTo>
                <a:lnTo>
                  <a:pt x="7992" y="1456"/>
                </a:lnTo>
                <a:cubicBezTo>
                  <a:pt x="7992" y="1468"/>
                  <a:pt x="7990" y="1480"/>
                  <a:pt x="7988" y="1492"/>
                </a:cubicBezTo>
                <a:cubicBezTo>
                  <a:pt x="7986" y="1504"/>
                  <a:pt x="7982" y="1516"/>
                  <a:pt x="7978" y="1527"/>
                </a:cubicBezTo>
                <a:cubicBezTo>
                  <a:pt x="7973" y="1538"/>
                  <a:pt x="7967" y="1549"/>
                  <a:pt x="7960" y="1559"/>
                </a:cubicBezTo>
                <a:cubicBezTo>
                  <a:pt x="7954" y="1569"/>
                  <a:pt x="7946" y="1579"/>
                  <a:pt x="7937" y="1587"/>
                </a:cubicBezTo>
                <a:cubicBezTo>
                  <a:pt x="7929" y="1596"/>
                  <a:pt x="7919" y="1603"/>
                  <a:pt x="7909" y="1610"/>
                </a:cubicBezTo>
                <a:cubicBezTo>
                  <a:pt x="7899" y="1617"/>
                  <a:pt x="7889" y="1623"/>
                  <a:pt x="7877" y="1627"/>
                </a:cubicBezTo>
                <a:cubicBezTo>
                  <a:pt x="7866" y="1632"/>
                  <a:pt x="7854" y="1635"/>
                  <a:pt x="7843" y="1638"/>
                </a:cubicBezTo>
                <a:cubicBezTo>
                  <a:pt x="7831" y="1640"/>
                  <a:pt x="7819" y="1641"/>
                  <a:pt x="7806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6" y="1579"/>
                  <a:pt x="38" y="1569"/>
                  <a:pt x="31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02" name=""/>
          <p:cNvSpPr/>
          <p:nvPr/>
        </p:nvSpPr>
        <p:spPr>
          <a:xfrm>
            <a:off x="3124080" y="3162600"/>
            <a:ext cx="229320" cy="241200"/>
          </a:xfrm>
          <a:custGeom>
            <a:avLst/>
            <a:gdLst/>
            <a:ahLst/>
            <a:rect l="0" t="0" r="r" b="b"/>
            <a:pathLst>
              <a:path w="637" h="670">
                <a:moveTo>
                  <a:pt x="148" y="107"/>
                </a:moveTo>
                <a:cubicBezTo>
                  <a:pt x="136" y="107"/>
                  <a:pt x="125" y="111"/>
                  <a:pt x="117" y="120"/>
                </a:cubicBezTo>
                <a:cubicBezTo>
                  <a:pt x="108" y="129"/>
                  <a:pt x="104" y="139"/>
                  <a:pt x="104" y="151"/>
                </a:cubicBezTo>
                <a:cubicBezTo>
                  <a:pt x="104" y="164"/>
                  <a:pt x="108" y="174"/>
                  <a:pt x="117" y="183"/>
                </a:cubicBezTo>
                <a:cubicBezTo>
                  <a:pt x="126" y="191"/>
                  <a:pt x="136" y="195"/>
                  <a:pt x="148" y="195"/>
                </a:cubicBezTo>
                <a:cubicBezTo>
                  <a:pt x="161" y="195"/>
                  <a:pt x="171" y="191"/>
                  <a:pt x="179" y="182"/>
                </a:cubicBezTo>
                <a:cubicBezTo>
                  <a:pt x="188" y="174"/>
                  <a:pt x="192" y="163"/>
                  <a:pt x="192" y="151"/>
                </a:cubicBezTo>
                <a:cubicBezTo>
                  <a:pt x="192" y="139"/>
                  <a:pt x="188" y="128"/>
                  <a:pt x="179" y="120"/>
                </a:cubicBezTo>
                <a:cubicBezTo>
                  <a:pt x="171" y="111"/>
                  <a:pt x="160" y="107"/>
                  <a:pt x="148" y="107"/>
                </a:cubicBezTo>
                <a:moveTo>
                  <a:pt x="148" y="473"/>
                </a:moveTo>
                <a:cubicBezTo>
                  <a:pt x="136" y="473"/>
                  <a:pt x="125" y="478"/>
                  <a:pt x="117" y="486"/>
                </a:cubicBezTo>
                <a:cubicBezTo>
                  <a:pt x="108" y="495"/>
                  <a:pt x="104" y="505"/>
                  <a:pt x="104" y="517"/>
                </a:cubicBezTo>
                <a:cubicBezTo>
                  <a:pt x="104" y="530"/>
                  <a:pt x="108" y="540"/>
                  <a:pt x="117" y="549"/>
                </a:cubicBezTo>
                <a:cubicBezTo>
                  <a:pt x="126" y="557"/>
                  <a:pt x="136" y="561"/>
                  <a:pt x="148" y="561"/>
                </a:cubicBezTo>
                <a:cubicBezTo>
                  <a:pt x="161" y="561"/>
                  <a:pt x="171" y="557"/>
                  <a:pt x="179" y="549"/>
                </a:cubicBezTo>
                <a:cubicBezTo>
                  <a:pt x="188" y="540"/>
                  <a:pt x="192" y="530"/>
                  <a:pt x="192" y="517"/>
                </a:cubicBezTo>
                <a:cubicBezTo>
                  <a:pt x="192" y="505"/>
                  <a:pt x="188" y="495"/>
                  <a:pt x="179" y="486"/>
                </a:cubicBezTo>
                <a:cubicBezTo>
                  <a:pt x="171" y="478"/>
                  <a:pt x="160" y="473"/>
                  <a:pt x="148" y="473"/>
                </a:cubicBezTo>
                <a:moveTo>
                  <a:pt x="30" y="0"/>
                </a:moveTo>
                <a:lnTo>
                  <a:pt x="606" y="0"/>
                </a:lnTo>
                <a:cubicBezTo>
                  <a:pt x="615" y="0"/>
                  <a:pt x="623" y="2"/>
                  <a:pt x="628" y="8"/>
                </a:cubicBezTo>
                <a:cubicBezTo>
                  <a:pt x="634" y="14"/>
                  <a:pt x="637" y="21"/>
                  <a:pt x="637" y="31"/>
                </a:cubicBezTo>
                <a:lnTo>
                  <a:pt x="637" y="269"/>
                </a:lnTo>
                <a:cubicBezTo>
                  <a:pt x="637" y="279"/>
                  <a:pt x="634" y="287"/>
                  <a:pt x="628" y="294"/>
                </a:cubicBezTo>
                <a:cubicBezTo>
                  <a:pt x="623" y="301"/>
                  <a:pt x="615" y="305"/>
                  <a:pt x="606" y="305"/>
                </a:cubicBezTo>
                <a:lnTo>
                  <a:pt x="30" y="305"/>
                </a:lnTo>
                <a:cubicBezTo>
                  <a:pt x="21" y="305"/>
                  <a:pt x="14" y="301"/>
                  <a:pt x="8" y="294"/>
                </a:cubicBezTo>
                <a:cubicBezTo>
                  <a:pt x="3" y="287"/>
                  <a:pt x="0" y="279"/>
                  <a:pt x="0" y="269"/>
                </a:cubicBezTo>
                <a:lnTo>
                  <a:pt x="0" y="31"/>
                </a:lnTo>
                <a:cubicBezTo>
                  <a:pt x="0" y="21"/>
                  <a:pt x="3" y="14"/>
                  <a:pt x="8" y="8"/>
                </a:cubicBezTo>
                <a:cubicBezTo>
                  <a:pt x="14" y="2"/>
                  <a:pt x="21" y="0"/>
                  <a:pt x="30" y="0"/>
                </a:cubicBezTo>
                <a:moveTo>
                  <a:pt x="54" y="52"/>
                </a:moveTo>
                <a:lnTo>
                  <a:pt x="54" y="252"/>
                </a:lnTo>
                <a:lnTo>
                  <a:pt x="584" y="252"/>
                </a:lnTo>
                <a:lnTo>
                  <a:pt x="584" y="52"/>
                </a:lnTo>
                <a:lnTo>
                  <a:pt x="54" y="52"/>
                </a:lnTo>
                <a:moveTo>
                  <a:pt x="30" y="365"/>
                </a:moveTo>
                <a:lnTo>
                  <a:pt x="602" y="365"/>
                </a:lnTo>
                <a:cubicBezTo>
                  <a:pt x="611" y="365"/>
                  <a:pt x="619" y="368"/>
                  <a:pt x="626" y="376"/>
                </a:cubicBezTo>
                <a:cubicBezTo>
                  <a:pt x="633" y="383"/>
                  <a:pt x="637" y="392"/>
                  <a:pt x="637" y="401"/>
                </a:cubicBezTo>
                <a:lnTo>
                  <a:pt x="637" y="634"/>
                </a:lnTo>
                <a:cubicBezTo>
                  <a:pt x="637" y="646"/>
                  <a:pt x="633" y="655"/>
                  <a:pt x="626" y="661"/>
                </a:cubicBezTo>
                <a:cubicBezTo>
                  <a:pt x="619" y="667"/>
                  <a:pt x="611" y="670"/>
                  <a:pt x="602" y="670"/>
                </a:cubicBezTo>
                <a:lnTo>
                  <a:pt x="34" y="670"/>
                </a:lnTo>
                <a:cubicBezTo>
                  <a:pt x="25" y="670"/>
                  <a:pt x="17" y="667"/>
                  <a:pt x="10" y="661"/>
                </a:cubicBezTo>
                <a:cubicBezTo>
                  <a:pt x="3" y="655"/>
                  <a:pt x="0" y="646"/>
                  <a:pt x="0" y="634"/>
                </a:cubicBezTo>
                <a:lnTo>
                  <a:pt x="0" y="401"/>
                </a:lnTo>
                <a:cubicBezTo>
                  <a:pt x="0" y="392"/>
                  <a:pt x="3" y="383"/>
                  <a:pt x="8" y="376"/>
                </a:cubicBezTo>
                <a:cubicBezTo>
                  <a:pt x="14" y="368"/>
                  <a:pt x="21" y="365"/>
                  <a:pt x="30" y="365"/>
                </a:cubicBezTo>
                <a:moveTo>
                  <a:pt x="54" y="418"/>
                </a:moveTo>
                <a:lnTo>
                  <a:pt x="54" y="617"/>
                </a:lnTo>
                <a:lnTo>
                  <a:pt x="584" y="617"/>
                </a:lnTo>
                <a:lnTo>
                  <a:pt x="584" y="418"/>
                </a:lnTo>
                <a:lnTo>
                  <a:pt x="54" y="418"/>
                </a:lnTo>
                <a:moveTo>
                  <a:pt x="54" y="52"/>
                </a:moveTo>
                <a:lnTo>
                  <a:pt x="54" y="252"/>
                </a:lnTo>
                <a:lnTo>
                  <a:pt x="54" y="52"/>
                </a:lnTo>
                <a:moveTo>
                  <a:pt x="54" y="418"/>
                </a:moveTo>
                <a:lnTo>
                  <a:pt x="54" y="617"/>
                </a:lnTo>
                <a:lnTo>
                  <a:pt x="54" y="418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7956360" y="556560"/>
            <a:ext cx="3472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管理策 ∕ 有効性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ぜい弱性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04" name=""/>
          <p:cNvSpPr/>
          <p:nvPr/>
        </p:nvSpPr>
        <p:spPr>
          <a:xfrm>
            <a:off x="2228760" y="3276360"/>
            <a:ext cx="19440" cy="457560"/>
          </a:xfrm>
          <a:custGeom>
            <a:avLst/>
            <a:gdLst/>
            <a:ah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05" name=""/>
          <p:cNvSpPr/>
          <p:nvPr/>
        </p:nvSpPr>
        <p:spPr>
          <a:xfrm>
            <a:off x="2228760" y="32670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906" y="0"/>
                </a:lnTo>
                <a:lnTo>
                  <a:pt x="190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06" name=""/>
          <p:cNvSpPr/>
          <p:nvPr/>
        </p:nvSpPr>
        <p:spPr>
          <a:xfrm>
            <a:off x="2819160" y="32191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07" name=""/>
          <p:cNvSpPr/>
          <p:nvPr/>
        </p:nvSpPr>
        <p:spPr>
          <a:xfrm>
            <a:off x="2923920" y="3895560"/>
            <a:ext cx="2877120" cy="590760"/>
          </a:xfrm>
          <a:custGeom>
            <a:avLst/>
            <a:gdLst/>
            <a:ahLst/>
            <a:rect l="0" t="0" r="r" b="b"/>
            <a:pathLst>
              <a:path w="7992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806" y="0"/>
                </a:lnTo>
                <a:cubicBezTo>
                  <a:pt x="7819" y="0"/>
                  <a:pt x="7831" y="1"/>
                  <a:pt x="7843" y="4"/>
                </a:cubicBezTo>
                <a:cubicBezTo>
                  <a:pt x="7854" y="6"/>
                  <a:pt x="7866" y="9"/>
                  <a:pt x="7877" y="14"/>
                </a:cubicBezTo>
                <a:cubicBezTo>
                  <a:pt x="7889" y="19"/>
                  <a:pt x="7899" y="24"/>
                  <a:pt x="7909" y="31"/>
                </a:cubicBezTo>
                <a:cubicBezTo>
                  <a:pt x="7919" y="38"/>
                  <a:pt x="7929" y="46"/>
                  <a:pt x="7937" y="54"/>
                </a:cubicBezTo>
                <a:cubicBezTo>
                  <a:pt x="7946" y="63"/>
                  <a:pt x="7954" y="72"/>
                  <a:pt x="7960" y="82"/>
                </a:cubicBezTo>
                <a:cubicBezTo>
                  <a:pt x="7967" y="92"/>
                  <a:pt x="7973" y="103"/>
                  <a:pt x="7978" y="114"/>
                </a:cubicBezTo>
                <a:cubicBezTo>
                  <a:pt x="7982" y="126"/>
                  <a:pt x="7986" y="137"/>
                  <a:pt x="7988" y="149"/>
                </a:cubicBezTo>
                <a:cubicBezTo>
                  <a:pt x="7990" y="161"/>
                  <a:pt x="7992" y="173"/>
                  <a:pt x="7992" y="185"/>
                </a:cubicBezTo>
                <a:lnTo>
                  <a:pt x="7992" y="1455"/>
                </a:lnTo>
                <a:cubicBezTo>
                  <a:pt x="7992" y="1467"/>
                  <a:pt x="7990" y="1480"/>
                  <a:pt x="7988" y="1492"/>
                </a:cubicBezTo>
                <a:cubicBezTo>
                  <a:pt x="7986" y="1504"/>
                  <a:pt x="7982" y="1516"/>
                  <a:pt x="7978" y="1527"/>
                </a:cubicBezTo>
                <a:cubicBezTo>
                  <a:pt x="7973" y="1538"/>
                  <a:pt x="7967" y="1549"/>
                  <a:pt x="7960" y="1559"/>
                </a:cubicBezTo>
                <a:cubicBezTo>
                  <a:pt x="7954" y="1569"/>
                  <a:pt x="7946" y="1579"/>
                  <a:pt x="7937" y="1587"/>
                </a:cubicBezTo>
                <a:cubicBezTo>
                  <a:pt x="7929" y="1596"/>
                  <a:pt x="7919" y="1603"/>
                  <a:pt x="7909" y="1610"/>
                </a:cubicBezTo>
                <a:cubicBezTo>
                  <a:pt x="7899" y="1617"/>
                  <a:pt x="7889" y="1623"/>
                  <a:pt x="7877" y="1627"/>
                </a:cubicBezTo>
                <a:cubicBezTo>
                  <a:pt x="7866" y="1632"/>
                  <a:pt x="7854" y="1635"/>
                  <a:pt x="7843" y="1638"/>
                </a:cubicBezTo>
                <a:cubicBezTo>
                  <a:pt x="7831" y="1640"/>
                  <a:pt x="7819" y="1641"/>
                  <a:pt x="7806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6" y="1579"/>
                  <a:pt x="38" y="1569"/>
                  <a:pt x="31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1" y="1480"/>
                  <a:pt x="0" y="1467"/>
                  <a:pt x="0" y="14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08" name=""/>
          <p:cNvSpPr/>
          <p:nvPr/>
        </p:nvSpPr>
        <p:spPr>
          <a:xfrm>
            <a:off x="2923920" y="3895560"/>
            <a:ext cx="2877120" cy="590760"/>
          </a:xfrm>
          <a:custGeom>
            <a:avLst/>
            <a:gdLst/>
            <a:ahLst/>
            <a:rect l="0" t="0" r="r" b="b"/>
            <a:pathLst>
              <a:path w="7992" h="1641">
                <a:moveTo>
                  <a:pt x="0" y="1455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806" y="0"/>
                </a:lnTo>
                <a:cubicBezTo>
                  <a:pt x="7819" y="0"/>
                  <a:pt x="7831" y="1"/>
                  <a:pt x="7843" y="4"/>
                </a:cubicBezTo>
                <a:cubicBezTo>
                  <a:pt x="7854" y="6"/>
                  <a:pt x="7866" y="9"/>
                  <a:pt x="7877" y="14"/>
                </a:cubicBezTo>
                <a:cubicBezTo>
                  <a:pt x="7889" y="19"/>
                  <a:pt x="7899" y="24"/>
                  <a:pt x="7909" y="31"/>
                </a:cubicBezTo>
                <a:cubicBezTo>
                  <a:pt x="7919" y="38"/>
                  <a:pt x="7929" y="46"/>
                  <a:pt x="7937" y="54"/>
                </a:cubicBezTo>
                <a:cubicBezTo>
                  <a:pt x="7946" y="63"/>
                  <a:pt x="7954" y="72"/>
                  <a:pt x="7960" y="82"/>
                </a:cubicBezTo>
                <a:cubicBezTo>
                  <a:pt x="7967" y="92"/>
                  <a:pt x="7973" y="103"/>
                  <a:pt x="7978" y="114"/>
                </a:cubicBezTo>
                <a:cubicBezTo>
                  <a:pt x="7982" y="126"/>
                  <a:pt x="7986" y="137"/>
                  <a:pt x="7988" y="149"/>
                </a:cubicBezTo>
                <a:cubicBezTo>
                  <a:pt x="7990" y="161"/>
                  <a:pt x="7992" y="173"/>
                  <a:pt x="7992" y="185"/>
                </a:cubicBezTo>
                <a:lnTo>
                  <a:pt x="7992" y="1455"/>
                </a:lnTo>
                <a:cubicBezTo>
                  <a:pt x="7992" y="1467"/>
                  <a:pt x="7990" y="1480"/>
                  <a:pt x="7988" y="1492"/>
                </a:cubicBezTo>
                <a:cubicBezTo>
                  <a:pt x="7986" y="1504"/>
                  <a:pt x="7982" y="1516"/>
                  <a:pt x="7978" y="1527"/>
                </a:cubicBezTo>
                <a:cubicBezTo>
                  <a:pt x="7973" y="1538"/>
                  <a:pt x="7967" y="1549"/>
                  <a:pt x="7960" y="1559"/>
                </a:cubicBezTo>
                <a:cubicBezTo>
                  <a:pt x="7954" y="1569"/>
                  <a:pt x="7946" y="1579"/>
                  <a:pt x="7937" y="1587"/>
                </a:cubicBezTo>
                <a:cubicBezTo>
                  <a:pt x="7929" y="1596"/>
                  <a:pt x="7919" y="1603"/>
                  <a:pt x="7909" y="1610"/>
                </a:cubicBezTo>
                <a:cubicBezTo>
                  <a:pt x="7899" y="1617"/>
                  <a:pt x="7889" y="1623"/>
                  <a:pt x="7877" y="1627"/>
                </a:cubicBezTo>
                <a:cubicBezTo>
                  <a:pt x="7866" y="1632"/>
                  <a:pt x="7854" y="1635"/>
                  <a:pt x="7843" y="1638"/>
                </a:cubicBezTo>
                <a:cubicBezTo>
                  <a:pt x="7831" y="1640"/>
                  <a:pt x="7819" y="1641"/>
                  <a:pt x="7806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6" y="1579"/>
                  <a:pt x="38" y="1569"/>
                  <a:pt x="31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1" y="1480"/>
                  <a:pt x="0" y="1467"/>
                  <a:pt x="0" y="145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09" name=""/>
          <p:cNvSpPr/>
          <p:nvPr/>
        </p:nvSpPr>
        <p:spPr>
          <a:xfrm>
            <a:off x="3111480" y="4089240"/>
            <a:ext cx="254160" cy="203400"/>
          </a:xfrm>
          <a:custGeom>
            <a:avLst/>
            <a:gdLst/>
            <a:ahLst/>
            <a:rect l="0" t="0" r="r" b="b"/>
            <a:pathLst>
              <a:path w="706" h="565">
                <a:moveTo>
                  <a:pt x="52" y="565"/>
                </a:moveTo>
                <a:cubicBezTo>
                  <a:pt x="38" y="565"/>
                  <a:pt x="26" y="560"/>
                  <a:pt x="15" y="550"/>
                </a:cubicBezTo>
                <a:cubicBezTo>
                  <a:pt x="5" y="539"/>
                  <a:pt x="0" y="527"/>
                  <a:pt x="0" y="512"/>
                </a:cubicBezTo>
                <a:lnTo>
                  <a:pt x="0" y="53"/>
                </a:lnTo>
                <a:cubicBezTo>
                  <a:pt x="0" y="39"/>
                  <a:pt x="5" y="26"/>
                  <a:pt x="15" y="16"/>
                </a:cubicBezTo>
                <a:cubicBezTo>
                  <a:pt x="26" y="5"/>
                  <a:pt x="38" y="0"/>
                  <a:pt x="52" y="0"/>
                </a:cubicBezTo>
                <a:lnTo>
                  <a:pt x="653" y="0"/>
                </a:lnTo>
                <a:cubicBezTo>
                  <a:pt x="667" y="0"/>
                  <a:pt x="680" y="5"/>
                  <a:pt x="690" y="16"/>
                </a:cubicBezTo>
                <a:cubicBezTo>
                  <a:pt x="701" y="26"/>
                  <a:pt x="706" y="39"/>
                  <a:pt x="706" y="53"/>
                </a:cubicBezTo>
                <a:lnTo>
                  <a:pt x="706" y="512"/>
                </a:lnTo>
                <a:cubicBezTo>
                  <a:pt x="706" y="527"/>
                  <a:pt x="701" y="539"/>
                  <a:pt x="690" y="550"/>
                </a:cubicBezTo>
                <a:cubicBezTo>
                  <a:pt x="680" y="560"/>
                  <a:pt x="667" y="565"/>
                  <a:pt x="653" y="565"/>
                </a:cubicBezTo>
                <a:lnTo>
                  <a:pt x="52" y="565"/>
                </a:lnTo>
                <a:moveTo>
                  <a:pt x="52" y="512"/>
                </a:moveTo>
                <a:lnTo>
                  <a:pt x="653" y="512"/>
                </a:lnTo>
                <a:lnTo>
                  <a:pt x="653" y="127"/>
                </a:lnTo>
                <a:lnTo>
                  <a:pt x="52" y="127"/>
                </a:lnTo>
                <a:lnTo>
                  <a:pt x="52" y="512"/>
                </a:lnTo>
                <a:moveTo>
                  <a:pt x="195" y="449"/>
                </a:moveTo>
                <a:lnTo>
                  <a:pt x="157" y="412"/>
                </a:lnTo>
                <a:lnTo>
                  <a:pt x="248" y="320"/>
                </a:lnTo>
                <a:lnTo>
                  <a:pt x="156" y="228"/>
                </a:lnTo>
                <a:lnTo>
                  <a:pt x="195" y="190"/>
                </a:lnTo>
                <a:lnTo>
                  <a:pt x="323" y="320"/>
                </a:lnTo>
                <a:lnTo>
                  <a:pt x="195" y="449"/>
                </a:lnTo>
                <a:moveTo>
                  <a:pt x="362" y="452"/>
                </a:moveTo>
                <a:lnTo>
                  <a:pt x="362" y="400"/>
                </a:lnTo>
                <a:lnTo>
                  <a:pt x="556" y="400"/>
                </a:lnTo>
                <a:lnTo>
                  <a:pt x="556" y="452"/>
                </a:lnTo>
                <a:lnTo>
                  <a:pt x="362" y="452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3466440" y="3131640"/>
            <a:ext cx="2151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DNS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（宛先を問わない）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11" name=""/>
          <p:cNvSpPr/>
          <p:nvPr/>
        </p:nvSpPr>
        <p:spPr>
          <a:xfrm>
            <a:off x="2228760" y="3733560"/>
            <a:ext cx="19440" cy="914760"/>
          </a:xfrm>
          <a:custGeom>
            <a:avLst/>
            <a:gdLst/>
            <a:ahLst/>
            <a:rect l="0" t="0" r="r" b="b"/>
            <a:pathLst>
              <a:path w="54" h="2541">
                <a:moveTo>
                  <a:pt x="0" y="0"/>
                </a:moveTo>
                <a:lnTo>
                  <a:pt x="54" y="0"/>
                </a:lnTo>
                <a:lnTo>
                  <a:pt x="54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12" name=""/>
          <p:cNvSpPr/>
          <p:nvPr/>
        </p:nvSpPr>
        <p:spPr>
          <a:xfrm>
            <a:off x="2228760" y="41814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906" y="0"/>
                </a:lnTo>
                <a:lnTo>
                  <a:pt x="190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13" name=""/>
          <p:cNvSpPr/>
          <p:nvPr/>
        </p:nvSpPr>
        <p:spPr>
          <a:xfrm>
            <a:off x="2819160" y="41335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14" name=""/>
          <p:cNvSpPr/>
          <p:nvPr/>
        </p:nvSpPr>
        <p:spPr>
          <a:xfrm>
            <a:off x="2923920" y="4809960"/>
            <a:ext cx="2877120" cy="590760"/>
          </a:xfrm>
          <a:custGeom>
            <a:avLst/>
            <a:gdLst/>
            <a:ahLst/>
            <a:rect l="0" t="0" r="r" b="b"/>
            <a:pathLst>
              <a:path w="7992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806" y="0"/>
                </a:lnTo>
                <a:cubicBezTo>
                  <a:pt x="7819" y="0"/>
                  <a:pt x="7831" y="1"/>
                  <a:pt x="7843" y="4"/>
                </a:cubicBezTo>
                <a:cubicBezTo>
                  <a:pt x="7854" y="6"/>
                  <a:pt x="7866" y="9"/>
                  <a:pt x="7877" y="14"/>
                </a:cubicBezTo>
                <a:cubicBezTo>
                  <a:pt x="7889" y="19"/>
                  <a:pt x="7899" y="24"/>
                  <a:pt x="7909" y="31"/>
                </a:cubicBezTo>
                <a:cubicBezTo>
                  <a:pt x="7919" y="38"/>
                  <a:pt x="7929" y="46"/>
                  <a:pt x="7937" y="54"/>
                </a:cubicBezTo>
                <a:cubicBezTo>
                  <a:pt x="7946" y="63"/>
                  <a:pt x="7954" y="72"/>
                  <a:pt x="7960" y="82"/>
                </a:cubicBezTo>
                <a:cubicBezTo>
                  <a:pt x="7967" y="92"/>
                  <a:pt x="7973" y="103"/>
                  <a:pt x="7978" y="114"/>
                </a:cubicBezTo>
                <a:cubicBezTo>
                  <a:pt x="7982" y="126"/>
                  <a:pt x="7986" y="137"/>
                  <a:pt x="7988" y="149"/>
                </a:cubicBezTo>
                <a:cubicBezTo>
                  <a:pt x="7990" y="161"/>
                  <a:pt x="7992" y="173"/>
                  <a:pt x="7992" y="185"/>
                </a:cubicBezTo>
                <a:lnTo>
                  <a:pt x="7992" y="1456"/>
                </a:lnTo>
                <a:cubicBezTo>
                  <a:pt x="7992" y="1468"/>
                  <a:pt x="7990" y="1480"/>
                  <a:pt x="7988" y="1492"/>
                </a:cubicBezTo>
                <a:cubicBezTo>
                  <a:pt x="7986" y="1504"/>
                  <a:pt x="7982" y="1516"/>
                  <a:pt x="7978" y="1527"/>
                </a:cubicBezTo>
                <a:cubicBezTo>
                  <a:pt x="7973" y="1538"/>
                  <a:pt x="7967" y="1549"/>
                  <a:pt x="7960" y="1559"/>
                </a:cubicBezTo>
                <a:cubicBezTo>
                  <a:pt x="7954" y="1569"/>
                  <a:pt x="7946" y="1579"/>
                  <a:pt x="7937" y="1587"/>
                </a:cubicBezTo>
                <a:cubicBezTo>
                  <a:pt x="7929" y="1596"/>
                  <a:pt x="7919" y="1603"/>
                  <a:pt x="7909" y="1610"/>
                </a:cubicBezTo>
                <a:cubicBezTo>
                  <a:pt x="7899" y="1617"/>
                  <a:pt x="7889" y="1623"/>
                  <a:pt x="7877" y="1627"/>
                </a:cubicBezTo>
                <a:cubicBezTo>
                  <a:pt x="7866" y="1632"/>
                  <a:pt x="7854" y="1635"/>
                  <a:pt x="7843" y="1638"/>
                </a:cubicBezTo>
                <a:cubicBezTo>
                  <a:pt x="7831" y="1640"/>
                  <a:pt x="7819" y="1641"/>
                  <a:pt x="7806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6" y="1579"/>
                  <a:pt x="38" y="1569"/>
                  <a:pt x="31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15" name=""/>
          <p:cNvSpPr/>
          <p:nvPr/>
        </p:nvSpPr>
        <p:spPr>
          <a:xfrm>
            <a:off x="2923920" y="4809960"/>
            <a:ext cx="2877120" cy="590760"/>
          </a:xfrm>
          <a:custGeom>
            <a:avLst/>
            <a:gdLst/>
            <a:ahLst/>
            <a:rect l="0" t="0" r="r" b="b"/>
            <a:pathLst>
              <a:path w="7992" h="1641">
                <a:moveTo>
                  <a:pt x="0" y="145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806" y="0"/>
                </a:lnTo>
                <a:cubicBezTo>
                  <a:pt x="7819" y="0"/>
                  <a:pt x="7831" y="1"/>
                  <a:pt x="7843" y="4"/>
                </a:cubicBezTo>
                <a:cubicBezTo>
                  <a:pt x="7854" y="6"/>
                  <a:pt x="7866" y="9"/>
                  <a:pt x="7877" y="14"/>
                </a:cubicBezTo>
                <a:cubicBezTo>
                  <a:pt x="7889" y="19"/>
                  <a:pt x="7899" y="24"/>
                  <a:pt x="7909" y="31"/>
                </a:cubicBezTo>
                <a:cubicBezTo>
                  <a:pt x="7919" y="38"/>
                  <a:pt x="7929" y="46"/>
                  <a:pt x="7937" y="54"/>
                </a:cubicBezTo>
                <a:cubicBezTo>
                  <a:pt x="7946" y="63"/>
                  <a:pt x="7954" y="72"/>
                  <a:pt x="7960" y="82"/>
                </a:cubicBezTo>
                <a:cubicBezTo>
                  <a:pt x="7967" y="92"/>
                  <a:pt x="7973" y="103"/>
                  <a:pt x="7978" y="114"/>
                </a:cubicBezTo>
                <a:cubicBezTo>
                  <a:pt x="7982" y="126"/>
                  <a:pt x="7986" y="137"/>
                  <a:pt x="7988" y="149"/>
                </a:cubicBezTo>
                <a:cubicBezTo>
                  <a:pt x="7990" y="161"/>
                  <a:pt x="7992" y="173"/>
                  <a:pt x="7992" y="185"/>
                </a:cubicBezTo>
                <a:lnTo>
                  <a:pt x="7992" y="1456"/>
                </a:lnTo>
                <a:cubicBezTo>
                  <a:pt x="7992" y="1468"/>
                  <a:pt x="7990" y="1480"/>
                  <a:pt x="7988" y="1492"/>
                </a:cubicBezTo>
                <a:cubicBezTo>
                  <a:pt x="7986" y="1504"/>
                  <a:pt x="7982" y="1516"/>
                  <a:pt x="7978" y="1527"/>
                </a:cubicBezTo>
                <a:cubicBezTo>
                  <a:pt x="7973" y="1538"/>
                  <a:pt x="7967" y="1549"/>
                  <a:pt x="7960" y="1559"/>
                </a:cubicBezTo>
                <a:cubicBezTo>
                  <a:pt x="7954" y="1569"/>
                  <a:pt x="7946" y="1579"/>
                  <a:pt x="7937" y="1587"/>
                </a:cubicBezTo>
                <a:cubicBezTo>
                  <a:pt x="7929" y="1596"/>
                  <a:pt x="7919" y="1603"/>
                  <a:pt x="7909" y="1610"/>
                </a:cubicBezTo>
                <a:cubicBezTo>
                  <a:pt x="7899" y="1617"/>
                  <a:pt x="7889" y="1623"/>
                  <a:pt x="7877" y="1627"/>
                </a:cubicBezTo>
                <a:cubicBezTo>
                  <a:pt x="7866" y="1632"/>
                  <a:pt x="7854" y="1635"/>
                  <a:pt x="7843" y="1638"/>
                </a:cubicBezTo>
                <a:cubicBezTo>
                  <a:pt x="7831" y="1640"/>
                  <a:pt x="7819" y="1641"/>
                  <a:pt x="7806" y="1641"/>
                </a:cubicBezTo>
                <a:lnTo>
                  <a:pt x="185" y="1641"/>
                </a:lnTo>
                <a:cubicBezTo>
                  <a:pt x="173" y="1641"/>
                  <a:pt x="161" y="1640"/>
                  <a:pt x="149" y="1638"/>
                </a:cubicBezTo>
                <a:cubicBezTo>
                  <a:pt x="137" y="1635"/>
                  <a:pt x="126" y="1632"/>
                  <a:pt x="115" y="1627"/>
                </a:cubicBezTo>
                <a:cubicBezTo>
                  <a:pt x="103" y="1623"/>
                  <a:pt x="93" y="1617"/>
                  <a:pt x="83" y="1610"/>
                </a:cubicBezTo>
                <a:cubicBezTo>
                  <a:pt x="72" y="1603"/>
                  <a:pt x="63" y="1596"/>
                  <a:pt x="54" y="1587"/>
                </a:cubicBezTo>
                <a:cubicBezTo>
                  <a:pt x="46" y="1579"/>
                  <a:pt x="38" y="1569"/>
                  <a:pt x="31" y="1559"/>
                </a:cubicBezTo>
                <a:cubicBezTo>
                  <a:pt x="25" y="1549"/>
                  <a:pt x="19" y="1538"/>
                  <a:pt x="14" y="1527"/>
                </a:cubicBezTo>
                <a:cubicBezTo>
                  <a:pt x="10" y="1516"/>
                  <a:pt x="6" y="1504"/>
                  <a:pt x="4" y="1492"/>
                </a:cubicBezTo>
                <a:cubicBezTo>
                  <a:pt x="1" y="1480"/>
                  <a:pt x="0" y="1468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16" name=""/>
          <p:cNvSpPr/>
          <p:nvPr/>
        </p:nvSpPr>
        <p:spPr>
          <a:xfrm>
            <a:off x="3098520" y="4991040"/>
            <a:ext cx="279720" cy="229320"/>
          </a:xfrm>
          <a:custGeom>
            <a:avLst/>
            <a:gdLst/>
            <a:ahLst/>
            <a:rect l="0" t="0" r="r" b="b"/>
            <a:pathLst>
              <a:path w="777" h="637">
                <a:moveTo>
                  <a:pt x="0" y="637"/>
                </a:moveTo>
                <a:lnTo>
                  <a:pt x="0" y="584"/>
                </a:lnTo>
                <a:lnTo>
                  <a:pt x="777" y="584"/>
                </a:lnTo>
                <a:lnTo>
                  <a:pt x="777" y="637"/>
                </a:lnTo>
                <a:lnTo>
                  <a:pt x="0" y="637"/>
                </a:lnTo>
                <a:moveTo>
                  <a:pt x="88" y="530"/>
                </a:moveTo>
                <a:cubicBezTo>
                  <a:pt x="74" y="530"/>
                  <a:pt x="62" y="525"/>
                  <a:pt x="51" y="514"/>
                </a:cubicBezTo>
                <a:cubicBezTo>
                  <a:pt x="41" y="503"/>
                  <a:pt x="36" y="491"/>
                  <a:pt x="36" y="477"/>
                </a:cubicBezTo>
                <a:lnTo>
                  <a:pt x="36" y="53"/>
                </a:lnTo>
                <a:cubicBezTo>
                  <a:pt x="36" y="38"/>
                  <a:pt x="41" y="26"/>
                  <a:pt x="51" y="16"/>
                </a:cubicBezTo>
                <a:cubicBezTo>
                  <a:pt x="62" y="5"/>
                  <a:pt x="74" y="0"/>
                  <a:pt x="88" y="0"/>
                </a:cubicBezTo>
                <a:lnTo>
                  <a:pt x="689" y="0"/>
                </a:lnTo>
                <a:cubicBezTo>
                  <a:pt x="703" y="0"/>
                  <a:pt x="716" y="5"/>
                  <a:pt x="726" y="16"/>
                </a:cubicBezTo>
                <a:cubicBezTo>
                  <a:pt x="737" y="26"/>
                  <a:pt x="742" y="38"/>
                  <a:pt x="742" y="53"/>
                </a:cubicBezTo>
                <a:lnTo>
                  <a:pt x="742" y="477"/>
                </a:lnTo>
                <a:cubicBezTo>
                  <a:pt x="742" y="491"/>
                  <a:pt x="737" y="503"/>
                  <a:pt x="726" y="514"/>
                </a:cubicBezTo>
                <a:cubicBezTo>
                  <a:pt x="716" y="525"/>
                  <a:pt x="703" y="530"/>
                  <a:pt x="689" y="530"/>
                </a:cubicBezTo>
                <a:lnTo>
                  <a:pt x="88" y="530"/>
                </a:lnTo>
                <a:moveTo>
                  <a:pt x="88" y="477"/>
                </a:moveTo>
                <a:lnTo>
                  <a:pt x="689" y="477"/>
                </a:lnTo>
                <a:lnTo>
                  <a:pt x="689" y="53"/>
                </a:lnTo>
                <a:lnTo>
                  <a:pt x="88" y="53"/>
                </a:lnTo>
                <a:lnTo>
                  <a:pt x="88" y="477"/>
                </a:lnTo>
                <a:moveTo>
                  <a:pt x="88" y="477"/>
                </a:moveTo>
                <a:lnTo>
                  <a:pt x="88" y="53"/>
                </a:lnTo>
                <a:lnTo>
                  <a:pt x="88" y="477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3466440" y="4046040"/>
            <a:ext cx="2136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SSH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（宛先を問わない）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18" name=""/>
          <p:cNvSpPr/>
          <p:nvPr/>
        </p:nvSpPr>
        <p:spPr>
          <a:xfrm>
            <a:off x="2228760" y="4647960"/>
            <a:ext cx="19440" cy="457560"/>
          </a:xfrm>
          <a:custGeom>
            <a:avLst/>
            <a:gdLst/>
            <a:ah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19" name=""/>
          <p:cNvSpPr/>
          <p:nvPr/>
        </p:nvSpPr>
        <p:spPr>
          <a:xfrm>
            <a:off x="2228760" y="5095800"/>
            <a:ext cx="686160" cy="19440"/>
          </a:xfrm>
          <a:custGeom>
            <a:avLst/>
            <a:gdLst/>
            <a:ahLst/>
            <a:rect l="0" t="0" r="r" b="b"/>
            <a:pathLst>
              <a:path w="1906" h="54">
                <a:moveTo>
                  <a:pt x="0" y="0"/>
                </a:moveTo>
                <a:lnTo>
                  <a:pt x="1906" y="0"/>
                </a:lnTo>
                <a:lnTo>
                  <a:pt x="190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20" name=""/>
          <p:cNvSpPr/>
          <p:nvPr/>
        </p:nvSpPr>
        <p:spPr>
          <a:xfrm>
            <a:off x="2819160" y="50479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21" name=""/>
          <p:cNvSpPr/>
          <p:nvPr/>
        </p:nvSpPr>
        <p:spPr>
          <a:xfrm>
            <a:off x="8905680" y="3885840"/>
            <a:ext cx="19440" cy="533880"/>
          </a:xfrm>
          <a:custGeom>
            <a:avLst/>
            <a:gdLst/>
            <a:ahLst/>
            <a:rect l="0" t="0" r="r" b="b"/>
            <a:pathLst>
              <a:path w="54" h="1483">
                <a:moveTo>
                  <a:pt x="0" y="0"/>
                </a:moveTo>
                <a:lnTo>
                  <a:pt x="54" y="0"/>
                </a:lnTo>
                <a:lnTo>
                  <a:pt x="5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3466440" y="4960440"/>
            <a:ext cx="1905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ホスト側ネットワーク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3" name=""/>
          <p:cNvSpPr/>
          <p:nvPr/>
        </p:nvSpPr>
        <p:spPr>
          <a:xfrm>
            <a:off x="8858160" y="4324320"/>
            <a:ext cx="114480" cy="95400"/>
          </a:xfrm>
          <a:custGeom>
            <a:avLst/>
            <a:gdLst/>
            <a:ahLst/>
            <a:rect l="0" t="0" r="r" b="b"/>
            <a:pathLst>
              <a:path w="318" h="265">
                <a:moveTo>
                  <a:pt x="0" y="0"/>
                </a:moveTo>
                <a:lnTo>
                  <a:pt x="158" y="265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24" name=""/>
          <p:cNvSpPr/>
          <p:nvPr/>
        </p:nvSpPr>
        <p:spPr>
          <a:xfrm>
            <a:off x="8905680" y="4914720"/>
            <a:ext cx="19440" cy="305280"/>
          </a:xfrm>
          <a:custGeom>
            <a:avLst/>
            <a:gdLst/>
            <a:ahLst/>
            <a:rect l="0" t="0" r="r" b="b"/>
            <a:pathLst>
              <a:path w="54" h="848">
                <a:moveTo>
                  <a:pt x="0" y="0"/>
                </a:moveTo>
                <a:lnTo>
                  <a:pt x="54" y="0"/>
                </a:lnTo>
                <a:lnTo>
                  <a:pt x="5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25" name=""/>
          <p:cNvSpPr/>
          <p:nvPr/>
        </p:nvSpPr>
        <p:spPr>
          <a:xfrm>
            <a:off x="8858160" y="5124240"/>
            <a:ext cx="114480" cy="95760"/>
          </a:xfrm>
          <a:custGeom>
            <a:avLst/>
            <a:gdLst/>
            <a:ahLst/>
            <a:rect l="0" t="0" r="r" b="b"/>
            <a:pathLst>
              <a:path w="318" h="266">
                <a:moveTo>
                  <a:pt x="0" y="0"/>
                </a:moveTo>
                <a:lnTo>
                  <a:pt x="158" y="266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9020160" y="3960360"/>
            <a:ext cx="2286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攻撃者が用意した認証情報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15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1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609480" y="392760"/>
            <a:ext cx="30870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残留リスクへの対応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3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609480" y="1090800"/>
            <a:ext cx="82684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持ち出しの経路が残っても、構成を変えれば残留リスクは低減できる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5" name=""/>
          <p:cNvSpPr/>
          <p:nvPr/>
        </p:nvSpPr>
        <p:spPr>
          <a:xfrm>
            <a:off x="1142640" y="2199960"/>
            <a:ext cx="3238920" cy="362520"/>
          </a:xfrm>
          <a:custGeom>
            <a:avLst/>
            <a:gdLst/>
            <a:ahLst/>
            <a:rect l="0" t="0" r="r" b="b"/>
            <a:pathLst>
              <a:path w="8997" h="1007">
                <a:moveTo>
                  <a:pt x="0" y="0"/>
                </a:moveTo>
                <a:lnTo>
                  <a:pt x="8997" y="0"/>
                </a:lnTo>
                <a:lnTo>
                  <a:pt x="899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6" name=""/>
          <p:cNvSpPr/>
          <p:nvPr/>
        </p:nvSpPr>
        <p:spPr>
          <a:xfrm>
            <a:off x="4381200" y="2199960"/>
            <a:ext cx="2858040" cy="362520"/>
          </a:xfrm>
          <a:custGeom>
            <a:avLst/>
            <a:gdLst/>
            <a:ahLst/>
            <a:rect l="0" t="0" r="r" b="b"/>
            <a:pathLst>
              <a:path w="7939" h="1007">
                <a:moveTo>
                  <a:pt x="0" y="0"/>
                </a:moveTo>
                <a:lnTo>
                  <a:pt x="7939" y="0"/>
                </a:lnTo>
                <a:lnTo>
                  <a:pt x="793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7" name=""/>
          <p:cNvSpPr/>
          <p:nvPr/>
        </p:nvSpPr>
        <p:spPr>
          <a:xfrm>
            <a:off x="7238880" y="2199960"/>
            <a:ext cx="3810240" cy="362520"/>
          </a:xfrm>
          <a:custGeom>
            <a:avLst/>
            <a:gdLst/>
            <a:ahLst/>
            <a:rect l="0" t="0" r="r" b="b"/>
            <a:pathLst>
              <a:path w="10584" h="1007">
                <a:moveTo>
                  <a:pt x="0" y="0"/>
                </a:moveTo>
                <a:lnTo>
                  <a:pt x="10584" y="0"/>
                </a:lnTo>
                <a:lnTo>
                  <a:pt x="1058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8" name=""/>
          <p:cNvSpPr/>
          <p:nvPr/>
        </p:nvSpPr>
        <p:spPr>
          <a:xfrm>
            <a:off x="1142640" y="2562120"/>
            <a:ext cx="3238920" cy="362160"/>
          </a:xfrm>
          <a:custGeom>
            <a:avLst/>
            <a:gdLst/>
            <a:ahLst/>
            <a:rect l="0" t="0" r="r" b="b"/>
            <a:pathLst>
              <a:path w="8997" h="1006">
                <a:moveTo>
                  <a:pt x="0" y="0"/>
                </a:moveTo>
                <a:lnTo>
                  <a:pt x="8997" y="0"/>
                </a:lnTo>
                <a:lnTo>
                  <a:pt x="899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9" name=""/>
          <p:cNvSpPr/>
          <p:nvPr/>
        </p:nvSpPr>
        <p:spPr>
          <a:xfrm>
            <a:off x="4381200" y="2562120"/>
            <a:ext cx="2858040" cy="362160"/>
          </a:xfrm>
          <a:custGeom>
            <a:avLst/>
            <a:gdLst/>
            <a:ahLst/>
            <a:rect l="0" t="0" r="r" b="b"/>
            <a:pathLst>
              <a:path w="7939" h="1006">
                <a:moveTo>
                  <a:pt x="0" y="0"/>
                </a:moveTo>
                <a:lnTo>
                  <a:pt x="7939" y="0"/>
                </a:lnTo>
                <a:lnTo>
                  <a:pt x="793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0" name=""/>
          <p:cNvSpPr/>
          <p:nvPr/>
        </p:nvSpPr>
        <p:spPr>
          <a:xfrm>
            <a:off x="7238880" y="2562120"/>
            <a:ext cx="3810240" cy="362160"/>
          </a:xfrm>
          <a:custGeom>
            <a:avLst/>
            <a:gdLst/>
            <a:ahLst/>
            <a:rect l="0" t="0" r="r" b="b"/>
            <a:pathLst>
              <a:path w="10584" h="1006">
                <a:moveTo>
                  <a:pt x="0" y="0"/>
                </a:moveTo>
                <a:lnTo>
                  <a:pt x="10584" y="0"/>
                </a:lnTo>
                <a:lnTo>
                  <a:pt x="1058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1" name=""/>
          <p:cNvSpPr/>
          <p:nvPr/>
        </p:nvSpPr>
        <p:spPr>
          <a:xfrm>
            <a:off x="1142640" y="2923920"/>
            <a:ext cx="3238920" cy="362520"/>
          </a:xfrm>
          <a:custGeom>
            <a:avLst/>
            <a:gdLst/>
            <a:ahLst/>
            <a:rect l="0" t="0" r="r" b="b"/>
            <a:pathLst>
              <a:path w="8997" h="1007">
                <a:moveTo>
                  <a:pt x="0" y="0"/>
                </a:moveTo>
                <a:lnTo>
                  <a:pt x="8997" y="0"/>
                </a:lnTo>
                <a:lnTo>
                  <a:pt x="899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2" name=""/>
          <p:cNvSpPr/>
          <p:nvPr/>
        </p:nvSpPr>
        <p:spPr>
          <a:xfrm>
            <a:off x="4381200" y="2923920"/>
            <a:ext cx="2858040" cy="362520"/>
          </a:xfrm>
          <a:custGeom>
            <a:avLst/>
            <a:gdLst/>
            <a:ahLst/>
            <a:rect l="0" t="0" r="r" b="b"/>
            <a:pathLst>
              <a:path w="7939" h="1007">
                <a:moveTo>
                  <a:pt x="0" y="0"/>
                </a:moveTo>
                <a:lnTo>
                  <a:pt x="7939" y="0"/>
                </a:lnTo>
                <a:lnTo>
                  <a:pt x="793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3" name=""/>
          <p:cNvSpPr/>
          <p:nvPr/>
        </p:nvSpPr>
        <p:spPr>
          <a:xfrm>
            <a:off x="7238880" y="2923920"/>
            <a:ext cx="3810240" cy="362520"/>
          </a:xfrm>
          <a:custGeom>
            <a:avLst/>
            <a:gdLst/>
            <a:ahLst/>
            <a:rect l="0" t="0" r="r" b="b"/>
            <a:pathLst>
              <a:path w="10584" h="1007">
                <a:moveTo>
                  <a:pt x="0" y="0"/>
                </a:moveTo>
                <a:lnTo>
                  <a:pt x="10584" y="0"/>
                </a:lnTo>
                <a:lnTo>
                  <a:pt x="1058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4" name=""/>
          <p:cNvSpPr/>
          <p:nvPr/>
        </p:nvSpPr>
        <p:spPr>
          <a:xfrm>
            <a:off x="1142640" y="3286080"/>
            <a:ext cx="3238920" cy="362160"/>
          </a:xfrm>
          <a:custGeom>
            <a:avLst/>
            <a:gdLst/>
            <a:ahLst/>
            <a:rect l="0" t="0" r="r" b="b"/>
            <a:pathLst>
              <a:path w="8997" h="1006">
                <a:moveTo>
                  <a:pt x="0" y="0"/>
                </a:moveTo>
                <a:lnTo>
                  <a:pt x="8997" y="0"/>
                </a:lnTo>
                <a:lnTo>
                  <a:pt x="899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5" name=""/>
          <p:cNvSpPr/>
          <p:nvPr/>
        </p:nvSpPr>
        <p:spPr>
          <a:xfrm>
            <a:off x="4381200" y="3286080"/>
            <a:ext cx="2858040" cy="362160"/>
          </a:xfrm>
          <a:custGeom>
            <a:avLst/>
            <a:gdLst/>
            <a:ahLst/>
            <a:rect l="0" t="0" r="r" b="b"/>
            <a:pathLst>
              <a:path w="7939" h="1006">
                <a:moveTo>
                  <a:pt x="0" y="0"/>
                </a:moveTo>
                <a:lnTo>
                  <a:pt x="7939" y="0"/>
                </a:lnTo>
                <a:lnTo>
                  <a:pt x="793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6" name=""/>
          <p:cNvSpPr/>
          <p:nvPr/>
        </p:nvSpPr>
        <p:spPr>
          <a:xfrm>
            <a:off x="7238880" y="3286080"/>
            <a:ext cx="3810240" cy="362160"/>
          </a:xfrm>
          <a:custGeom>
            <a:avLst/>
            <a:gdLst/>
            <a:ahLst/>
            <a:rect l="0" t="0" r="r" b="b"/>
            <a:pathLst>
              <a:path w="10584" h="1006">
                <a:moveTo>
                  <a:pt x="0" y="0"/>
                </a:moveTo>
                <a:lnTo>
                  <a:pt x="10584" y="0"/>
                </a:lnTo>
                <a:lnTo>
                  <a:pt x="1058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7" name=""/>
          <p:cNvSpPr/>
          <p:nvPr/>
        </p:nvSpPr>
        <p:spPr>
          <a:xfrm>
            <a:off x="1142640" y="3647880"/>
            <a:ext cx="3238920" cy="362160"/>
          </a:xfrm>
          <a:custGeom>
            <a:avLst/>
            <a:gdLst/>
            <a:ahLst/>
            <a:rect l="0" t="0" r="r" b="b"/>
            <a:pathLst>
              <a:path w="8997" h="1006">
                <a:moveTo>
                  <a:pt x="0" y="0"/>
                </a:moveTo>
                <a:lnTo>
                  <a:pt x="8997" y="0"/>
                </a:lnTo>
                <a:lnTo>
                  <a:pt x="899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8" name=""/>
          <p:cNvSpPr/>
          <p:nvPr/>
        </p:nvSpPr>
        <p:spPr>
          <a:xfrm>
            <a:off x="4381200" y="3647880"/>
            <a:ext cx="2858040" cy="362160"/>
          </a:xfrm>
          <a:custGeom>
            <a:avLst/>
            <a:gdLst/>
            <a:ahLst/>
            <a:rect l="0" t="0" r="r" b="b"/>
            <a:pathLst>
              <a:path w="7939" h="1006">
                <a:moveTo>
                  <a:pt x="0" y="0"/>
                </a:moveTo>
                <a:lnTo>
                  <a:pt x="7939" y="0"/>
                </a:lnTo>
                <a:lnTo>
                  <a:pt x="793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9" name=""/>
          <p:cNvSpPr/>
          <p:nvPr/>
        </p:nvSpPr>
        <p:spPr>
          <a:xfrm>
            <a:off x="7238880" y="3647880"/>
            <a:ext cx="3810240" cy="362160"/>
          </a:xfrm>
          <a:custGeom>
            <a:avLst/>
            <a:gdLst/>
            <a:ahLst/>
            <a:rect l="0" t="0" r="r" b="b"/>
            <a:pathLst>
              <a:path w="10584" h="1006">
                <a:moveTo>
                  <a:pt x="0" y="0"/>
                </a:moveTo>
                <a:lnTo>
                  <a:pt x="10584" y="0"/>
                </a:lnTo>
                <a:lnTo>
                  <a:pt x="1058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0" name=""/>
          <p:cNvSpPr/>
          <p:nvPr/>
        </p:nvSpPr>
        <p:spPr>
          <a:xfrm>
            <a:off x="1142640" y="4009680"/>
            <a:ext cx="3238920" cy="362520"/>
          </a:xfrm>
          <a:custGeom>
            <a:avLst/>
            <a:gdLst/>
            <a:ahLst/>
            <a:rect l="0" t="0" r="r" b="b"/>
            <a:pathLst>
              <a:path w="8997" h="1007">
                <a:moveTo>
                  <a:pt x="0" y="0"/>
                </a:moveTo>
                <a:lnTo>
                  <a:pt x="8997" y="0"/>
                </a:lnTo>
                <a:lnTo>
                  <a:pt x="899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1" name=""/>
          <p:cNvSpPr/>
          <p:nvPr/>
        </p:nvSpPr>
        <p:spPr>
          <a:xfrm>
            <a:off x="4381200" y="4009680"/>
            <a:ext cx="2858040" cy="362520"/>
          </a:xfrm>
          <a:custGeom>
            <a:avLst/>
            <a:gdLst/>
            <a:ahLst/>
            <a:rect l="0" t="0" r="r" b="b"/>
            <a:pathLst>
              <a:path w="7939" h="1007">
                <a:moveTo>
                  <a:pt x="0" y="0"/>
                </a:moveTo>
                <a:lnTo>
                  <a:pt x="7939" y="0"/>
                </a:lnTo>
                <a:lnTo>
                  <a:pt x="793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2" name=""/>
          <p:cNvSpPr/>
          <p:nvPr/>
        </p:nvSpPr>
        <p:spPr>
          <a:xfrm>
            <a:off x="7238880" y="4009680"/>
            <a:ext cx="3810240" cy="362520"/>
          </a:xfrm>
          <a:custGeom>
            <a:avLst/>
            <a:gdLst/>
            <a:ahLst/>
            <a:rect l="0" t="0" r="r" b="b"/>
            <a:pathLst>
              <a:path w="10584" h="1007">
                <a:moveTo>
                  <a:pt x="0" y="0"/>
                </a:moveTo>
                <a:lnTo>
                  <a:pt x="10584" y="0"/>
                </a:lnTo>
                <a:lnTo>
                  <a:pt x="1058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3" name=""/>
          <p:cNvSpPr/>
          <p:nvPr/>
        </p:nvSpPr>
        <p:spPr>
          <a:xfrm>
            <a:off x="1142640" y="4371840"/>
            <a:ext cx="3238920" cy="362160"/>
          </a:xfrm>
          <a:custGeom>
            <a:avLst/>
            <a:gdLst/>
            <a:ahLst/>
            <a:rect l="0" t="0" r="r" b="b"/>
            <a:pathLst>
              <a:path w="8997" h="1006">
                <a:moveTo>
                  <a:pt x="0" y="0"/>
                </a:moveTo>
                <a:lnTo>
                  <a:pt x="8997" y="0"/>
                </a:lnTo>
                <a:lnTo>
                  <a:pt x="899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4" name=""/>
          <p:cNvSpPr/>
          <p:nvPr/>
        </p:nvSpPr>
        <p:spPr>
          <a:xfrm>
            <a:off x="4381200" y="4371840"/>
            <a:ext cx="2858040" cy="362160"/>
          </a:xfrm>
          <a:custGeom>
            <a:avLst/>
            <a:gdLst/>
            <a:ahLst/>
            <a:rect l="0" t="0" r="r" b="b"/>
            <a:pathLst>
              <a:path w="7939" h="1006">
                <a:moveTo>
                  <a:pt x="0" y="0"/>
                </a:moveTo>
                <a:lnTo>
                  <a:pt x="7939" y="0"/>
                </a:lnTo>
                <a:lnTo>
                  <a:pt x="793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5" name=""/>
          <p:cNvSpPr/>
          <p:nvPr/>
        </p:nvSpPr>
        <p:spPr>
          <a:xfrm>
            <a:off x="7238880" y="4371840"/>
            <a:ext cx="3810240" cy="362160"/>
          </a:xfrm>
          <a:custGeom>
            <a:avLst/>
            <a:gdLst/>
            <a:ahLst/>
            <a:rect l="0" t="0" r="r" b="b"/>
            <a:pathLst>
              <a:path w="10584" h="1006">
                <a:moveTo>
                  <a:pt x="0" y="0"/>
                </a:moveTo>
                <a:lnTo>
                  <a:pt x="10584" y="0"/>
                </a:lnTo>
                <a:lnTo>
                  <a:pt x="1058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6" name=""/>
          <p:cNvSpPr/>
          <p:nvPr/>
        </p:nvSpPr>
        <p:spPr>
          <a:xfrm>
            <a:off x="1142640" y="4733640"/>
            <a:ext cx="3238920" cy="362520"/>
          </a:xfrm>
          <a:custGeom>
            <a:avLst/>
            <a:gdLst/>
            <a:ahLst/>
            <a:rect l="0" t="0" r="r" b="b"/>
            <a:pathLst>
              <a:path w="8997" h="1007">
                <a:moveTo>
                  <a:pt x="0" y="0"/>
                </a:moveTo>
                <a:lnTo>
                  <a:pt x="8997" y="0"/>
                </a:lnTo>
                <a:lnTo>
                  <a:pt x="899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7" name=""/>
          <p:cNvSpPr/>
          <p:nvPr/>
        </p:nvSpPr>
        <p:spPr>
          <a:xfrm>
            <a:off x="4381200" y="4733640"/>
            <a:ext cx="2858040" cy="362520"/>
          </a:xfrm>
          <a:custGeom>
            <a:avLst/>
            <a:gdLst/>
            <a:ahLst/>
            <a:rect l="0" t="0" r="r" b="b"/>
            <a:pathLst>
              <a:path w="7939" h="1007">
                <a:moveTo>
                  <a:pt x="0" y="0"/>
                </a:moveTo>
                <a:lnTo>
                  <a:pt x="7939" y="0"/>
                </a:lnTo>
                <a:lnTo>
                  <a:pt x="793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8" name=""/>
          <p:cNvSpPr/>
          <p:nvPr/>
        </p:nvSpPr>
        <p:spPr>
          <a:xfrm>
            <a:off x="7238880" y="4733640"/>
            <a:ext cx="3810240" cy="362520"/>
          </a:xfrm>
          <a:custGeom>
            <a:avLst/>
            <a:gdLst/>
            <a:ahLst/>
            <a:rect l="0" t="0" r="r" b="b"/>
            <a:pathLst>
              <a:path w="10584" h="1007">
                <a:moveTo>
                  <a:pt x="0" y="0"/>
                </a:moveTo>
                <a:lnTo>
                  <a:pt x="10584" y="0"/>
                </a:lnTo>
                <a:lnTo>
                  <a:pt x="1058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9" name=""/>
          <p:cNvSpPr/>
          <p:nvPr/>
        </p:nvSpPr>
        <p:spPr>
          <a:xfrm>
            <a:off x="1142640" y="5095800"/>
            <a:ext cx="3238920" cy="362160"/>
          </a:xfrm>
          <a:custGeom>
            <a:avLst/>
            <a:gdLst/>
            <a:ahLst/>
            <a:rect l="0" t="0" r="r" b="b"/>
            <a:pathLst>
              <a:path w="8997" h="1006">
                <a:moveTo>
                  <a:pt x="0" y="0"/>
                </a:moveTo>
                <a:lnTo>
                  <a:pt x="8997" y="0"/>
                </a:lnTo>
                <a:lnTo>
                  <a:pt x="899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0" name=""/>
          <p:cNvSpPr/>
          <p:nvPr/>
        </p:nvSpPr>
        <p:spPr>
          <a:xfrm>
            <a:off x="4381200" y="5095800"/>
            <a:ext cx="2858040" cy="362160"/>
          </a:xfrm>
          <a:custGeom>
            <a:avLst/>
            <a:gdLst/>
            <a:ahLst/>
            <a:rect l="0" t="0" r="r" b="b"/>
            <a:pathLst>
              <a:path w="7939" h="1006">
                <a:moveTo>
                  <a:pt x="0" y="0"/>
                </a:moveTo>
                <a:lnTo>
                  <a:pt x="7939" y="0"/>
                </a:lnTo>
                <a:lnTo>
                  <a:pt x="793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1" name=""/>
          <p:cNvSpPr/>
          <p:nvPr/>
        </p:nvSpPr>
        <p:spPr>
          <a:xfrm>
            <a:off x="7238880" y="5095800"/>
            <a:ext cx="3810240" cy="362160"/>
          </a:xfrm>
          <a:custGeom>
            <a:avLst/>
            <a:gdLst/>
            <a:ahLst/>
            <a:rect l="0" t="0" r="r" b="b"/>
            <a:pathLst>
              <a:path w="10584" h="1006">
                <a:moveTo>
                  <a:pt x="0" y="0"/>
                </a:moveTo>
                <a:lnTo>
                  <a:pt x="10584" y="0"/>
                </a:lnTo>
                <a:lnTo>
                  <a:pt x="1058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2" name=""/>
          <p:cNvSpPr/>
          <p:nvPr/>
        </p:nvSpPr>
        <p:spPr>
          <a:xfrm>
            <a:off x="1142640" y="5457600"/>
            <a:ext cx="3238920" cy="362520"/>
          </a:xfrm>
          <a:custGeom>
            <a:avLst/>
            <a:gdLst/>
            <a:ahLst/>
            <a:rect l="0" t="0" r="r" b="b"/>
            <a:pathLst>
              <a:path w="8997" h="1007">
                <a:moveTo>
                  <a:pt x="0" y="0"/>
                </a:moveTo>
                <a:lnTo>
                  <a:pt x="8997" y="0"/>
                </a:lnTo>
                <a:lnTo>
                  <a:pt x="899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3" name=""/>
          <p:cNvSpPr/>
          <p:nvPr/>
        </p:nvSpPr>
        <p:spPr>
          <a:xfrm>
            <a:off x="4381200" y="5457600"/>
            <a:ext cx="2858040" cy="362520"/>
          </a:xfrm>
          <a:custGeom>
            <a:avLst/>
            <a:gdLst/>
            <a:ahLst/>
            <a:rect l="0" t="0" r="r" b="b"/>
            <a:pathLst>
              <a:path w="7939" h="1007">
                <a:moveTo>
                  <a:pt x="0" y="0"/>
                </a:moveTo>
                <a:lnTo>
                  <a:pt x="7939" y="0"/>
                </a:lnTo>
                <a:lnTo>
                  <a:pt x="793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4" name=""/>
          <p:cNvSpPr/>
          <p:nvPr/>
        </p:nvSpPr>
        <p:spPr>
          <a:xfrm>
            <a:off x="7238880" y="5457600"/>
            <a:ext cx="3810240" cy="362520"/>
          </a:xfrm>
          <a:custGeom>
            <a:avLst/>
            <a:gdLst/>
            <a:ahLst/>
            <a:rect l="0" t="0" r="r" b="b"/>
            <a:pathLst>
              <a:path w="10584" h="1007">
                <a:moveTo>
                  <a:pt x="0" y="0"/>
                </a:moveTo>
                <a:lnTo>
                  <a:pt x="10584" y="0"/>
                </a:lnTo>
                <a:lnTo>
                  <a:pt x="1058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5" name=""/>
          <p:cNvSpPr/>
          <p:nvPr/>
        </p:nvSpPr>
        <p:spPr>
          <a:xfrm>
            <a:off x="1142640" y="5819760"/>
            <a:ext cx="3238920" cy="362160"/>
          </a:xfrm>
          <a:custGeom>
            <a:avLst/>
            <a:gdLst/>
            <a:ahLst/>
            <a:rect l="0" t="0" r="r" b="b"/>
            <a:pathLst>
              <a:path w="8997" h="1006">
                <a:moveTo>
                  <a:pt x="0" y="0"/>
                </a:moveTo>
                <a:lnTo>
                  <a:pt x="8997" y="0"/>
                </a:lnTo>
                <a:lnTo>
                  <a:pt x="899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6" name=""/>
          <p:cNvSpPr/>
          <p:nvPr/>
        </p:nvSpPr>
        <p:spPr>
          <a:xfrm>
            <a:off x="4381200" y="5819760"/>
            <a:ext cx="2858040" cy="362160"/>
          </a:xfrm>
          <a:custGeom>
            <a:avLst/>
            <a:gdLst/>
            <a:ahLst/>
            <a:rect l="0" t="0" r="r" b="b"/>
            <a:pathLst>
              <a:path w="7939" h="1006">
                <a:moveTo>
                  <a:pt x="0" y="0"/>
                </a:moveTo>
                <a:lnTo>
                  <a:pt x="7939" y="0"/>
                </a:lnTo>
                <a:lnTo>
                  <a:pt x="793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7" name=""/>
          <p:cNvSpPr/>
          <p:nvPr/>
        </p:nvSpPr>
        <p:spPr>
          <a:xfrm>
            <a:off x="7238880" y="5819760"/>
            <a:ext cx="3810240" cy="362160"/>
          </a:xfrm>
          <a:custGeom>
            <a:avLst/>
            <a:gdLst/>
            <a:ahLst/>
            <a:rect l="0" t="0" r="r" b="b"/>
            <a:pathLst>
              <a:path w="10584" h="1006">
                <a:moveTo>
                  <a:pt x="0" y="0"/>
                </a:moveTo>
                <a:lnTo>
                  <a:pt x="10584" y="0"/>
                </a:lnTo>
                <a:lnTo>
                  <a:pt x="1058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8" name=""/>
          <p:cNvSpPr/>
          <p:nvPr/>
        </p:nvSpPr>
        <p:spPr>
          <a:xfrm>
            <a:off x="1142640" y="2552400"/>
            <a:ext cx="3238920" cy="19440"/>
          </a:xfrm>
          <a:custGeom>
            <a:avLst/>
            <a:gdLst/>
            <a:ahLst/>
            <a:rect l="0" t="0" r="r" b="b"/>
            <a:pathLst>
              <a:path w="8997" h="54">
                <a:moveTo>
                  <a:pt x="0" y="0"/>
                </a:moveTo>
                <a:lnTo>
                  <a:pt x="8997" y="0"/>
                </a:lnTo>
                <a:lnTo>
                  <a:pt x="899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69" name=""/>
          <p:cNvSpPr/>
          <p:nvPr/>
        </p:nvSpPr>
        <p:spPr>
          <a:xfrm>
            <a:off x="4381200" y="2552400"/>
            <a:ext cx="2858040" cy="19440"/>
          </a:xfrm>
          <a:custGeom>
            <a:avLst/>
            <a:gdLst/>
            <a:ahLst/>
            <a:rect l="0" t="0" r="r" b="b"/>
            <a:pathLst>
              <a:path w="7939" h="54">
                <a:moveTo>
                  <a:pt x="0" y="0"/>
                </a:moveTo>
                <a:lnTo>
                  <a:pt x="7939" y="0"/>
                </a:lnTo>
                <a:lnTo>
                  <a:pt x="793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70" name=""/>
          <p:cNvSpPr/>
          <p:nvPr/>
        </p:nvSpPr>
        <p:spPr>
          <a:xfrm>
            <a:off x="7238880" y="2552400"/>
            <a:ext cx="3810240" cy="19440"/>
          </a:xfrm>
          <a:custGeom>
            <a:avLst/>
            <a:gdLst/>
            <a:ahLst/>
            <a:rect l="0" t="0" r="r" b="b"/>
            <a:pathLst>
              <a:path w="10584" h="54">
                <a:moveTo>
                  <a:pt x="0" y="0"/>
                </a:moveTo>
                <a:lnTo>
                  <a:pt x="10584" y="0"/>
                </a:lnTo>
                <a:lnTo>
                  <a:pt x="1058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71" name=""/>
          <p:cNvSpPr/>
          <p:nvPr/>
        </p:nvSpPr>
        <p:spPr>
          <a:xfrm>
            <a:off x="1142640" y="292392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2" name=""/>
          <p:cNvSpPr/>
          <p:nvPr/>
        </p:nvSpPr>
        <p:spPr>
          <a:xfrm>
            <a:off x="4381200" y="2923920"/>
            <a:ext cx="2858040" cy="10080"/>
          </a:xfrm>
          <a:custGeom>
            <a:avLst/>
            <a:gdLst/>
            <a:ahLst/>
            <a:rect l="0" t="0" r="r" b="b"/>
            <a:pathLst>
              <a:path w="7939" h="28">
                <a:moveTo>
                  <a:pt x="0" y="0"/>
                </a:moveTo>
                <a:lnTo>
                  <a:pt x="7939" y="0"/>
                </a:lnTo>
                <a:lnTo>
                  <a:pt x="79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3" name=""/>
          <p:cNvSpPr/>
          <p:nvPr/>
        </p:nvSpPr>
        <p:spPr>
          <a:xfrm>
            <a:off x="7238880" y="2923920"/>
            <a:ext cx="3810240" cy="10080"/>
          </a:xfrm>
          <a:custGeom>
            <a:avLst/>
            <a:gdLst/>
            <a:ahLst/>
            <a:rect l="0" t="0" r="r" b="b"/>
            <a:pathLst>
              <a:path w="10584" h="28">
                <a:moveTo>
                  <a:pt x="0" y="0"/>
                </a:moveTo>
                <a:lnTo>
                  <a:pt x="10584" y="0"/>
                </a:lnTo>
                <a:lnTo>
                  <a:pt x="105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4" name=""/>
          <p:cNvSpPr/>
          <p:nvPr/>
        </p:nvSpPr>
        <p:spPr>
          <a:xfrm>
            <a:off x="1142640" y="328608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5" name=""/>
          <p:cNvSpPr/>
          <p:nvPr/>
        </p:nvSpPr>
        <p:spPr>
          <a:xfrm>
            <a:off x="4381200" y="3286080"/>
            <a:ext cx="2858040" cy="9720"/>
          </a:xfrm>
          <a:custGeom>
            <a:avLst/>
            <a:gdLst/>
            <a:ahLst/>
            <a:rect l="0" t="0" r="r" b="b"/>
            <a:pathLst>
              <a:path w="7939" h="27">
                <a:moveTo>
                  <a:pt x="0" y="0"/>
                </a:moveTo>
                <a:lnTo>
                  <a:pt x="7939" y="0"/>
                </a:lnTo>
                <a:lnTo>
                  <a:pt x="7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6" name=""/>
          <p:cNvSpPr/>
          <p:nvPr/>
        </p:nvSpPr>
        <p:spPr>
          <a:xfrm>
            <a:off x="7238880" y="3286080"/>
            <a:ext cx="3810240" cy="9720"/>
          </a:xfrm>
          <a:custGeom>
            <a:avLst/>
            <a:gdLst/>
            <a:ahLst/>
            <a:rect l="0" t="0" r="r" b="b"/>
            <a:pathLst>
              <a:path w="10584" h="27">
                <a:moveTo>
                  <a:pt x="0" y="0"/>
                </a:moveTo>
                <a:lnTo>
                  <a:pt x="10584" y="0"/>
                </a:lnTo>
                <a:lnTo>
                  <a:pt x="10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7" name=""/>
          <p:cNvSpPr/>
          <p:nvPr/>
        </p:nvSpPr>
        <p:spPr>
          <a:xfrm>
            <a:off x="1142640" y="364788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8" name=""/>
          <p:cNvSpPr/>
          <p:nvPr/>
        </p:nvSpPr>
        <p:spPr>
          <a:xfrm>
            <a:off x="4381200" y="3647880"/>
            <a:ext cx="2858040" cy="9720"/>
          </a:xfrm>
          <a:custGeom>
            <a:avLst/>
            <a:gdLst/>
            <a:ahLst/>
            <a:rect l="0" t="0" r="r" b="b"/>
            <a:pathLst>
              <a:path w="7939" h="27">
                <a:moveTo>
                  <a:pt x="0" y="0"/>
                </a:moveTo>
                <a:lnTo>
                  <a:pt x="7939" y="0"/>
                </a:lnTo>
                <a:lnTo>
                  <a:pt x="7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9" name=""/>
          <p:cNvSpPr/>
          <p:nvPr/>
        </p:nvSpPr>
        <p:spPr>
          <a:xfrm>
            <a:off x="7238880" y="3647880"/>
            <a:ext cx="3810240" cy="9720"/>
          </a:xfrm>
          <a:custGeom>
            <a:avLst/>
            <a:gdLst/>
            <a:ahLst/>
            <a:rect l="0" t="0" r="r" b="b"/>
            <a:pathLst>
              <a:path w="10584" h="27">
                <a:moveTo>
                  <a:pt x="0" y="0"/>
                </a:moveTo>
                <a:lnTo>
                  <a:pt x="10584" y="0"/>
                </a:lnTo>
                <a:lnTo>
                  <a:pt x="10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0" name=""/>
          <p:cNvSpPr/>
          <p:nvPr/>
        </p:nvSpPr>
        <p:spPr>
          <a:xfrm>
            <a:off x="1142640" y="400968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1" name=""/>
          <p:cNvSpPr/>
          <p:nvPr/>
        </p:nvSpPr>
        <p:spPr>
          <a:xfrm>
            <a:off x="4381200" y="4009680"/>
            <a:ext cx="2858040" cy="10080"/>
          </a:xfrm>
          <a:custGeom>
            <a:avLst/>
            <a:gdLst/>
            <a:ahLst/>
            <a:rect l="0" t="0" r="r" b="b"/>
            <a:pathLst>
              <a:path w="7939" h="28">
                <a:moveTo>
                  <a:pt x="0" y="0"/>
                </a:moveTo>
                <a:lnTo>
                  <a:pt x="7939" y="0"/>
                </a:lnTo>
                <a:lnTo>
                  <a:pt x="79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2" name=""/>
          <p:cNvSpPr/>
          <p:nvPr/>
        </p:nvSpPr>
        <p:spPr>
          <a:xfrm>
            <a:off x="7238880" y="4009680"/>
            <a:ext cx="3810240" cy="10080"/>
          </a:xfrm>
          <a:custGeom>
            <a:avLst/>
            <a:gdLst/>
            <a:ahLst/>
            <a:rect l="0" t="0" r="r" b="b"/>
            <a:pathLst>
              <a:path w="10584" h="28">
                <a:moveTo>
                  <a:pt x="0" y="0"/>
                </a:moveTo>
                <a:lnTo>
                  <a:pt x="10584" y="0"/>
                </a:lnTo>
                <a:lnTo>
                  <a:pt x="105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3" name=""/>
          <p:cNvSpPr/>
          <p:nvPr/>
        </p:nvSpPr>
        <p:spPr>
          <a:xfrm>
            <a:off x="1142640" y="437184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4" name=""/>
          <p:cNvSpPr/>
          <p:nvPr/>
        </p:nvSpPr>
        <p:spPr>
          <a:xfrm>
            <a:off x="4381200" y="4371840"/>
            <a:ext cx="2858040" cy="9720"/>
          </a:xfrm>
          <a:custGeom>
            <a:avLst/>
            <a:gdLst/>
            <a:ahLst/>
            <a:rect l="0" t="0" r="r" b="b"/>
            <a:pathLst>
              <a:path w="7939" h="27">
                <a:moveTo>
                  <a:pt x="0" y="0"/>
                </a:moveTo>
                <a:lnTo>
                  <a:pt x="7939" y="0"/>
                </a:lnTo>
                <a:lnTo>
                  <a:pt x="7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5" name=""/>
          <p:cNvSpPr/>
          <p:nvPr/>
        </p:nvSpPr>
        <p:spPr>
          <a:xfrm>
            <a:off x="7238880" y="4371840"/>
            <a:ext cx="3810240" cy="9720"/>
          </a:xfrm>
          <a:custGeom>
            <a:avLst/>
            <a:gdLst/>
            <a:ahLst/>
            <a:rect l="0" t="0" r="r" b="b"/>
            <a:pathLst>
              <a:path w="10584" h="27">
                <a:moveTo>
                  <a:pt x="0" y="0"/>
                </a:moveTo>
                <a:lnTo>
                  <a:pt x="10584" y="0"/>
                </a:lnTo>
                <a:lnTo>
                  <a:pt x="10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6" name=""/>
          <p:cNvSpPr/>
          <p:nvPr/>
        </p:nvSpPr>
        <p:spPr>
          <a:xfrm>
            <a:off x="1142640" y="473364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7" name=""/>
          <p:cNvSpPr/>
          <p:nvPr/>
        </p:nvSpPr>
        <p:spPr>
          <a:xfrm>
            <a:off x="4381200" y="4733640"/>
            <a:ext cx="2858040" cy="10080"/>
          </a:xfrm>
          <a:custGeom>
            <a:avLst/>
            <a:gdLst/>
            <a:ahLst/>
            <a:rect l="0" t="0" r="r" b="b"/>
            <a:pathLst>
              <a:path w="7939" h="28">
                <a:moveTo>
                  <a:pt x="0" y="0"/>
                </a:moveTo>
                <a:lnTo>
                  <a:pt x="7939" y="0"/>
                </a:lnTo>
                <a:lnTo>
                  <a:pt x="79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8" name=""/>
          <p:cNvSpPr/>
          <p:nvPr/>
        </p:nvSpPr>
        <p:spPr>
          <a:xfrm>
            <a:off x="7238880" y="4733640"/>
            <a:ext cx="3810240" cy="10080"/>
          </a:xfrm>
          <a:custGeom>
            <a:avLst/>
            <a:gdLst/>
            <a:ahLst/>
            <a:rect l="0" t="0" r="r" b="b"/>
            <a:pathLst>
              <a:path w="10584" h="28">
                <a:moveTo>
                  <a:pt x="0" y="0"/>
                </a:moveTo>
                <a:lnTo>
                  <a:pt x="10584" y="0"/>
                </a:lnTo>
                <a:lnTo>
                  <a:pt x="105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9" name=""/>
          <p:cNvSpPr/>
          <p:nvPr/>
        </p:nvSpPr>
        <p:spPr>
          <a:xfrm>
            <a:off x="1142640" y="509580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0" name=""/>
          <p:cNvSpPr/>
          <p:nvPr/>
        </p:nvSpPr>
        <p:spPr>
          <a:xfrm>
            <a:off x="4381200" y="5095800"/>
            <a:ext cx="2858040" cy="9720"/>
          </a:xfrm>
          <a:custGeom>
            <a:avLst/>
            <a:gdLst/>
            <a:ahLst/>
            <a:rect l="0" t="0" r="r" b="b"/>
            <a:pathLst>
              <a:path w="7939" h="27">
                <a:moveTo>
                  <a:pt x="0" y="0"/>
                </a:moveTo>
                <a:lnTo>
                  <a:pt x="7939" y="0"/>
                </a:lnTo>
                <a:lnTo>
                  <a:pt x="7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1" name=""/>
          <p:cNvSpPr/>
          <p:nvPr/>
        </p:nvSpPr>
        <p:spPr>
          <a:xfrm>
            <a:off x="7238880" y="5095800"/>
            <a:ext cx="3810240" cy="9720"/>
          </a:xfrm>
          <a:custGeom>
            <a:avLst/>
            <a:gdLst/>
            <a:ahLst/>
            <a:rect l="0" t="0" r="r" b="b"/>
            <a:pathLst>
              <a:path w="10584" h="27">
                <a:moveTo>
                  <a:pt x="0" y="0"/>
                </a:moveTo>
                <a:lnTo>
                  <a:pt x="10584" y="0"/>
                </a:lnTo>
                <a:lnTo>
                  <a:pt x="10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2" name=""/>
          <p:cNvSpPr/>
          <p:nvPr/>
        </p:nvSpPr>
        <p:spPr>
          <a:xfrm>
            <a:off x="1142640" y="545760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3" name=""/>
          <p:cNvSpPr/>
          <p:nvPr/>
        </p:nvSpPr>
        <p:spPr>
          <a:xfrm>
            <a:off x="4381200" y="5457600"/>
            <a:ext cx="2858040" cy="10080"/>
          </a:xfrm>
          <a:custGeom>
            <a:avLst/>
            <a:gdLst/>
            <a:ahLst/>
            <a:rect l="0" t="0" r="r" b="b"/>
            <a:pathLst>
              <a:path w="7939" h="28">
                <a:moveTo>
                  <a:pt x="0" y="0"/>
                </a:moveTo>
                <a:lnTo>
                  <a:pt x="7939" y="0"/>
                </a:lnTo>
                <a:lnTo>
                  <a:pt x="79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4" name=""/>
          <p:cNvSpPr/>
          <p:nvPr/>
        </p:nvSpPr>
        <p:spPr>
          <a:xfrm>
            <a:off x="7238880" y="5457600"/>
            <a:ext cx="3810240" cy="10080"/>
          </a:xfrm>
          <a:custGeom>
            <a:avLst/>
            <a:gdLst/>
            <a:ahLst/>
            <a:rect l="0" t="0" r="r" b="b"/>
            <a:pathLst>
              <a:path w="10584" h="28">
                <a:moveTo>
                  <a:pt x="0" y="0"/>
                </a:moveTo>
                <a:lnTo>
                  <a:pt x="10584" y="0"/>
                </a:lnTo>
                <a:lnTo>
                  <a:pt x="105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5" name=""/>
          <p:cNvSpPr/>
          <p:nvPr/>
        </p:nvSpPr>
        <p:spPr>
          <a:xfrm>
            <a:off x="1142640" y="581976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6" name=""/>
          <p:cNvSpPr/>
          <p:nvPr/>
        </p:nvSpPr>
        <p:spPr>
          <a:xfrm>
            <a:off x="4381200" y="5819760"/>
            <a:ext cx="2858040" cy="9720"/>
          </a:xfrm>
          <a:custGeom>
            <a:avLst/>
            <a:gdLst/>
            <a:ahLst/>
            <a:rect l="0" t="0" r="r" b="b"/>
            <a:pathLst>
              <a:path w="7939" h="27">
                <a:moveTo>
                  <a:pt x="0" y="0"/>
                </a:moveTo>
                <a:lnTo>
                  <a:pt x="7939" y="0"/>
                </a:lnTo>
                <a:lnTo>
                  <a:pt x="7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7" name=""/>
          <p:cNvSpPr/>
          <p:nvPr/>
        </p:nvSpPr>
        <p:spPr>
          <a:xfrm>
            <a:off x="7238880" y="5819760"/>
            <a:ext cx="3810240" cy="9720"/>
          </a:xfrm>
          <a:custGeom>
            <a:avLst/>
            <a:gdLst/>
            <a:ahLst/>
            <a:rect l="0" t="0" r="r" b="b"/>
            <a:pathLst>
              <a:path w="10584" h="27">
                <a:moveTo>
                  <a:pt x="0" y="0"/>
                </a:moveTo>
                <a:lnTo>
                  <a:pt x="10584" y="0"/>
                </a:lnTo>
                <a:lnTo>
                  <a:pt x="10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8" name=""/>
          <p:cNvSpPr/>
          <p:nvPr/>
        </p:nvSpPr>
        <p:spPr>
          <a:xfrm>
            <a:off x="1142640" y="618156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9" name=""/>
          <p:cNvSpPr/>
          <p:nvPr/>
        </p:nvSpPr>
        <p:spPr>
          <a:xfrm>
            <a:off x="4381200" y="6181560"/>
            <a:ext cx="2858040" cy="9720"/>
          </a:xfrm>
          <a:custGeom>
            <a:avLst/>
            <a:gdLst/>
            <a:ahLst/>
            <a:rect l="0" t="0" r="r" b="b"/>
            <a:pathLst>
              <a:path w="7939" h="27">
                <a:moveTo>
                  <a:pt x="0" y="0"/>
                </a:moveTo>
                <a:lnTo>
                  <a:pt x="7939" y="0"/>
                </a:lnTo>
                <a:lnTo>
                  <a:pt x="7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0" name=""/>
          <p:cNvSpPr/>
          <p:nvPr/>
        </p:nvSpPr>
        <p:spPr>
          <a:xfrm>
            <a:off x="7238880" y="6181560"/>
            <a:ext cx="3810240" cy="9720"/>
          </a:xfrm>
          <a:custGeom>
            <a:avLst/>
            <a:gdLst/>
            <a:ahLst/>
            <a:rect l="0" t="0" r="r" b="b"/>
            <a:pathLst>
              <a:path w="10584" h="27">
                <a:moveTo>
                  <a:pt x="0" y="0"/>
                </a:moveTo>
                <a:lnTo>
                  <a:pt x="10584" y="0"/>
                </a:lnTo>
                <a:lnTo>
                  <a:pt x="105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799920" y="1716120"/>
            <a:ext cx="6210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どのリスクにも、残留リスクを低減する対応が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つずつある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1257120" y="224892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4495680" y="224892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残留リスクが大きい構成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7353360" y="224892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5" name=""/>
          <p:cNvSpPr/>
          <p:nvPr/>
        </p:nvSpPr>
        <p:spPr>
          <a:xfrm>
            <a:off x="4512960" y="267480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148" y="467"/>
                </a:moveTo>
                <a:cubicBezTo>
                  <a:pt x="119" y="454"/>
                  <a:pt x="93" y="437"/>
                  <a:pt x="71" y="415"/>
                </a:cubicBezTo>
                <a:cubicBezTo>
                  <a:pt x="49" y="393"/>
                  <a:pt x="32" y="368"/>
                  <a:pt x="19" y="338"/>
                </a:cubicBezTo>
                <a:cubicBezTo>
                  <a:pt x="7" y="308"/>
                  <a:pt x="0" y="277"/>
                  <a:pt x="0" y="243"/>
                </a:cubicBezTo>
                <a:cubicBezTo>
                  <a:pt x="0" y="210"/>
                  <a:pt x="7" y="178"/>
                  <a:pt x="19" y="149"/>
                </a:cubicBezTo>
                <a:cubicBezTo>
                  <a:pt x="32" y="119"/>
                  <a:pt x="49" y="94"/>
                  <a:pt x="71" y="71"/>
                </a:cubicBezTo>
                <a:cubicBezTo>
                  <a:pt x="93" y="49"/>
                  <a:pt x="119" y="32"/>
                  <a:pt x="148" y="19"/>
                </a:cubicBezTo>
                <a:cubicBezTo>
                  <a:pt x="178" y="6"/>
                  <a:pt x="209" y="0"/>
                  <a:pt x="243" y="0"/>
                </a:cubicBezTo>
                <a:cubicBezTo>
                  <a:pt x="276" y="0"/>
                  <a:pt x="308" y="6"/>
                  <a:pt x="338" y="19"/>
                </a:cubicBezTo>
                <a:cubicBezTo>
                  <a:pt x="368" y="32"/>
                  <a:pt x="394" y="49"/>
                  <a:pt x="415" y="71"/>
                </a:cubicBezTo>
                <a:cubicBezTo>
                  <a:pt x="437" y="94"/>
                  <a:pt x="455" y="119"/>
                  <a:pt x="467" y="149"/>
                </a:cubicBezTo>
                <a:cubicBezTo>
                  <a:pt x="480" y="178"/>
                  <a:pt x="486" y="210"/>
                  <a:pt x="486" y="243"/>
                </a:cubicBezTo>
                <a:cubicBezTo>
                  <a:pt x="486" y="277"/>
                  <a:pt x="480" y="308"/>
                  <a:pt x="467" y="338"/>
                </a:cubicBezTo>
                <a:cubicBezTo>
                  <a:pt x="455" y="368"/>
                  <a:pt x="437" y="393"/>
                  <a:pt x="415" y="415"/>
                </a:cubicBezTo>
                <a:cubicBezTo>
                  <a:pt x="394" y="437"/>
                  <a:pt x="368" y="454"/>
                  <a:pt x="338" y="467"/>
                </a:cubicBezTo>
                <a:cubicBezTo>
                  <a:pt x="308" y="480"/>
                  <a:pt x="276" y="486"/>
                  <a:pt x="243" y="486"/>
                </a:cubicBezTo>
                <a:cubicBezTo>
                  <a:pt x="209" y="486"/>
                  <a:pt x="178" y="480"/>
                  <a:pt x="148" y="467"/>
                </a:cubicBezTo>
                <a:moveTo>
                  <a:pt x="243" y="450"/>
                </a:moveTo>
                <a:cubicBezTo>
                  <a:pt x="268" y="450"/>
                  <a:pt x="291" y="445"/>
                  <a:pt x="314" y="437"/>
                </a:cubicBezTo>
                <a:cubicBezTo>
                  <a:pt x="338" y="429"/>
                  <a:pt x="358" y="417"/>
                  <a:pt x="377" y="401"/>
                </a:cubicBezTo>
                <a:lnTo>
                  <a:pt x="85" y="111"/>
                </a:lnTo>
                <a:cubicBezTo>
                  <a:pt x="70" y="129"/>
                  <a:pt x="58" y="150"/>
                  <a:pt x="49" y="173"/>
                </a:cubicBezTo>
                <a:cubicBezTo>
                  <a:pt x="41" y="195"/>
                  <a:pt x="37" y="219"/>
                  <a:pt x="37" y="243"/>
                </a:cubicBezTo>
                <a:cubicBezTo>
                  <a:pt x="37" y="301"/>
                  <a:pt x="57" y="350"/>
                  <a:pt x="97" y="390"/>
                </a:cubicBezTo>
                <a:cubicBezTo>
                  <a:pt x="137" y="430"/>
                  <a:pt x="185" y="450"/>
                  <a:pt x="243" y="450"/>
                </a:cubicBezTo>
                <a:moveTo>
                  <a:pt x="401" y="376"/>
                </a:moveTo>
                <a:cubicBezTo>
                  <a:pt x="416" y="358"/>
                  <a:pt x="428" y="338"/>
                  <a:pt x="437" y="315"/>
                </a:cubicBezTo>
                <a:cubicBezTo>
                  <a:pt x="446" y="292"/>
                  <a:pt x="450" y="268"/>
                  <a:pt x="450" y="243"/>
                </a:cubicBezTo>
                <a:cubicBezTo>
                  <a:pt x="450" y="186"/>
                  <a:pt x="430" y="137"/>
                  <a:pt x="390" y="97"/>
                </a:cubicBezTo>
                <a:cubicBezTo>
                  <a:pt x="350" y="56"/>
                  <a:pt x="300" y="36"/>
                  <a:pt x="243" y="36"/>
                </a:cubicBezTo>
                <a:cubicBezTo>
                  <a:pt x="218" y="36"/>
                  <a:pt x="195" y="41"/>
                  <a:pt x="172" y="49"/>
                </a:cubicBezTo>
                <a:cubicBezTo>
                  <a:pt x="149" y="57"/>
                  <a:pt x="129" y="70"/>
                  <a:pt x="110" y="85"/>
                </a:cubicBezTo>
                <a:lnTo>
                  <a:pt x="401" y="376"/>
                </a:lnTo>
                <a:moveTo>
                  <a:pt x="243" y="243"/>
                </a:moveTo>
                <a:lnTo>
                  <a:pt x="243" y="243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1257120" y="2620440"/>
            <a:ext cx="1728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ASI01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目標の乗っ取り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7" name=""/>
          <p:cNvSpPr/>
          <p:nvPr/>
        </p:nvSpPr>
        <p:spPr>
          <a:xfrm>
            <a:off x="7370640" y="267480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4"/>
                </a:moveTo>
                <a:lnTo>
                  <a:pt x="379" y="182"/>
                </a:lnTo>
                <a:lnTo>
                  <a:pt x="351" y="155"/>
                </a:lnTo>
                <a:lnTo>
                  <a:pt x="208" y="299"/>
                </a:lnTo>
                <a:lnTo>
                  <a:pt x="134" y="226"/>
                </a:lnTo>
                <a:lnTo>
                  <a:pt x="107" y="253"/>
                </a:lnTo>
                <a:lnTo>
                  <a:pt x="208" y="354"/>
                </a:lnTo>
                <a:moveTo>
                  <a:pt x="243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19" y="454"/>
                  <a:pt x="93" y="437"/>
                  <a:pt x="71" y="415"/>
                </a:cubicBezTo>
                <a:cubicBezTo>
                  <a:pt x="49" y="393"/>
                  <a:pt x="32" y="367"/>
                  <a:pt x="19" y="337"/>
                </a:cubicBezTo>
                <a:cubicBezTo>
                  <a:pt x="6" y="308"/>
                  <a:pt x="0" y="277"/>
                  <a:pt x="0" y="243"/>
                </a:cubicBezTo>
                <a:cubicBezTo>
                  <a:pt x="0" y="210"/>
                  <a:pt x="6" y="178"/>
                  <a:pt x="19" y="149"/>
                </a:cubicBezTo>
                <a:cubicBezTo>
                  <a:pt x="32" y="119"/>
                  <a:pt x="49" y="94"/>
                  <a:pt x="71" y="71"/>
                </a:cubicBezTo>
                <a:cubicBezTo>
                  <a:pt x="93" y="49"/>
                  <a:pt x="119" y="32"/>
                  <a:pt x="149" y="19"/>
                </a:cubicBezTo>
                <a:cubicBezTo>
                  <a:pt x="179" y="6"/>
                  <a:pt x="210" y="0"/>
                  <a:pt x="243" y="0"/>
                </a:cubicBezTo>
                <a:cubicBezTo>
                  <a:pt x="277" y="0"/>
                  <a:pt x="308" y="6"/>
                  <a:pt x="338" y="19"/>
                </a:cubicBezTo>
                <a:cubicBezTo>
                  <a:pt x="367" y="32"/>
                  <a:pt x="393" y="49"/>
                  <a:pt x="415" y="71"/>
                </a:cubicBezTo>
                <a:cubicBezTo>
                  <a:pt x="437" y="94"/>
                  <a:pt x="454" y="119"/>
                  <a:pt x="467" y="149"/>
                </a:cubicBezTo>
                <a:cubicBezTo>
                  <a:pt x="480" y="178"/>
                  <a:pt x="486" y="210"/>
                  <a:pt x="486" y="243"/>
                </a:cubicBezTo>
                <a:cubicBezTo>
                  <a:pt x="486" y="277"/>
                  <a:pt x="480" y="308"/>
                  <a:pt x="467" y="337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7" y="454"/>
                  <a:pt x="338" y="467"/>
                </a:cubicBezTo>
                <a:cubicBezTo>
                  <a:pt x="308" y="480"/>
                  <a:pt x="277" y="486"/>
                  <a:pt x="243" y="486"/>
                </a:cubicBezTo>
                <a:moveTo>
                  <a:pt x="243" y="450"/>
                </a:moveTo>
                <a:cubicBezTo>
                  <a:pt x="301" y="450"/>
                  <a:pt x="349" y="429"/>
                  <a:pt x="390" y="389"/>
                </a:cubicBezTo>
                <a:cubicBezTo>
                  <a:pt x="430" y="349"/>
                  <a:pt x="450" y="300"/>
                  <a:pt x="450" y="243"/>
                </a:cubicBezTo>
                <a:cubicBezTo>
                  <a:pt x="450" y="186"/>
                  <a:pt x="430" y="137"/>
                  <a:pt x="390" y="97"/>
                </a:cubicBezTo>
                <a:cubicBezTo>
                  <a:pt x="349" y="56"/>
                  <a:pt x="301" y="36"/>
                  <a:pt x="243" y="36"/>
                </a:cubicBezTo>
                <a:cubicBezTo>
                  <a:pt x="186" y="36"/>
                  <a:pt x="137" y="56"/>
                  <a:pt x="97" y="97"/>
                </a:cubicBezTo>
                <a:cubicBezTo>
                  <a:pt x="56" y="137"/>
                  <a:pt x="36" y="186"/>
                  <a:pt x="36" y="243"/>
                </a:cubicBezTo>
                <a:cubicBezTo>
                  <a:pt x="36" y="300"/>
                  <a:pt x="56" y="349"/>
                  <a:pt x="97" y="389"/>
                </a:cubicBezTo>
                <a:cubicBezTo>
                  <a:pt x="137" y="429"/>
                  <a:pt x="186" y="450"/>
                  <a:pt x="243" y="450"/>
                </a:cubicBezTo>
                <a:moveTo>
                  <a:pt x="243" y="243"/>
                </a:moveTo>
                <a:lnTo>
                  <a:pt x="243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08" name=""/>
          <p:cNvSpPr txBox="1"/>
          <p:nvPr/>
        </p:nvSpPr>
        <p:spPr>
          <a:xfrm>
            <a:off x="4762440" y="262044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他人の文書を読む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7620120" y="2620440"/>
            <a:ext cx="2219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信頼できるリポジトリで使う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0" name=""/>
          <p:cNvSpPr/>
          <p:nvPr/>
        </p:nvSpPr>
        <p:spPr>
          <a:xfrm>
            <a:off x="4512960" y="303660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148" y="467"/>
                </a:moveTo>
                <a:cubicBezTo>
                  <a:pt x="119" y="455"/>
                  <a:pt x="93" y="437"/>
                  <a:pt x="71" y="415"/>
                </a:cubicBezTo>
                <a:cubicBezTo>
                  <a:pt x="49" y="394"/>
                  <a:pt x="32" y="368"/>
                  <a:pt x="19" y="338"/>
                </a:cubicBezTo>
                <a:cubicBezTo>
                  <a:pt x="7" y="309"/>
                  <a:pt x="0" y="277"/>
                  <a:pt x="0" y="244"/>
                </a:cubicBezTo>
                <a:cubicBezTo>
                  <a:pt x="0" y="210"/>
                  <a:pt x="7" y="179"/>
                  <a:pt x="19" y="149"/>
                </a:cubicBezTo>
                <a:cubicBezTo>
                  <a:pt x="32" y="120"/>
                  <a:pt x="49" y="94"/>
                  <a:pt x="71" y="72"/>
                </a:cubicBezTo>
                <a:cubicBezTo>
                  <a:pt x="93" y="49"/>
                  <a:pt x="119" y="32"/>
                  <a:pt x="148" y="19"/>
                </a:cubicBezTo>
                <a:cubicBezTo>
                  <a:pt x="178" y="7"/>
                  <a:pt x="209" y="0"/>
                  <a:pt x="243" y="0"/>
                </a:cubicBezTo>
                <a:cubicBezTo>
                  <a:pt x="276" y="0"/>
                  <a:pt x="308" y="7"/>
                  <a:pt x="338" y="19"/>
                </a:cubicBezTo>
                <a:cubicBezTo>
                  <a:pt x="368" y="32"/>
                  <a:pt x="394" y="49"/>
                  <a:pt x="415" y="72"/>
                </a:cubicBezTo>
                <a:cubicBezTo>
                  <a:pt x="437" y="94"/>
                  <a:pt x="455" y="120"/>
                  <a:pt x="467" y="149"/>
                </a:cubicBezTo>
                <a:cubicBezTo>
                  <a:pt x="480" y="179"/>
                  <a:pt x="486" y="210"/>
                  <a:pt x="486" y="244"/>
                </a:cubicBezTo>
                <a:cubicBezTo>
                  <a:pt x="486" y="277"/>
                  <a:pt x="480" y="309"/>
                  <a:pt x="467" y="338"/>
                </a:cubicBezTo>
                <a:cubicBezTo>
                  <a:pt x="455" y="368"/>
                  <a:pt x="437" y="394"/>
                  <a:pt x="415" y="415"/>
                </a:cubicBezTo>
                <a:cubicBezTo>
                  <a:pt x="394" y="437"/>
                  <a:pt x="368" y="455"/>
                  <a:pt x="338" y="467"/>
                </a:cubicBezTo>
                <a:cubicBezTo>
                  <a:pt x="308" y="480"/>
                  <a:pt x="276" y="486"/>
                  <a:pt x="243" y="486"/>
                </a:cubicBezTo>
                <a:cubicBezTo>
                  <a:pt x="209" y="486"/>
                  <a:pt x="178" y="480"/>
                  <a:pt x="148" y="467"/>
                </a:cubicBezTo>
                <a:moveTo>
                  <a:pt x="243" y="450"/>
                </a:moveTo>
                <a:cubicBezTo>
                  <a:pt x="268" y="450"/>
                  <a:pt x="291" y="446"/>
                  <a:pt x="314" y="438"/>
                </a:cubicBezTo>
                <a:cubicBezTo>
                  <a:pt x="338" y="429"/>
                  <a:pt x="358" y="417"/>
                  <a:pt x="377" y="401"/>
                </a:cubicBezTo>
                <a:lnTo>
                  <a:pt x="85" y="111"/>
                </a:lnTo>
                <a:cubicBezTo>
                  <a:pt x="70" y="130"/>
                  <a:pt x="58" y="150"/>
                  <a:pt x="49" y="173"/>
                </a:cubicBezTo>
                <a:cubicBezTo>
                  <a:pt x="41" y="196"/>
                  <a:pt x="37" y="219"/>
                  <a:pt x="37" y="244"/>
                </a:cubicBezTo>
                <a:cubicBezTo>
                  <a:pt x="37" y="301"/>
                  <a:pt x="57" y="350"/>
                  <a:pt x="97" y="390"/>
                </a:cubicBezTo>
                <a:cubicBezTo>
                  <a:pt x="137" y="430"/>
                  <a:pt x="185" y="450"/>
                  <a:pt x="243" y="450"/>
                </a:cubicBezTo>
                <a:moveTo>
                  <a:pt x="401" y="377"/>
                </a:moveTo>
                <a:cubicBezTo>
                  <a:pt x="416" y="358"/>
                  <a:pt x="428" y="338"/>
                  <a:pt x="437" y="315"/>
                </a:cubicBezTo>
                <a:cubicBezTo>
                  <a:pt x="446" y="292"/>
                  <a:pt x="450" y="268"/>
                  <a:pt x="450" y="244"/>
                </a:cubicBezTo>
                <a:cubicBezTo>
                  <a:pt x="450" y="186"/>
                  <a:pt x="430" y="138"/>
                  <a:pt x="390" y="98"/>
                </a:cubicBezTo>
                <a:cubicBezTo>
                  <a:pt x="350" y="58"/>
                  <a:pt x="300" y="37"/>
                  <a:pt x="243" y="37"/>
                </a:cubicBezTo>
                <a:cubicBezTo>
                  <a:pt x="218" y="37"/>
                  <a:pt x="195" y="41"/>
                  <a:pt x="172" y="49"/>
                </a:cubicBezTo>
                <a:cubicBezTo>
                  <a:pt x="149" y="59"/>
                  <a:pt x="129" y="71"/>
                  <a:pt x="110" y="87"/>
                </a:cubicBezTo>
                <a:lnTo>
                  <a:pt x="401" y="377"/>
                </a:lnTo>
                <a:moveTo>
                  <a:pt x="243" y="244"/>
                </a:moveTo>
                <a:lnTo>
                  <a:pt x="243" y="244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1257120" y="2982600"/>
            <a:ext cx="1557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ASI02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ツールの悪用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2" name=""/>
          <p:cNvSpPr/>
          <p:nvPr/>
        </p:nvSpPr>
        <p:spPr>
          <a:xfrm>
            <a:off x="7370640" y="303660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4"/>
                </a:moveTo>
                <a:lnTo>
                  <a:pt x="379" y="183"/>
                </a:lnTo>
                <a:lnTo>
                  <a:pt x="351" y="155"/>
                </a:lnTo>
                <a:lnTo>
                  <a:pt x="208" y="299"/>
                </a:lnTo>
                <a:lnTo>
                  <a:pt x="134" y="226"/>
                </a:lnTo>
                <a:lnTo>
                  <a:pt x="107" y="254"/>
                </a:lnTo>
                <a:lnTo>
                  <a:pt x="208" y="354"/>
                </a:lnTo>
                <a:moveTo>
                  <a:pt x="243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19" y="455"/>
                  <a:pt x="93" y="437"/>
                  <a:pt x="71" y="415"/>
                </a:cubicBezTo>
                <a:cubicBezTo>
                  <a:pt x="49" y="393"/>
                  <a:pt x="32" y="367"/>
                  <a:pt x="19" y="338"/>
                </a:cubicBezTo>
                <a:cubicBezTo>
                  <a:pt x="6" y="308"/>
                  <a:pt x="0" y="277"/>
                  <a:pt x="0" y="244"/>
                </a:cubicBezTo>
                <a:cubicBezTo>
                  <a:pt x="0" y="210"/>
                  <a:pt x="6" y="179"/>
                  <a:pt x="19" y="149"/>
                </a:cubicBezTo>
                <a:cubicBezTo>
                  <a:pt x="32" y="120"/>
                  <a:pt x="49" y="94"/>
                  <a:pt x="71" y="72"/>
                </a:cubicBezTo>
                <a:cubicBezTo>
                  <a:pt x="93" y="49"/>
                  <a:pt x="119" y="32"/>
                  <a:pt x="149" y="19"/>
                </a:cubicBezTo>
                <a:cubicBezTo>
                  <a:pt x="179" y="7"/>
                  <a:pt x="210" y="0"/>
                  <a:pt x="243" y="0"/>
                </a:cubicBezTo>
                <a:cubicBezTo>
                  <a:pt x="277" y="0"/>
                  <a:pt x="308" y="7"/>
                  <a:pt x="338" y="19"/>
                </a:cubicBezTo>
                <a:cubicBezTo>
                  <a:pt x="367" y="32"/>
                  <a:pt x="393" y="49"/>
                  <a:pt x="415" y="72"/>
                </a:cubicBezTo>
                <a:cubicBezTo>
                  <a:pt x="437" y="94"/>
                  <a:pt x="454" y="120"/>
                  <a:pt x="467" y="149"/>
                </a:cubicBezTo>
                <a:cubicBezTo>
                  <a:pt x="480" y="179"/>
                  <a:pt x="486" y="210"/>
                  <a:pt x="486" y="244"/>
                </a:cubicBezTo>
                <a:cubicBezTo>
                  <a:pt x="486" y="277"/>
                  <a:pt x="480" y="308"/>
                  <a:pt x="467" y="338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7" y="455"/>
                  <a:pt x="338" y="467"/>
                </a:cubicBezTo>
                <a:cubicBezTo>
                  <a:pt x="308" y="480"/>
                  <a:pt x="277" y="486"/>
                  <a:pt x="243" y="486"/>
                </a:cubicBezTo>
                <a:moveTo>
                  <a:pt x="243" y="450"/>
                </a:moveTo>
                <a:cubicBezTo>
                  <a:pt x="301" y="450"/>
                  <a:pt x="349" y="430"/>
                  <a:pt x="390" y="390"/>
                </a:cubicBezTo>
                <a:cubicBezTo>
                  <a:pt x="430" y="349"/>
                  <a:pt x="450" y="301"/>
                  <a:pt x="450" y="244"/>
                </a:cubicBezTo>
                <a:cubicBezTo>
                  <a:pt x="450" y="186"/>
                  <a:pt x="430" y="138"/>
                  <a:pt x="390" y="98"/>
                </a:cubicBezTo>
                <a:cubicBezTo>
                  <a:pt x="349" y="58"/>
                  <a:pt x="301" y="37"/>
                  <a:pt x="243" y="37"/>
                </a:cubicBezTo>
                <a:cubicBezTo>
                  <a:pt x="186" y="37"/>
                  <a:pt x="137" y="58"/>
                  <a:pt x="97" y="98"/>
                </a:cubicBezTo>
                <a:cubicBezTo>
                  <a:pt x="56" y="138"/>
                  <a:pt x="36" y="186"/>
                  <a:pt x="36" y="244"/>
                </a:cubicBezTo>
                <a:cubicBezTo>
                  <a:pt x="36" y="301"/>
                  <a:pt x="56" y="349"/>
                  <a:pt x="97" y="390"/>
                </a:cubicBezTo>
                <a:cubicBezTo>
                  <a:pt x="137" y="430"/>
                  <a:pt x="186" y="450"/>
                  <a:pt x="243" y="450"/>
                </a:cubicBezTo>
                <a:moveTo>
                  <a:pt x="243" y="244"/>
                </a:moveTo>
                <a:lnTo>
                  <a:pt x="243" y="244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13" name=""/>
          <p:cNvSpPr txBox="1"/>
          <p:nvPr/>
        </p:nvSpPr>
        <p:spPr>
          <a:xfrm>
            <a:off x="4762440" y="298260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秘密や大事なデータを置く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7620120" y="2982600"/>
            <a:ext cx="2561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秘密は絞り、データは控えを取る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5" name=""/>
          <p:cNvSpPr/>
          <p:nvPr/>
        </p:nvSpPr>
        <p:spPr>
          <a:xfrm>
            <a:off x="4512960" y="339876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148" y="467"/>
                </a:moveTo>
                <a:cubicBezTo>
                  <a:pt x="119" y="454"/>
                  <a:pt x="93" y="437"/>
                  <a:pt x="71" y="415"/>
                </a:cubicBezTo>
                <a:cubicBezTo>
                  <a:pt x="49" y="393"/>
                  <a:pt x="32" y="367"/>
                  <a:pt x="19" y="338"/>
                </a:cubicBezTo>
                <a:cubicBezTo>
                  <a:pt x="7" y="308"/>
                  <a:pt x="0" y="277"/>
                  <a:pt x="0" y="243"/>
                </a:cubicBezTo>
                <a:cubicBezTo>
                  <a:pt x="0" y="210"/>
                  <a:pt x="7" y="178"/>
                  <a:pt x="19" y="149"/>
                </a:cubicBezTo>
                <a:cubicBezTo>
                  <a:pt x="32" y="119"/>
                  <a:pt x="49" y="93"/>
                  <a:pt x="71" y="72"/>
                </a:cubicBezTo>
                <a:cubicBezTo>
                  <a:pt x="93" y="50"/>
                  <a:pt x="119" y="33"/>
                  <a:pt x="148" y="20"/>
                </a:cubicBezTo>
                <a:cubicBezTo>
                  <a:pt x="178" y="6"/>
                  <a:pt x="209" y="0"/>
                  <a:pt x="243" y="0"/>
                </a:cubicBezTo>
                <a:cubicBezTo>
                  <a:pt x="276" y="0"/>
                  <a:pt x="308" y="6"/>
                  <a:pt x="338" y="20"/>
                </a:cubicBezTo>
                <a:cubicBezTo>
                  <a:pt x="368" y="33"/>
                  <a:pt x="394" y="50"/>
                  <a:pt x="415" y="72"/>
                </a:cubicBezTo>
                <a:cubicBezTo>
                  <a:pt x="437" y="93"/>
                  <a:pt x="455" y="119"/>
                  <a:pt x="467" y="149"/>
                </a:cubicBezTo>
                <a:cubicBezTo>
                  <a:pt x="480" y="178"/>
                  <a:pt x="486" y="210"/>
                  <a:pt x="486" y="243"/>
                </a:cubicBezTo>
                <a:cubicBezTo>
                  <a:pt x="486" y="277"/>
                  <a:pt x="480" y="308"/>
                  <a:pt x="467" y="338"/>
                </a:cubicBezTo>
                <a:cubicBezTo>
                  <a:pt x="455" y="367"/>
                  <a:pt x="437" y="393"/>
                  <a:pt x="415" y="415"/>
                </a:cubicBezTo>
                <a:cubicBezTo>
                  <a:pt x="394" y="437"/>
                  <a:pt x="368" y="454"/>
                  <a:pt x="338" y="467"/>
                </a:cubicBezTo>
                <a:cubicBezTo>
                  <a:pt x="308" y="479"/>
                  <a:pt x="276" y="486"/>
                  <a:pt x="243" y="486"/>
                </a:cubicBezTo>
                <a:cubicBezTo>
                  <a:pt x="209" y="486"/>
                  <a:pt x="178" y="479"/>
                  <a:pt x="148" y="467"/>
                </a:cubicBezTo>
                <a:moveTo>
                  <a:pt x="243" y="449"/>
                </a:moveTo>
                <a:cubicBezTo>
                  <a:pt x="268" y="449"/>
                  <a:pt x="291" y="445"/>
                  <a:pt x="314" y="437"/>
                </a:cubicBezTo>
                <a:cubicBezTo>
                  <a:pt x="338" y="429"/>
                  <a:pt x="358" y="417"/>
                  <a:pt x="377" y="401"/>
                </a:cubicBezTo>
                <a:lnTo>
                  <a:pt x="85" y="110"/>
                </a:lnTo>
                <a:cubicBezTo>
                  <a:pt x="70" y="129"/>
                  <a:pt x="58" y="150"/>
                  <a:pt x="49" y="172"/>
                </a:cubicBezTo>
                <a:cubicBezTo>
                  <a:pt x="41" y="195"/>
                  <a:pt x="37" y="219"/>
                  <a:pt x="37" y="243"/>
                </a:cubicBezTo>
                <a:cubicBezTo>
                  <a:pt x="37" y="301"/>
                  <a:pt x="57" y="350"/>
                  <a:pt x="97" y="389"/>
                </a:cubicBezTo>
                <a:cubicBezTo>
                  <a:pt x="137" y="429"/>
                  <a:pt x="185" y="449"/>
                  <a:pt x="243" y="449"/>
                </a:cubicBezTo>
                <a:moveTo>
                  <a:pt x="401" y="376"/>
                </a:moveTo>
                <a:cubicBezTo>
                  <a:pt x="416" y="358"/>
                  <a:pt x="428" y="337"/>
                  <a:pt x="437" y="315"/>
                </a:cubicBezTo>
                <a:cubicBezTo>
                  <a:pt x="446" y="292"/>
                  <a:pt x="450" y="268"/>
                  <a:pt x="450" y="243"/>
                </a:cubicBezTo>
                <a:cubicBezTo>
                  <a:pt x="450" y="186"/>
                  <a:pt x="430" y="137"/>
                  <a:pt x="390" y="97"/>
                </a:cubicBezTo>
                <a:cubicBezTo>
                  <a:pt x="350" y="57"/>
                  <a:pt x="300" y="37"/>
                  <a:pt x="243" y="37"/>
                </a:cubicBezTo>
                <a:cubicBezTo>
                  <a:pt x="218" y="37"/>
                  <a:pt x="195" y="41"/>
                  <a:pt x="172" y="50"/>
                </a:cubicBezTo>
                <a:cubicBezTo>
                  <a:pt x="149" y="58"/>
                  <a:pt x="129" y="70"/>
                  <a:pt x="110" y="86"/>
                </a:cubicBezTo>
                <a:lnTo>
                  <a:pt x="401" y="376"/>
                </a:lnTo>
                <a:moveTo>
                  <a:pt x="243" y="243"/>
                </a:moveTo>
                <a:lnTo>
                  <a:pt x="243" y="243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16" name=""/>
          <p:cNvSpPr txBox="1"/>
          <p:nvPr/>
        </p:nvSpPr>
        <p:spPr>
          <a:xfrm>
            <a:off x="1257120" y="334440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ASI03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身元と権限の悪用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7" name=""/>
          <p:cNvSpPr/>
          <p:nvPr/>
        </p:nvSpPr>
        <p:spPr>
          <a:xfrm>
            <a:off x="7370640" y="339876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4"/>
                </a:moveTo>
                <a:lnTo>
                  <a:pt x="379" y="182"/>
                </a:lnTo>
                <a:lnTo>
                  <a:pt x="351" y="155"/>
                </a:lnTo>
                <a:lnTo>
                  <a:pt x="208" y="298"/>
                </a:lnTo>
                <a:lnTo>
                  <a:pt x="134" y="226"/>
                </a:lnTo>
                <a:lnTo>
                  <a:pt x="107" y="253"/>
                </a:lnTo>
                <a:lnTo>
                  <a:pt x="208" y="354"/>
                </a:lnTo>
                <a:moveTo>
                  <a:pt x="243" y="486"/>
                </a:moveTo>
                <a:cubicBezTo>
                  <a:pt x="210" y="486"/>
                  <a:pt x="179" y="479"/>
                  <a:pt x="149" y="467"/>
                </a:cubicBezTo>
                <a:cubicBezTo>
                  <a:pt x="119" y="454"/>
                  <a:pt x="93" y="437"/>
                  <a:pt x="71" y="415"/>
                </a:cubicBezTo>
                <a:cubicBezTo>
                  <a:pt x="49" y="393"/>
                  <a:pt x="32" y="367"/>
                  <a:pt x="19" y="337"/>
                </a:cubicBezTo>
                <a:cubicBezTo>
                  <a:pt x="6" y="308"/>
                  <a:pt x="0" y="276"/>
                  <a:pt x="0" y="243"/>
                </a:cubicBezTo>
                <a:cubicBezTo>
                  <a:pt x="0" y="210"/>
                  <a:pt x="6" y="178"/>
                  <a:pt x="19" y="149"/>
                </a:cubicBezTo>
                <a:cubicBezTo>
                  <a:pt x="32" y="119"/>
                  <a:pt x="49" y="93"/>
                  <a:pt x="71" y="72"/>
                </a:cubicBezTo>
                <a:cubicBezTo>
                  <a:pt x="93" y="50"/>
                  <a:pt x="119" y="33"/>
                  <a:pt x="149" y="20"/>
                </a:cubicBezTo>
                <a:cubicBezTo>
                  <a:pt x="179" y="6"/>
                  <a:pt x="210" y="0"/>
                  <a:pt x="243" y="0"/>
                </a:cubicBezTo>
                <a:cubicBezTo>
                  <a:pt x="277" y="0"/>
                  <a:pt x="308" y="6"/>
                  <a:pt x="338" y="20"/>
                </a:cubicBezTo>
                <a:cubicBezTo>
                  <a:pt x="367" y="33"/>
                  <a:pt x="393" y="50"/>
                  <a:pt x="415" y="72"/>
                </a:cubicBezTo>
                <a:cubicBezTo>
                  <a:pt x="437" y="93"/>
                  <a:pt x="454" y="119"/>
                  <a:pt x="467" y="149"/>
                </a:cubicBezTo>
                <a:cubicBezTo>
                  <a:pt x="480" y="178"/>
                  <a:pt x="486" y="210"/>
                  <a:pt x="486" y="243"/>
                </a:cubicBezTo>
                <a:cubicBezTo>
                  <a:pt x="486" y="276"/>
                  <a:pt x="480" y="308"/>
                  <a:pt x="467" y="337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7" y="454"/>
                  <a:pt x="338" y="467"/>
                </a:cubicBezTo>
                <a:cubicBezTo>
                  <a:pt x="308" y="479"/>
                  <a:pt x="277" y="486"/>
                  <a:pt x="243" y="486"/>
                </a:cubicBezTo>
                <a:moveTo>
                  <a:pt x="243" y="449"/>
                </a:moveTo>
                <a:cubicBezTo>
                  <a:pt x="301" y="449"/>
                  <a:pt x="349" y="429"/>
                  <a:pt x="390" y="389"/>
                </a:cubicBezTo>
                <a:cubicBezTo>
                  <a:pt x="430" y="349"/>
                  <a:pt x="450" y="300"/>
                  <a:pt x="450" y="243"/>
                </a:cubicBezTo>
                <a:cubicBezTo>
                  <a:pt x="450" y="186"/>
                  <a:pt x="430" y="137"/>
                  <a:pt x="390" y="97"/>
                </a:cubicBezTo>
                <a:cubicBezTo>
                  <a:pt x="349" y="57"/>
                  <a:pt x="301" y="37"/>
                  <a:pt x="243" y="37"/>
                </a:cubicBezTo>
                <a:cubicBezTo>
                  <a:pt x="186" y="37"/>
                  <a:pt x="137" y="57"/>
                  <a:pt x="97" y="97"/>
                </a:cubicBezTo>
                <a:cubicBezTo>
                  <a:pt x="56" y="137"/>
                  <a:pt x="36" y="186"/>
                  <a:pt x="36" y="243"/>
                </a:cubicBezTo>
                <a:cubicBezTo>
                  <a:pt x="36" y="300"/>
                  <a:pt x="56" y="349"/>
                  <a:pt x="97" y="389"/>
                </a:cubicBezTo>
                <a:cubicBezTo>
                  <a:pt x="137" y="429"/>
                  <a:pt x="186" y="449"/>
                  <a:pt x="243" y="449"/>
                </a:cubicBezTo>
                <a:moveTo>
                  <a:pt x="243" y="243"/>
                </a:moveTo>
                <a:lnTo>
                  <a:pt x="243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4762440" y="33444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認証を引き継ぐ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9" name=""/>
          <p:cNvSpPr txBox="1"/>
          <p:nvPr/>
        </p:nvSpPr>
        <p:spPr>
          <a:xfrm>
            <a:off x="7620120" y="3344400"/>
            <a:ext cx="2561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権限と期限を絞った認証だけ渡す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20" name=""/>
          <p:cNvSpPr/>
          <p:nvPr/>
        </p:nvSpPr>
        <p:spPr>
          <a:xfrm>
            <a:off x="4512960" y="376056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148" y="466"/>
                </a:moveTo>
                <a:cubicBezTo>
                  <a:pt x="119" y="453"/>
                  <a:pt x="93" y="436"/>
                  <a:pt x="71" y="414"/>
                </a:cubicBezTo>
                <a:cubicBezTo>
                  <a:pt x="49" y="392"/>
                  <a:pt x="32" y="367"/>
                  <a:pt x="19" y="337"/>
                </a:cubicBezTo>
                <a:cubicBezTo>
                  <a:pt x="7" y="308"/>
                  <a:pt x="0" y="276"/>
                  <a:pt x="0" y="243"/>
                </a:cubicBezTo>
                <a:cubicBezTo>
                  <a:pt x="0" y="209"/>
                  <a:pt x="7" y="178"/>
                  <a:pt x="19" y="148"/>
                </a:cubicBezTo>
                <a:cubicBezTo>
                  <a:pt x="32" y="119"/>
                  <a:pt x="49" y="93"/>
                  <a:pt x="71" y="71"/>
                </a:cubicBezTo>
                <a:cubicBezTo>
                  <a:pt x="93" y="49"/>
                  <a:pt x="119" y="32"/>
                  <a:pt x="148" y="19"/>
                </a:cubicBezTo>
                <a:cubicBezTo>
                  <a:pt x="178" y="6"/>
                  <a:pt x="209" y="0"/>
                  <a:pt x="243" y="0"/>
                </a:cubicBezTo>
                <a:cubicBezTo>
                  <a:pt x="276" y="0"/>
                  <a:pt x="308" y="6"/>
                  <a:pt x="338" y="19"/>
                </a:cubicBezTo>
                <a:cubicBezTo>
                  <a:pt x="368" y="32"/>
                  <a:pt x="394" y="49"/>
                  <a:pt x="415" y="71"/>
                </a:cubicBezTo>
                <a:cubicBezTo>
                  <a:pt x="437" y="93"/>
                  <a:pt x="455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8"/>
                  <a:pt x="467" y="337"/>
                </a:cubicBezTo>
                <a:cubicBezTo>
                  <a:pt x="455" y="367"/>
                  <a:pt x="437" y="392"/>
                  <a:pt x="415" y="414"/>
                </a:cubicBezTo>
                <a:cubicBezTo>
                  <a:pt x="394" y="436"/>
                  <a:pt x="368" y="453"/>
                  <a:pt x="338" y="466"/>
                </a:cubicBezTo>
                <a:cubicBezTo>
                  <a:pt x="308" y="480"/>
                  <a:pt x="276" y="486"/>
                  <a:pt x="243" y="486"/>
                </a:cubicBezTo>
                <a:cubicBezTo>
                  <a:pt x="209" y="486"/>
                  <a:pt x="178" y="480"/>
                  <a:pt x="148" y="466"/>
                </a:cubicBezTo>
                <a:moveTo>
                  <a:pt x="243" y="449"/>
                </a:moveTo>
                <a:cubicBezTo>
                  <a:pt x="268" y="449"/>
                  <a:pt x="291" y="445"/>
                  <a:pt x="314" y="436"/>
                </a:cubicBezTo>
                <a:cubicBezTo>
                  <a:pt x="338" y="428"/>
                  <a:pt x="358" y="416"/>
                  <a:pt x="377" y="400"/>
                </a:cubicBezTo>
                <a:lnTo>
                  <a:pt x="85" y="110"/>
                </a:lnTo>
                <a:cubicBezTo>
                  <a:pt x="70" y="128"/>
                  <a:pt x="58" y="149"/>
                  <a:pt x="49" y="172"/>
                </a:cubicBezTo>
                <a:cubicBezTo>
                  <a:pt x="41" y="195"/>
                  <a:pt x="37" y="218"/>
                  <a:pt x="37" y="243"/>
                </a:cubicBezTo>
                <a:cubicBezTo>
                  <a:pt x="37" y="300"/>
                  <a:pt x="57" y="349"/>
                  <a:pt x="97" y="389"/>
                </a:cubicBezTo>
                <a:cubicBezTo>
                  <a:pt x="137" y="429"/>
                  <a:pt x="185" y="449"/>
                  <a:pt x="243" y="449"/>
                </a:cubicBezTo>
                <a:moveTo>
                  <a:pt x="401" y="375"/>
                </a:moveTo>
                <a:cubicBezTo>
                  <a:pt x="416" y="357"/>
                  <a:pt x="428" y="337"/>
                  <a:pt x="437" y="314"/>
                </a:cubicBezTo>
                <a:cubicBezTo>
                  <a:pt x="446" y="291"/>
                  <a:pt x="450" y="267"/>
                  <a:pt x="450" y="243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50" y="56"/>
                  <a:pt x="300" y="37"/>
                  <a:pt x="243" y="37"/>
                </a:cubicBezTo>
                <a:cubicBezTo>
                  <a:pt x="218" y="37"/>
                  <a:pt x="195" y="41"/>
                  <a:pt x="172" y="49"/>
                </a:cubicBezTo>
                <a:cubicBezTo>
                  <a:pt x="149" y="58"/>
                  <a:pt x="129" y="70"/>
                  <a:pt x="110" y="86"/>
                </a:cubicBezTo>
                <a:lnTo>
                  <a:pt x="401" y="375"/>
                </a:lnTo>
                <a:moveTo>
                  <a:pt x="243" y="243"/>
                </a:moveTo>
                <a:lnTo>
                  <a:pt x="243" y="243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1" name=""/>
          <p:cNvSpPr txBox="1"/>
          <p:nvPr/>
        </p:nvSpPr>
        <p:spPr>
          <a:xfrm>
            <a:off x="1257120" y="370620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ASI04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供給網のぜい弱性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22" name=""/>
          <p:cNvSpPr/>
          <p:nvPr/>
        </p:nvSpPr>
        <p:spPr>
          <a:xfrm>
            <a:off x="7370640" y="376056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3"/>
                </a:moveTo>
                <a:lnTo>
                  <a:pt x="379" y="181"/>
                </a:lnTo>
                <a:lnTo>
                  <a:pt x="351" y="154"/>
                </a:lnTo>
                <a:lnTo>
                  <a:pt x="208" y="298"/>
                </a:lnTo>
                <a:lnTo>
                  <a:pt x="134" y="225"/>
                </a:lnTo>
                <a:lnTo>
                  <a:pt x="107" y="252"/>
                </a:lnTo>
                <a:lnTo>
                  <a:pt x="208" y="353"/>
                </a:lnTo>
                <a:moveTo>
                  <a:pt x="243" y="486"/>
                </a:moveTo>
                <a:cubicBezTo>
                  <a:pt x="210" y="486"/>
                  <a:pt x="179" y="480"/>
                  <a:pt x="149" y="466"/>
                </a:cubicBezTo>
                <a:cubicBezTo>
                  <a:pt x="119" y="453"/>
                  <a:pt x="93" y="436"/>
                  <a:pt x="71" y="414"/>
                </a:cubicBezTo>
                <a:cubicBezTo>
                  <a:pt x="49" y="392"/>
                  <a:pt x="32" y="366"/>
                  <a:pt x="19" y="337"/>
                </a:cubicBezTo>
                <a:cubicBezTo>
                  <a:pt x="6" y="307"/>
                  <a:pt x="0" y="276"/>
                  <a:pt x="0" y="243"/>
                </a:cubicBezTo>
                <a:cubicBezTo>
                  <a:pt x="0" y="209"/>
                  <a:pt x="6" y="178"/>
                  <a:pt x="19" y="148"/>
                </a:cubicBezTo>
                <a:cubicBezTo>
                  <a:pt x="32" y="119"/>
                  <a:pt x="49" y="93"/>
                  <a:pt x="71" y="71"/>
                </a:cubicBezTo>
                <a:cubicBezTo>
                  <a:pt x="93" y="49"/>
                  <a:pt x="119" y="32"/>
                  <a:pt x="149" y="19"/>
                </a:cubicBezTo>
                <a:cubicBezTo>
                  <a:pt x="179" y="6"/>
                  <a:pt x="210" y="0"/>
                  <a:pt x="243" y="0"/>
                </a:cubicBezTo>
                <a:cubicBezTo>
                  <a:pt x="277" y="0"/>
                  <a:pt x="308" y="6"/>
                  <a:pt x="338" y="19"/>
                </a:cubicBezTo>
                <a:cubicBezTo>
                  <a:pt x="367" y="32"/>
                  <a:pt x="393" y="49"/>
                  <a:pt x="415" y="71"/>
                </a:cubicBezTo>
                <a:cubicBezTo>
                  <a:pt x="437" y="93"/>
                  <a:pt x="454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7"/>
                  <a:pt x="467" y="337"/>
                </a:cubicBezTo>
                <a:cubicBezTo>
                  <a:pt x="454" y="366"/>
                  <a:pt x="437" y="392"/>
                  <a:pt x="415" y="414"/>
                </a:cubicBezTo>
                <a:cubicBezTo>
                  <a:pt x="393" y="436"/>
                  <a:pt x="367" y="453"/>
                  <a:pt x="338" y="466"/>
                </a:cubicBezTo>
                <a:cubicBezTo>
                  <a:pt x="308" y="480"/>
                  <a:pt x="277" y="486"/>
                  <a:pt x="243" y="486"/>
                </a:cubicBezTo>
                <a:moveTo>
                  <a:pt x="243" y="449"/>
                </a:moveTo>
                <a:cubicBezTo>
                  <a:pt x="301" y="449"/>
                  <a:pt x="349" y="429"/>
                  <a:pt x="390" y="388"/>
                </a:cubicBezTo>
                <a:cubicBezTo>
                  <a:pt x="430" y="348"/>
                  <a:pt x="450" y="300"/>
                  <a:pt x="450" y="243"/>
                </a:cubicBezTo>
                <a:cubicBezTo>
                  <a:pt x="450" y="185"/>
                  <a:pt x="430" y="137"/>
                  <a:pt x="390" y="97"/>
                </a:cubicBezTo>
                <a:cubicBezTo>
                  <a:pt x="349" y="57"/>
                  <a:pt x="301" y="37"/>
                  <a:pt x="243" y="37"/>
                </a:cubicBezTo>
                <a:cubicBezTo>
                  <a:pt x="186" y="37"/>
                  <a:pt x="137" y="57"/>
                  <a:pt x="97" y="97"/>
                </a:cubicBezTo>
                <a:cubicBezTo>
                  <a:pt x="56" y="137"/>
                  <a:pt x="36" y="185"/>
                  <a:pt x="36" y="243"/>
                </a:cubicBezTo>
                <a:cubicBezTo>
                  <a:pt x="36" y="300"/>
                  <a:pt x="56" y="348"/>
                  <a:pt x="97" y="388"/>
                </a:cubicBezTo>
                <a:cubicBezTo>
                  <a:pt x="137" y="429"/>
                  <a:pt x="186" y="449"/>
                  <a:pt x="243" y="449"/>
                </a:cubicBezTo>
                <a:moveTo>
                  <a:pt x="243" y="243"/>
                </a:moveTo>
                <a:lnTo>
                  <a:pt x="243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3" name=""/>
          <p:cNvSpPr txBox="1"/>
          <p:nvPr/>
        </p:nvSpPr>
        <p:spPr>
          <a:xfrm>
            <a:off x="4762440" y="370620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外部の部品を取り込む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24" name=""/>
          <p:cNvSpPr txBox="1"/>
          <p:nvPr/>
        </p:nvSpPr>
        <p:spPr>
          <a:xfrm>
            <a:off x="7620120" y="370620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確かめた部品だけ取り込む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25" name=""/>
          <p:cNvSpPr/>
          <p:nvPr/>
        </p:nvSpPr>
        <p:spPr>
          <a:xfrm>
            <a:off x="4512960" y="412272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148" y="467"/>
                </a:moveTo>
                <a:cubicBezTo>
                  <a:pt x="119" y="454"/>
                  <a:pt x="93" y="437"/>
                  <a:pt x="71" y="414"/>
                </a:cubicBezTo>
                <a:cubicBezTo>
                  <a:pt x="49" y="392"/>
                  <a:pt x="32" y="366"/>
                  <a:pt x="19" y="337"/>
                </a:cubicBezTo>
                <a:cubicBezTo>
                  <a:pt x="7" y="307"/>
                  <a:pt x="0" y="276"/>
                  <a:pt x="0" y="242"/>
                </a:cubicBezTo>
                <a:cubicBezTo>
                  <a:pt x="0" y="209"/>
                  <a:pt x="7" y="177"/>
                  <a:pt x="19" y="147"/>
                </a:cubicBezTo>
                <a:cubicBezTo>
                  <a:pt x="32" y="118"/>
                  <a:pt x="49" y="92"/>
                  <a:pt x="71" y="70"/>
                </a:cubicBezTo>
                <a:cubicBezTo>
                  <a:pt x="93" y="49"/>
                  <a:pt x="119" y="31"/>
                  <a:pt x="148" y="19"/>
                </a:cubicBezTo>
                <a:cubicBezTo>
                  <a:pt x="178" y="6"/>
                  <a:pt x="209" y="0"/>
                  <a:pt x="243" y="0"/>
                </a:cubicBezTo>
                <a:cubicBezTo>
                  <a:pt x="276" y="0"/>
                  <a:pt x="308" y="6"/>
                  <a:pt x="338" y="19"/>
                </a:cubicBezTo>
                <a:cubicBezTo>
                  <a:pt x="368" y="31"/>
                  <a:pt x="394" y="49"/>
                  <a:pt x="415" y="70"/>
                </a:cubicBezTo>
                <a:cubicBezTo>
                  <a:pt x="437" y="92"/>
                  <a:pt x="455" y="118"/>
                  <a:pt x="467" y="147"/>
                </a:cubicBezTo>
                <a:cubicBezTo>
                  <a:pt x="480" y="177"/>
                  <a:pt x="486" y="209"/>
                  <a:pt x="486" y="242"/>
                </a:cubicBezTo>
                <a:cubicBezTo>
                  <a:pt x="486" y="276"/>
                  <a:pt x="480" y="307"/>
                  <a:pt x="467" y="337"/>
                </a:cubicBezTo>
                <a:cubicBezTo>
                  <a:pt x="455" y="366"/>
                  <a:pt x="437" y="392"/>
                  <a:pt x="415" y="414"/>
                </a:cubicBezTo>
                <a:cubicBezTo>
                  <a:pt x="394" y="437"/>
                  <a:pt x="368" y="454"/>
                  <a:pt x="338" y="467"/>
                </a:cubicBezTo>
                <a:cubicBezTo>
                  <a:pt x="308" y="479"/>
                  <a:pt x="276" y="486"/>
                  <a:pt x="243" y="486"/>
                </a:cubicBezTo>
                <a:cubicBezTo>
                  <a:pt x="209" y="486"/>
                  <a:pt x="178" y="479"/>
                  <a:pt x="148" y="467"/>
                </a:cubicBezTo>
                <a:moveTo>
                  <a:pt x="243" y="449"/>
                </a:moveTo>
                <a:cubicBezTo>
                  <a:pt x="268" y="449"/>
                  <a:pt x="291" y="445"/>
                  <a:pt x="314" y="437"/>
                </a:cubicBezTo>
                <a:cubicBezTo>
                  <a:pt x="338" y="428"/>
                  <a:pt x="358" y="415"/>
                  <a:pt x="377" y="400"/>
                </a:cubicBezTo>
                <a:lnTo>
                  <a:pt x="85" y="109"/>
                </a:lnTo>
                <a:cubicBezTo>
                  <a:pt x="70" y="128"/>
                  <a:pt x="58" y="149"/>
                  <a:pt x="49" y="171"/>
                </a:cubicBezTo>
                <a:cubicBezTo>
                  <a:pt x="41" y="194"/>
                  <a:pt x="37" y="218"/>
                  <a:pt x="37" y="242"/>
                </a:cubicBezTo>
                <a:cubicBezTo>
                  <a:pt x="37" y="300"/>
                  <a:pt x="57" y="348"/>
                  <a:pt x="97" y="388"/>
                </a:cubicBezTo>
                <a:cubicBezTo>
                  <a:pt x="137" y="428"/>
                  <a:pt x="185" y="449"/>
                  <a:pt x="243" y="449"/>
                </a:cubicBezTo>
                <a:moveTo>
                  <a:pt x="401" y="375"/>
                </a:moveTo>
                <a:cubicBezTo>
                  <a:pt x="416" y="357"/>
                  <a:pt x="428" y="336"/>
                  <a:pt x="437" y="313"/>
                </a:cubicBezTo>
                <a:cubicBezTo>
                  <a:pt x="446" y="290"/>
                  <a:pt x="450" y="267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50" y="56"/>
                  <a:pt x="300" y="36"/>
                  <a:pt x="243" y="36"/>
                </a:cubicBezTo>
                <a:cubicBezTo>
                  <a:pt x="218" y="36"/>
                  <a:pt x="195" y="40"/>
                  <a:pt x="172" y="49"/>
                </a:cubicBezTo>
                <a:cubicBezTo>
                  <a:pt x="149" y="57"/>
                  <a:pt x="129" y="69"/>
                  <a:pt x="110" y="85"/>
                </a:cubicBezTo>
                <a:lnTo>
                  <a:pt x="401" y="375"/>
                </a:lnTo>
                <a:moveTo>
                  <a:pt x="243" y="242"/>
                </a:moveTo>
                <a:lnTo>
                  <a:pt x="243" y="242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6" name=""/>
          <p:cNvSpPr txBox="1"/>
          <p:nvPr/>
        </p:nvSpPr>
        <p:spPr>
          <a:xfrm>
            <a:off x="1257120" y="4068360"/>
            <a:ext cx="2069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ASI05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想定外のコード実行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27" name=""/>
          <p:cNvSpPr/>
          <p:nvPr/>
        </p:nvSpPr>
        <p:spPr>
          <a:xfrm>
            <a:off x="7370640" y="412272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2"/>
                </a:moveTo>
                <a:lnTo>
                  <a:pt x="379" y="181"/>
                </a:lnTo>
                <a:lnTo>
                  <a:pt x="351" y="154"/>
                </a:lnTo>
                <a:lnTo>
                  <a:pt x="208" y="297"/>
                </a:lnTo>
                <a:lnTo>
                  <a:pt x="134" y="224"/>
                </a:lnTo>
                <a:lnTo>
                  <a:pt x="107" y="252"/>
                </a:lnTo>
                <a:lnTo>
                  <a:pt x="208" y="352"/>
                </a:lnTo>
                <a:moveTo>
                  <a:pt x="243" y="486"/>
                </a:moveTo>
                <a:cubicBezTo>
                  <a:pt x="210" y="486"/>
                  <a:pt x="179" y="479"/>
                  <a:pt x="149" y="467"/>
                </a:cubicBezTo>
                <a:cubicBezTo>
                  <a:pt x="119" y="454"/>
                  <a:pt x="93" y="436"/>
                  <a:pt x="71" y="413"/>
                </a:cubicBezTo>
                <a:cubicBezTo>
                  <a:pt x="49" y="391"/>
                  <a:pt x="32" y="366"/>
                  <a:pt x="19" y="336"/>
                </a:cubicBezTo>
                <a:cubicBezTo>
                  <a:pt x="6" y="307"/>
                  <a:pt x="0" y="275"/>
                  <a:pt x="0" y="242"/>
                </a:cubicBezTo>
                <a:cubicBezTo>
                  <a:pt x="0" y="209"/>
                  <a:pt x="6" y="177"/>
                  <a:pt x="19" y="147"/>
                </a:cubicBezTo>
                <a:cubicBezTo>
                  <a:pt x="32" y="118"/>
                  <a:pt x="49" y="92"/>
                  <a:pt x="71" y="70"/>
                </a:cubicBezTo>
                <a:cubicBezTo>
                  <a:pt x="93" y="49"/>
                  <a:pt x="119" y="31"/>
                  <a:pt x="149" y="19"/>
                </a:cubicBezTo>
                <a:cubicBezTo>
                  <a:pt x="179" y="6"/>
                  <a:pt x="210" y="0"/>
                  <a:pt x="243" y="0"/>
                </a:cubicBezTo>
                <a:cubicBezTo>
                  <a:pt x="277" y="0"/>
                  <a:pt x="308" y="6"/>
                  <a:pt x="338" y="19"/>
                </a:cubicBezTo>
                <a:cubicBezTo>
                  <a:pt x="367" y="31"/>
                  <a:pt x="393" y="49"/>
                  <a:pt x="415" y="70"/>
                </a:cubicBezTo>
                <a:cubicBezTo>
                  <a:pt x="437" y="92"/>
                  <a:pt x="454" y="118"/>
                  <a:pt x="467" y="147"/>
                </a:cubicBezTo>
                <a:cubicBezTo>
                  <a:pt x="480" y="177"/>
                  <a:pt x="486" y="209"/>
                  <a:pt x="486" y="242"/>
                </a:cubicBezTo>
                <a:cubicBezTo>
                  <a:pt x="486" y="275"/>
                  <a:pt x="480" y="307"/>
                  <a:pt x="467" y="336"/>
                </a:cubicBezTo>
                <a:cubicBezTo>
                  <a:pt x="454" y="366"/>
                  <a:pt x="437" y="391"/>
                  <a:pt x="415" y="413"/>
                </a:cubicBezTo>
                <a:cubicBezTo>
                  <a:pt x="393" y="436"/>
                  <a:pt x="367" y="454"/>
                  <a:pt x="338" y="467"/>
                </a:cubicBezTo>
                <a:cubicBezTo>
                  <a:pt x="308" y="479"/>
                  <a:pt x="277" y="486"/>
                  <a:pt x="243" y="486"/>
                </a:cubicBezTo>
                <a:moveTo>
                  <a:pt x="243" y="449"/>
                </a:moveTo>
                <a:cubicBezTo>
                  <a:pt x="301" y="449"/>
                  <a:pt x="349" y="428"/>
                  <a:pt x="390" y="388"/>
                </a:cubicBezTo>
                <a:cubicBezTo>
                  <a:pt x="430" y="348"/>
                  <a:pt x="450" y="299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49" y="56"/>
                  <a:pt x="301" y="36"/>
                  <a:pt x="243" y="36"/>
                </a:cubicBezTo>
                <a:cubicBezTo>
                  <a:pt x="186" y="36"/>
                  <a:pt x="137" y="56"/>
                  <a:pt x="97" y="96"/>
                </a:cubicBezTo>
                <a:cubicBezTo>
                  <a:pt x="56" y="136"/>
                  <a:pt x="36" y="185"/>
                  <a:pt x="36" y="242"/>
                </a:cubicBezTo>
                <a:cubicBezTo>
                  <a:pt x="36" y="299"/>
                  <a:pt x="56" y="348"/>
                  <a:pt x="97" y="388"/>
                </a:cubicBezTo>
                <a:cubicBezTo>
                  <a:pt x="137" y="428"/>
                  <a:pt x="186" y="449"/>
                  <a:pt x="243" y="449"/>
                </a:cubicBezTo>
                <a:moveTo>
                  <a:pt x="243" y="242"/>
                </a:moveTo>
                <a:lnTo>
                  <a:pt x="243" y="24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8" name=""/>
          <p:cNvSpPr txBox="1"/>
          <p:nvPr/>
        </p:nvSpPr>
        <p:spPr>
          <a:xfrm>
            <a:off x="4762440" y="406836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成果物をホストで動かす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29" name=""/>
          <p:cNvSpPr txBox="1"/>
          <p:nvPr/>
        </p:nvSpPr>
        <p:spPr>
          <a:xfrm>
            <a:off x="7620120" y="4068360"/>
            <a:ext cx="2390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成果物はコンテナの中で動かす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0" name=""/>
          <p:cNvSpPr/>
          <p:nvPr/>
        </p:nvSpPr>
        <p:spPr>
          <a:xfrm>
            <a:off x="4512960" y="448452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148" y="467"/>
                </a:moveTo>
                <a:cubicBezTo>
                  <a:pt x="119" y="454"/>
                  <a:pt x="93" y="437"/>
                  <a:pt x="71" y="415"/>
                </a:cubicBezTo>
                <a:cubicBezTo>
                  <a:pt x="49" y="392"/>
                  <a:pt x="32" y="367"/>
                  <a:pt x="19" y="337"/>
                </a:cubicBezTo>
                <a:cubicBezTo>
                  <a:pt x="7" y="308"/>
                  <a:pt x="0" y="276"/>
                  <a:pt x="0" y="242"/>
                </a:cubicBezTo>
                <a:cubicBezTo>
                  <a:pt x="0" y="209"/>
                  <a:pt x="7" y="177"/>
                  <a:pt x="19" y="148"/>
                </a:cubicBezTo>
                <a:cubicBezTo>
                  <a:pt x="32" y="118"/>
                  <a:pt x="49" y="93"/>
                  <a:pt x="71" y="71"/>
                </a:cubicBezTo>
                <a:cubicBezTo>
                  <a:pt x="93" y="49"/>
                  <a:pt x="119" y="32"/>
                  <a:pt x="148" y="19"/>
                </a:cubicBezTo>
                <a:cubicBezTo>
                  <a:pt x="178" y="6"/>
                  <a:pt x="209" y="0"/>
                  <a:pt x="243" y="0"/>
                </a:cubicBezTo>
                <a:cubicBezTo>
                  <a:pt x="276" y="0"/>
                  <a:pt x="308" y="6"/>
                  <a:pt x="338" y="19"/>
                </a:cubicBezTo>
                <a:cubicBezTo>
                  <a:pt x="368" y="32"/>
                  <a:pt x="394" y="49"/>
                  <a:pt x="415" y="71"/>
                </a:cubicBezTo>
                <a:cubicBezTo>
                  <a:pt x="437" y="93"/>
                  <a:pt x="455" y="118"/>
                  <a:pt x="467" y="148"/>
                </a:cubicBezTo>
                <a:cubicBezTo>
                  <a:pt x="480" y="177"/>
                  <a:pt x="486" y="209"/>
                  <a:pt x="486" y="242"/>
                </a:cubicBezTo>
                <a:cubicBezTo>
                  <a:pt x="486" y="276"/>
                  <a:pt x="480" y="308"/>
                  <a:pt x="467" y="337"/>
                </a:cubicBezTo>
                <a:cubicBezTo>
                  <a:pt x="455" y="367"/>
                  <a:pt x="437" y="392"/>
                  <a:pt x="415" y="415"/>
                </a:cubicBezTo>
                <a:cubicBezTo>
                  <a:pt x="394" y="437"/>
                  <a:pt x="368" y="454"/>
                  <a:pt x="338" y="467"/>
                </a:cubicBezTo>
                <a:cubicBezTo>
                  <a:pt x="308" y="480"/>
                  <a:pt x="276" y="486"/>
                  <a:pt x="243" y="486"/>
                </a:cubicBezTo>
                <a:cubicBezTo>
                  <a:pt x="209" y="486"/>
                  <a:pt x="178" y="480"/>
                  <a:pt x="148" y="467"/>
                </a:cubicBezTo>
                <a:moveTo>
                  <a:pt x="243" y="450"/>
                </a:moveTo>
                <a:cubicBezTo>
                  <a:pt x="268" y="450"/>
                  <a:pt x="291" y="446"/>
                  <a:pt x="314" y="437"/>
                </a:cubicBezTo>
                <a:cubicBezTo>
                  <a:pt x="338" y="429"/>
                  <a:pt x="358" y="417"/>
                  <a:pt x="377" y="401"/>
                </a:cubicBezTo>
                <a:lnTo>
                  <a:pt x="85" y="110"/>
                </a:lnTo>
                <a:cubicBezTo>
                  <a:pt x="70" y="128"/>
                  <a:pt x="58" y="149"/>
                  <a:pt x="49" y="172"/>
                </a:cubicBezTo>
                <a:cubicBezTo>
                  <a:pt x="41" y="194"/>
                  <a:pt x="37" y="218"/>
                  <a:pt x="37" y="242"/>
                </a:cubicBezTo>
                <a:cubicBezTo>
                  <a:pt x="37" y="300"/>
                  <a:pt x="57" y="349"/>
                  <a:pt x="97" y="389"/>
                </a:cubicBezTo>
                <a:cubicBezTo>
                  <a:pt x="137" y="430"/>
                  <a:pt x="185" y="450"/>
                  <a:pt x="243" y="450"/>
                </a:cubicBezTo>
                <a:moveTo>
                  <a:pt x="401" y="375"/>
                </a:moveTo>
                <a:cubicBezTo>
                  <a:pt x="416" y="357"/>
                  <a:pt x="428" y="337"/>
                  <a:pt x="437" y="314"/>
                </a:cubicBezTo>
                <a:cubicBezTo>
                  <a:pt x="446" y="291"/>
                  <a:pt x="450" y="267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50" y="56"/>
                  <a:pt x="300" y="36"/>
                  <a:pt x="243" y="36"/>
                </a:cubicBezTo>
                <a:cubicBezTo>
                  <a:pt x="218" y="36"/>
                  <a:pt x="195" y="41"/>
                  <a:pt x="172" y="49"/>
                </a:cubicBezTo>
                <a:cubicBezTo>
                  <a:pt x="149" y="58"/>
                  <a:pt x="129" y="70"/>
                  <a:pt x="110" y="85"/>
                </a:cubicBezTo>
                <a:lnTo>
                  <a:pt x="401" y="375"/>
                </a:lnTo>
                <a:moveTo>
                  <a:pt x="243" y="242"/>
                </a:moveTo>
                <a:lnTo>
                  <a:pt x="243" y="242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31" name=""/>
          <p:cNvSpPr txBox="1"/>
          <p:nvPr/>
        </p:nvSpPr>
        <p:spPr>
          <a:xfrm>
            <a:off x="1257120" y="443016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ASI06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記憶と文脈の汚染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2" name=""/>
          <p:cNvSpPr/>
          <p:nvPr/>
        </p:nvSpPr>
        <p:spPr>
          <a:xfrm>
            <a:off x="7370640" y="448452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3"/>
                </a:moveTo>
                <a:lnTo>
                  <a:pt x="379" y="181"/>
                </a:lnTo>
                <a:lnTo>
                  <a:pt x="351" y="154"/>
                </a:lnTo>
                <a:lnTo>
                  <a:pt x="208" y="298"/>
                </a:lnTo>
                <a:lnTo>
                  <a:pt x="134" y="225"/>
                </a:lnTo>
                <a:lnTo>
                  <a:pt x="107" y="252"/>
                </a:lnTo>
                <a:lnTo>
                  <a:pt x="208" y="353"/>
                </a:lnTo>
                <a:moveTo>
                  <a:pt x="243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19" y="454"/>
                  <a:pt x="93" y="437"/>
                  <a:pt x="71" y="415"/>
                </a:cubicBezTo>
                <a:cubicBezTo>
                  <a:pt x="49" y="392"/>
                  <a:pt x="32" y="366"/>
                  <a:pt x="19" y="336"/>
                </a:cubicBezTo>
                <a:cubicBezTo>
                  <a:pt x="6" y="307"/>
                  <a:pt x="0" y="276"/>
                  <a:pt x="0" y="242"/>
                </a:cubicBezTo>
                <a:cubicBezTo>
                  <a:pt x="0" y="209"/>
                  <a:pt x="6" y="177"/>
                  <a:pt x="19" y="148"/>
                </a:cubicBezTo>
                <a:cubicBezTo>
                  <a:pt x="32" y="118"/>
                  <a:pt x="49" y="93"/>
                  <a:pt x="71" y="71"/>
                </a:cubicBezTo>
                <a:cubicBezTo>
                  <a:pt x="93" y="49"/>
                  <a:pt x="119" y="32"/>
                  <a:pt x="149" y="19"/>
                </a:cubicBezTo>
                <a:cubicBezTo>
                  <a:pt x="179" y="6"/>
                  <a:pt x="210" y="0"/>
                  <a:pt x="243" y="0"/>
                </a:cubicBezTo>
                <a:cubicBezTo>
                  <a:pt x="277" y="0"/>
                  <a:pt x="308" y="6"/>
                  <a:pt x="338" y="19"/>
                </a:cubicBezTo>
                <a:cubicBezTo>
                  <a:pt x="367" y="32"/>
                  <a:pt x="393" y="49"/>
                  <a:pt x="415" y="71"/>
                </a:cubicBezTo>
                <a:cubicBezTo>
                  <a:pt x="437" y="93"/>
                  <a:pt x="454" y="118"/>
                  <a:pt x="467" y="148"/>
                </a:cubicBezTo>
                <a:cubicBezTo>
                  <a:pt x="480" y="177"/>
                  <a:pt x="486" y="209"/>
                  <a:pt x="486" y="242"/>
                </a:cubicBezTo>
                <a:cubicBezTo>
                  <a:pt x="486" y="276"/>
                  <a:pt x="480" y="307"/>
                  <a:pt x="467" y="336"/>
                </a:cubicBezTo>
                <a:cubicBezTo>
                  <a:pt x="454" y="366"/>
                  <a:pt x="437" y="392"/>
                  <a:pt x="415" y="415"/>
                </a:cubicBezTo>
                <a:cubicBezTo>
                  <a:pt x="393" y="437"/>
                  <a:pt x="367" y="454"/>
                  <a:pt x="338" y="467"/>
                </a:cubicBezTo>
                <a:cubicBezTo>
                  <a:pt x="308" y="480"/>
                  <a:pt x="277" y="486"/>
                  <a:pt x="243" y="486"/>
                </a:cubicBezTo>
                <a:moveTo>
                  <a:pt x="243" y="450"/>
                </a:moveTo>
                <a:cubicBezTo>
                  <a:pt x="301" y="450"/>
                  <a:pt x="349" y="430"/>
                  <a:pt x="390" y="388"/>
                </a:cubicBezTo>
                <a:cubicBezTo>
                  <a:pt x="430" y="348"/>
                  <a:pt x="450" y="299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49" y="56"/>
                  <a:pt x="301" y="36"/>
                  <a:pt x="243" y="36"/>
                </a:cubicBezTo>
                <a:cubicBezTo>
                  <a:pt x="186" y="36"/>
                  <a:pt x="137" y="56"/>
                  <a:pt x="97" y="96"/>
                </a:cubicBezTo>
                <a:cubicBezTo>
                  <a:pt x="56" y="136"/>
                  <a:pt x="36" y="185"/>
                  <a:pt x="36" y="242"/>
                </a:cubicBezTo>
                <a:cubicBezTo>
                  <a:pt x="36" y="299"/>
                  <a:pt x="56" y="348"/>
                  <a:pt x="97" y="388"/>
                </a:cubicBezTo>
                <a:cubicBezTo>
                  <a:pt x="137" y="430"/>
                  <a:pt x="186" y="450"/>
                  <a:pt x="243" y="450"/>
                </a:cubicBezTo>
                <a:moveTo>
                  <a:pt x="243" y="242"/>
                </a:moveTo>
                <a:lnTo>
                  <a:pt x="243" y="24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33" name=""/>
          <p:cNvSpPr txBox="1"/>
          <p:nvPr/>
        </p:nvSpPr>
        <p:spPr>
          <a:xfrm>
            <a:off x="4762440" y="443016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履歴を引き継ぐ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4" name=""/>
          <p:cNvSpPr txBox="1"/>
          <p:nvPr/>
        </p:nvSpPr>
        <p:spPr>
          <a:xfrm>
            <a:off x="7620120" y="443016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履歴を持ち越さない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5" name=""/>
          <p:cNvSpPr/>
          <p:nvPr/>
        </p:nvSpPr>
        <p:spPr>
          <a:xfrm>
            <a:off x="4512960" y="484632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148" y="467"/>
                </a:moveTo>
                <a:cubicBezTo>
                  <a:pt x="119" y="455"/>
                  <a:pt x="93" y="437"/>
                  <a:pt x="71" y="416"/>
                </a:cubicBezTo>
                <a:cubicBezTo>
                  <a:pt x="49" y="394"/>
                  <a:pt x="32" y="368"/>
                  <a:pt x="19" y="338"/>
                </a:cubicBezTo>
                <a:cubicBezTo>
                  <a:pt x="7" y="308"/>
                  <a:pt x="0" y="276"/>
                  <a:pt x="0" y="243"/>
                </a:cubicBezTo>
                <a:cubicBezTo>
                  <a:pt x="0" y="209"/>
                  <a:pt x="7" y="178"/>
                  <a:pt x="19" y="148"/>
                </a:cubicBezTo>
                <a:cubicBezTo>
                  <a:pt x="32" y="119"/>
                  <a:pt x="49" y="93"/>
                  <a:pt x="71" y="71"/>
                </a:cubicBezTo>
                <a:cubicBezTo>
                  <a:pt x="93" y="49"/>
                  <a:pt x="119" y="32"/>
                  <a:pt x="148" y="19"/>
                </a:cubicBezTo>
                <a:cubicBezTo>
                  <a:pt x="178" y="7"/>
                  <a:pt x="209" y="0"/>
                  <a:pt x="243" y="0"/>
                </a:cubicBezTo>
                <a:cubicBezTo>
                  <a:pt x="276" y="0"/>
                  <a:pt x="308" y="7"/>
                  <a:pt x="338" y="19"/>
                </a:cubicBezTo>
                <a:cubicBezTo>
                  <a:pt x="368" y="32"/>
                  <a:pt x="394" y="49"/>
                  <a:pt x="415" y="71"/>
                </a:cubicBezTo>
                <a:cubicBezTo>
                  <a:pt x="437" y="93"/>
                  <a:pt x="455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8"/>
                  <a:pt x="467" y="338"/>
                </a:cubicBezTo>
                <a:cubicBezTo>
                  <a:pt x="455" y="368"/>
                  <a:pt x="437" y="394"/>
                  <a:pt x="415" y="416"/>
                </a:cubicBezTo>
                <a:cubicBezTo>
                  <a:pt x="394" y="437"/>
                  <a:pt x="368" y="455"/>
                  <a:pt x="338" y="467"/>
                </a:cubicBezTo>
                <a:cubicBezTo>
                  <a:pt x="308" y="480"/>
                  <a:pt x="276" y="486"/>
                  <a:pt x="243" y="486"/>
                </a:cubicBezTo>
                <a:cubicBezTo>
                  <a:pt x="209" y="486"/>
                  <a:pt x="178" y="480"/>
                  <a:pt x="148" y="467"/>
                </a:cubicBezTo>
                <a:moveTo>
                  <a:pt x="243" y="450"/>
                </a:moveTo>
                <a:cubicBezTo>
                  <a:pt x="268" y="450"/>
                  <a:pt x="291" y="446"/>
                  <a:pt x="314" y="438"/>
                </a:cubicBezTo>
                <a:cubicBezTo>
                  <a:pt x="338" y="429"/>
                  <a:pt x="358" y="417"/>
                  <a:pt x="377" y="402"/>
                </a:cubicBezTo>
                <a:lnTo>
                  <a:pt x="85" y="110"/>
                </a:lnTo>
                <a:cubicBezTo>
                  <a:pt x="70" y="129"/>
                  <a:pt x="58" y="149"/>
                  <a:pt x="49" y="172"/>
                </a:cubicBezTo>
                <a:cubicBezTo>
                  <a:pt x="41" y="195"/>
                  <a:pt x="37" y="218"/>
                  <a:pt x="37" y="243"/>
                </a:cubicBezTo>
                <a:cubicBezTo>
                  <a:pt x="37" y="300"/>
                  <a:pt x="57" y="349"/>
                  <a:pt x="97" y="390"/>
                </a:cubicBezTo>
                <a:cubicBezTo>
                  <a:pt x="137" y="430"/>
                  <a:pt x="185" y="450"/>
                  <a:pt x="243" y="450"/>
                </a:cubicBezTo>
                <a:moveTo>
                  <a:pt x="401" y="377"/>
                </a:moveTo>
                <a:cubicBezTo>
                  <a:pt x="416" y="358"/>
                  <a:pt x="428" y="337"/>
                  <a:pt x="437" y="314"/>
                </a:cubicBezTo>
                <a:cubicBezTo>
                  <a:pt x="446" y="291"/>
                  <a:pt x="450" y="268"/>
                  <a:pt x="450" y="243"/>
                </a:cubicBezTo>
                <a:cubicBezTo>
                  <a:pt x="450" y="185"/>
                  <a:pt x="430" y="137"/>
                  <a:pt x="390" y="97"/>
                </a:cubicBezTo>
                <a:cubicBezTo>
                  <a:pt x="350" y="57"/>
                  <a:pt x="300" y="37"/>
                  <a:pt x="243" y="37"/>
                </a:cubicBezTo>
                <a:cubicBezTo>
                  <a:pt x="218" y="37"/>
                  <a:pt x="195" y="41"/>
                  <a:pt x="172" y="49"/>
                </a:cubicBezTo>
                <a:cubicBezTo>
                  <a:pt x="149" y="58"/>
                  <a:pt x="129" y="70"/>
                  <a:pt x="110" y="86"/>
                </a:cubicBezTo>
                <a:lnTo>
                  <a:pt x="401" y="377"/>
                </a:lnTo>
                <a:moveTo>
                  <a:pt x="243" y="243"/>
                </a:moveTo>
                <a:lnTo>
                  <a:pt x="243" y="243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1257120" y="4792320"/>
            <a:ext cx="2922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ASI07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安全でないエージェント間通信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7" name=""/>
          <p:cNvSpPr/>
          <p:nvPr/>
        </p:nvSpPr>
        <p:spPr>
          <a:xfrm>
            <a:off x="7370640" y="484632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3"/>
                </a:moveTo>
                <a:lnTo>
                  <a:pt x="379" y="182"/>
                </a:lnTo>
                <a:lnTo>
                  <a:pt x="351" y="154"/>
                </a:lnTo>
                <a:lnTo>
                  <a:pt x="208" y="298"/>
                </a:lnTo>
                <a:lnTo>
                  <a:pt x="134" y="225"/>
                </a:lnTo>
                <a:lnTo>
                  <a:pt x="107" y="253"/>
                </a:lnTo>
                <a:lnTo>
                  <a:pt x="208" y="353"/>
                </a:lnTo>
                <a:moveTo>
                  <a:pt x="243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19" y="455"/>
                  <a:pt x="93" y="437"/>
                  <a:pt x="71" y="415"/>
                </a:cubicBezTo>
                <a:cubicBezTo>
                  <a:pt x="49" y="393"/>
                  <a:pt x="32" y="367"/>
                  <a:pt x="19" y="337"/>
                </a:cubicBezTo>
                <a:cubicBezTo>
                  <a:pt x="6" y="307"/>
                  <a:pt x="0" y="276"/>
                  <a:pt x="0" y="243"/>
                </a:cubicBezTo>
                <a:cubicBezTo>
                  <a:pt x="0" y="209"/>
                  <a:pt x="6" y="178"/>
                  <a:pt x="19" y="148"/>
                </a:cubicBezTo>
                <a:cubicBezTo>
                  <a:pt x="32" y="119"/>
                  <a:pt x="49" y="93"/>
                  <a:pt x="71" y="71"/>
                </a:cubicBezTo>
                <a:cubicBezTo>
                  <a:pt x="93" y="49"/>
                  <a:pt x="119" y="32"/>
                  <a:pt x="149" y="19"/>
                </a:cubicBezTo>
                <a:cubicBezTo>
                  <a:pt x="179" y="7"/>
                  <a:pt x="210" y="0"/>
                  <a:pt x="243" y="0"/>
                </a:cubicBezTo>
                <a:cubicBezTo>
                  <a:pt x="277" y="0"/>
                  <a:pt x="308" y="7"/>
                  <a:pt x="338" y="19"/>
                </a:cubicBezTo>
                <a:cubicBezTo>
                  <a:pt x="367" y="32"/>
                  <a:pt x="393" y="49"/>
                  <a:pt x="415" y="71"/>
                </a:cubicBezTo>
                <a:cubicBezTo>
                  <a:pt x="437" y="93"/>
                  <a:pt x="454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7"/>
                  <a:pt x="467" y="337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7" y="455"/>
                  <a:pt x="338" y="467"/>
                </a:cubicBezTo>
                <a:cubicBezTo>
                  <a:pt x="308" y="480"/>
                  <a:pt x="277" y="486"/>
                  <a:pt x="243" y="486"/>
                </a:cubicBezTo>
                <a:moveTo>
                  <a:pt x="243" y="450"/>
                </a:moveTo>
                <a:cubicBezTo>
                  <a:pt x="301" y="450"/>
                  <a:pt x="349" y="430"/>
                  <a:pt x="390" y="390"/>
                </a:cubicBezTo>
                <a:cubicBezTo>
                  <a:pt x="430" y="349"/>
                  <a:pt x="450" y="300"/>
                  <a:pt x="450" y="243"/>
                </a:cubicBezTo>
                <a:cubicBezTo>
                  <a:pt x="450" y="186"/>
                  <a:pt x="430" y="137"/>
                  <a:pt x="390" y="97"/>
                </a:cubicBezTo>
                <a:cubicBezTo>
                  <a:pt x="349" y="57"/>
                  <a:pt x="301" y="37"/>
                  <a:pt x="243" y="37"/>
                </a:cubicBezTo>
                <a:cubicBezTo>
                  <a:pt x="186" y="37"/>
                  <a:pt x="137" y="57"/>
                  <a:pt x="97" y="97"/>
                </a:cubicBezTo>
                <a:cubicBezTo>
                  <a:pt x="56" y="137"/>
                  <a:pt x="36" y="186"/>
                  <a:pt x="36" y="243"/>
                </a:cubicBezTo>
                <a:cubicBezTo>
                  <a:pt x="36" y="300"/>
                  <a:pt x="56" y="349"/>
                  <a:pt x="97" y="390"/>
                </a:cubicBezTo>
                <a:cubicBezTo>
                  <a:pt x="137" y="430"/>
                  <a:pt x="186" y="450"/>
                  <a:pt x="243" y="450"/>
                </a:cubicBezTo>
                <a:moveTo>
                  <a:pt x="243" y="243"/>
                </a:moveTo>
                <a:lnTo>
                  <a:pt x="243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4762440" y="479232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複数を連携させる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9" name=""/>
          <p:cNvSpPr txBox="1"/>
          <p:nvPr/>
        </p:nvSpPr>
        <p:spPr>
          <a:xfrm>
            <a:off x="7620120" y="479232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連携させない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0" name=""/>
          <p:cNvSpPr/>
          <p:nvPr/>
        </p:nvSpPr>
        <p:spPr>
          <a:xfrm>
            <a:off x="4512960" y="520848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148" y="467"/>
                </a:moveTo>
                <a:cubicBezTo>
                  <a:pt x="119" y="454"/>
                  <a:pt x="93" y="437"/>
                  <a:pt x="71" y="415"/>
                </a:cubicBezTo>
                <a:cubicBezTo>
                  <a:pt x="49" y="393"/>
                  <a:pt x="32" y="367"/>
                  <a:pt x="19" y="338"/>
                </a:cubicBezTo>
                <a:cubicBezTo>
                  <a:pt x="7" y="307"/>
                  <a:pt x="0" y="276"/>
                  <a:pt x="0" y="242"/>
                </a:cubicBezTo>
                <a:cubicBezTo>
                  <a:pt x="0" y="209"/>
                  <a:pt x="7" y="177"/>
                  <a:pt x="19" y="148"/>
                </a:cubicBezTo>
                <a:cubicBezTo>
                  <a:pt x="32" y="118"/>
                  <a:pt x="49" y="93"/>
                  <a:pt x="71" y="71"/>
                </a:cubicBezTo>
                <a:cubicBezTo>
                  <a:pt x="93" y="49"/>
                  <a:pt x="119" y="32"/>
                  <a:pt x="148" y="19"/>
                </a:cubicBezTo>
                <a:cubicBezTo>
                  <a:pt x="178" y="6"/>
                  <a:pt x="209" y="0"/>
                  <a:pt x="243" y="0"/>
                </a:cubicBezTo>
                <a:cubicBezTo>
                  <a:pt x="276" y="0"/>
                  <a:pt x="308" y="6"/>
                  <a:pt x="338" y="19"/>
                </a:cubicBezTo>
                <a:cubicBezTo>
                  <a:pt x="368" y="32"/>
                  <a:pt x="394" y="49"/>
                  <a:pt x="415" y="71"/>
                </a:cubicBezTo>
                <a:cubicBezTo>
                  <a:pt x="437" y="93"/>
                  <a:pt x="455" y="118"/>
                  <a:pt x="467" y="148"/>
                </a:cubicBezTo>
                <a:cubicBezTo>
                  <a:pt x="480" y="177"/>
                  <a:pt x="486" y="209"/>
                  <a:pt x="486" y="242"/>
                </a:cubicBezTo>
                <a:cubicBezTo>
                  <a:pt x="486" y="276"/>
                  <a:pt x="480" y="307"/>
                  <a:pt x="467" y="338"/>
                </a:cubicBezTo>
                <a:cubicBezTo>
                  <a:pt x="455" y="367"/>
                  <a:pt x="437" y="393"/>
                  <a:pt x="415" y="415"/>
                </a:cubicBezTo>
                <a:cubicBezTo>
                  <a:pt x="394" y="437"/>
                  <a:pt x="368" y="454"/>
                  <a:pt x="338" y="467"/>
                </a:cubicBezTo>
                <a:cubicBezTo>
                  <a:pt x="308" y="480"/>
                  <a:pt x="276" y="486"/>
                  <a:pt x="243" y="486"/>
                </a:cubicBezTo>
                <a:cubicBezTo>
                  <a:pt x="209" y="486"/>
                  <a:pt x="178" y="480"/>
                  <a:pt x="148" y="467"/>
                </a:cubicBezTo>
                <a:moveTo>
                  <a:pt x="243" y="449"/>
                </a:moveTo>
                <a:cubicBezTo>
                  <a:pt x="268" y="449"/>
                  <a:pt x="291" y="445"/>
                  <a:pt x="314" y="437"/>
                </a:cubicBezTo>
                <a:cubicBezTo>
                  <a:pt x="338" y="429"/>
                  <a:pt x="358" y="417"/>
                  <a:pt x="377" y="401"/>
                </a:cubicBezTo>
                <a:lnTo>
                  <a:pt x="85" y="110"/>
                </a:lnTo>
                <a:cubicBezTo>
                  <a:pt x="70" y="128"/>
                  <a:pt x="58" y="149"/>
                  <a:pt x="49" y="171"/>
                </a:cubicBezTo>
                <a:cubicBezTo>
                  <a:pt x="41" y="194"/>
                  <a:pt x="37" y="218"/>
                  <a:pt x="37" y="242"/>
                </a:cubicBezTo>
                <a:cubicBezTo>
                  <a:pt x="37" y="300"/>
                  <a:pt x="57" y="350"/>
                  <a:pt x="97" y="390"/>
                </a:cubicBezTo>
                <a:cubicBezTo>
                  <a:pt x="137" y="430"/>
                  <a:pt x="185" y="449"/>
                  <a:pt x="243" y="449"/>
                </a:cubicBezTo>
                <a:moveTo>
                  <a:pt x="401" y="376"/>
                </a:moveTo>
                <a:cubicBezTo>
                  <a:pt x="416" y="358"/>
                  <a:pt x="428" y="337"/>
                  <a:pt x="437" y="314"/>
                </a:cubicBezTo>
                <a:cubicBezTo>
                  <a:pt x="446" y="291"/>
                  <a:pt x="450" y="267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50" y="56"/>
                  <a:pt x="300" y="36"/>
                  <a:pt x="243" y="36"/>
                </a:cubicBezTo>
                <a:cubicBezTo>
                  <a:pt x="218" y="36"/>
                  <a:pt x="195" y="40"/>
                  <a:pt x="172" y="49"/>
                </a:cubicBezTo>
                <a:cubicBezTo>
                  <a:pt x="149" y="57"/>
                  <a:pt x="129" y="70"/>
                  <a:pt x="110" y="85"/>
                </a:cubicBezTo>
                <a:lnTo>
                  <a:pt x="401" y="376"/>
                </a:lnTo>
                <a:moveTo>
                  <a:pt x="243" y="242"/>
                </a:moveTo>
                <a:lnTo>
                  <a:pt x="243" y="242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41" name=""/>
          <p:cNvSpPr txBox="1"/>
          <p:nvPr/>
        </p:nvSpPr>
        <p:spPr>
          <a:xfrm>
            <a:off x="1257120" y="5154120"/>
            <a:ext cx="1557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ASI08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連鎖的な障害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2" name=""/>
          <p:cNvSpPr/>
          <p:nvPr/>
        </p:nvSpPr>
        <p:spPr>
          <a:xfrm>
            <a:off x="7370640" y="520848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4"/>
                </a:moveTo>
                <a:lnTo>
                  <a:pt x="379" y="181"/>
                </a:lnTo>
                <a:lnTo>
                  <a:pt x="351" y="154"/>
                </a:lnTo>
                <a:lnTo>
                  <a:pt x="208" y="298"/>
                </a:lnTo>
                <a:lnTo>
                  <a:pt x="134" y="225"/>
                </a:lnTo>
                <a:lnTo>
                  <a:pt x="107" y="252"/>
                </a:lnTo>
                <a:lnTo>
                  <a:pt x="208" y="354"/>
                </a:lnTo>
                <a:moveTo>
                  <a:pt x="243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19" y="454"/>
                  <a:pt x="93" y="437"/>
                  <a:pt x="71" y="415"/>
                </a:cubicBezTo>
                <a:cubicBezTo>
                  <a:pt x="49" y="393"/>
                  <a:pt x="32" y="367"/>
                  <a:pt x="19" y="337"/>
                </a:cubicBezTo>
                <a:cubicBezTo>
                  <a:pt x="6" y="307"/>
                  <a:pt x="0" y="275"/>
                  <a:pt x="0" y="242"/>
                </a:cubicBezTo>
                <a:cubicBezTo>
                  <a:pt x="0" y="209"/>
                  <a:pt x="6" y="177"/>
                  <a:pt x="19" y="148"/>
                </a:cubicBezTo>
                <a:cubicBezTo>
                  <a:pt x="32" y="118"/>
                  <a:pt x="49" y="93"/>
                  <a:pt x="71" y="71"/>
                </a:cubicBezTo>
                <a:cubicBezTo>
                  <a:pt x="93" y="49"/>
                  <a:pt x="119" y="32"/>
                  <a:pt x="149" y="19"/>
                </a:cubicBezTo>
                <a:cubicBezTo>
                  <a:pt x="179" y="6"/>
                  <a:pt x="210" y="0"/>
                  <a:pt x="243" y="0"/>
                </a:cubicBezTo>
                <a:cubicBezTo>
                  <a:pt x="277" y="0"/>
                  <a:pt x="308" y="6"/>
                  <a:pt x="338" y="19"/>
                </a:cubicBezTo>
                <a:cubicBezTo>
                  <a:pt x="367" y="32"/>
                  <a:pt x="393" y="49"/>
                  <a:pt x="415" y="71"/>
                </a:cubicBezTo>
                <a:cubicBezTo>
                  <a:pt x="437" y="93"/>
                  <a:pt x="454" y="118"/>
                  <a:pt x="467" y="148"/>
                </a:cubicBezTo>
                <a:cubicBezTo>
                  <a:pt x="480" y="177"/>
                  <a:pt x="486" y="209"/>
                  <a:pt x="486" y="242"/>
                </a:cubicBezTo>
                <a:cubicBezTo>
                  <a:pt x="486" y="275"/>
                  <a:pt x="480" y="307"/>
                  <a:pt x="467" y="337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7" y="454"/>
                  <a:pt x="338" y="467"/>
                </a:cubicBezTo>
                <a:cubicBezTo>
                  <a:pt x="308" y="480"/>
                  <a:pt x="277" y="486"/>
                  <a:pt x="243" y="486"/>
                </a:cubicBezTo>
                <a:moveTo>
                  <a:pt x="243" y="449"/>
                </a:moveTo>
                <a:cubicBezTo>
                  <a:pt x="301" y="449"/>
                  <a:pt x="349" y="429"/>
                  <a:pt x="390" y="389"/>
                </a:cubicBezTo>
                <a:cubicBezTo>
                  <a:pt x="430" y="349"/>
                  <a:pt x="450" y="299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49" y="56"/>
                  <a:pt x="301" y="36"/>
                  <a:pt x="243" y="36"/>
                </a:cubicBezTo>
                <a:cubicBezTo>
                  <a:pt x="186" y="36"/>
                  <a:pt x="137" y="56"/>
                  <a:pt x="97" y="96"/>
                </a:cubicBezTo>
                <a:cubicBezTo>
                  <a:pt x="56" y="136"/>
                  <a:pt x="36" y="185"/>
                  <a:pt x="36" y="242"/>
                </a:cubicBezTo>
                <a:cubicBezTo>
                  <a:pt x="36" y="299"/>
                  <a:pt x="56" y="349"/>
                  <a:pt x="97" y="389"/>
                </a:cubicBezTo>
                <a:cubicBezTo>
                  <a:pt x="137" y="429"/>
                  <a:pt x="186" y="449"/>
                  <a:pt x="243" y="449"/>
                </a:cubicBezTo>
                <a:moveTo>
                  <a:pt x="243" y="242"/>
                </a:moveTo>
                <a:lnTo>
                  <a:pt x="243" y="24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43" name=""/>
          <p:cNvSpPr txBox="1"/>
          <p:nvPr/>
        </p:nvSpPr>
        <p:spPr>
          <a:xfrm>
            <a:off x="4762440" y="515412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自動で後工程に流す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4" name=""/>
          <p:cNvSpPr txBox="1"/>
          <p:nvPr/>
        </p:nvSpPr>
        <p:spPr>
          <a:xfrm>
            <a:off x="7620120" y="515412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後工程に流す前に確かめる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5" name=""/>
          <p:cNvSpPr/>
          <p:nvPr/>
        </p:nvSpPr>
        <p:spPr>
          <a:xfrm>
            <a:off x="4512960" y="557028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148" y="467"/>
                </a:moveTo>
                <a:cubicBezTo>
                  <a:pt x="119" y="454"/>
                  <a:pt x="93" y="437"/>
                  <a:pt x="71" y="415"/>
                </a:cubicBezTo>
                <a:cubicBezTo>
                  <a:pt x="49" y="394"/>
                  <a:pt x="32" y="368"/>
                  <a:pt x="19" y="338"/>
                </a:cubicBezTo>
                <a:cubicBezTo>
                  <a:pt x="7" y="309"/>
                  <a:pt x="0" y="276"/>
                  <a:pt x="0" y="243"/>
                </a:cubicBezTo>
                <a:cubicBezTo>
                  <a:pt x="0" y="209"/>
                  <a:pt x="7" y="178"/>
                  <a:pt x="19" y="148"/>
                </a:cubicBezTo>
                <a:cubicBezTo>
                  <a:pt x="32" y="119"/>
                  <a:pt x="49" y="93"/>
                  <a:pt x="71" y="71"/>
                </a:cubicBezTo>
                <a:cubicBezTo>
                  <a:pt x="93" y="49"/>
                  <a:pt x="119" y="32"/>
                  <a:pt x="148" y="19"/>
                </a:cubicBezTo>
                <a:cubicBezTo>
                  <a:pt x="178" y="7"/>
                  <a:pt x="209" y="0"/>
                  <a:pt x="243" y="0"/>
                </a:cubicBezTo>
                <a:cubicBezTo>
                  <a:pt x="276" y="0"/>
                  <a:pt x="308" y="7"/>
                  <a:pt x="338" y="19"/>
                </a:cubicBezTo>
                <a:cubicBezTo>
                  <a:pt x="368" y="32"/>
                  <a:pt x="394" y="49"/>
                  <a:pt x="415" y="71"/>
                </a:cubicBezTo>
                <a:cubicBezTo>
                  <a:pt x="437" y="93"/>
                  <a:pt x="455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9"/>
                  <a:pt x="467" y="338"/>
                </a:cubicBezTo>
                <a:cubicBezTo>
                  <a:pt x="455" y="368"/>
                  <a:pt x="437" y="394"/>
                  <a:pt x="415" y="415"/>
                </a:cubicBezTo>
                <a:cubicBezTo>
                  <a:pt x="394" y="437"/>
                  <a:pt x="368" y="454"/>
                  <a:pt x="338" y="467"/>
                </a:cubicBezTo>
                <a:cubicBezTo>
                  <a:pt x="308" y="480"/>
                  <a:pt x="276" y="486"/>
                  <a:pt x="243" y="486"/>
                </a:cubicBezTo>
                <a:cubicBezTo>
                  <a:pt x="209" y="486"/>
                  <a:pt x="178" y="480"/>
                  <a:pt x="148" y="467"/>
                </a:cubicBezTo>
                <a:moveTo>
                  <a:pt x="243" y="450"/>
                </a:moveTo>
                <a:cubicBezTo>
                  <a:pt x="268" y="450"/>
                  <a:pt x="291" y="446"/>
                  <a:pt x="314" y="437"/>
                </a:cubicBezTo>
                <a:cubicBezTo>
                  <a:pt x="338" y="429"/>
                  <a:pt x="358" y="417"/>
                  <a:pt x="377" y="401"/>
                </a:cubicBezTo>
                <a:lnTo>
                  <a:pt x="85" y="110"/>
                </a:lnTo>
                <a:cubicBezTo>
                  <a:pt x="70" y="129"/>
                  <a:pt x="58" y="149"/>
                  <a:pt x="49" y="172"/>
                </a:cubicBezTo>
                <a:cubicBezTo>
                  <a:pt x="41" y="195"/>
                  <a:pt x="37" y="218"/>
                  <a:pt x="37" y="243"/>
                </a:cubicBezTo>
                <a:cubicBezTo>
                  <a:pt x="37" y="301"/>
                  <a:pt x="57" y="350"/>
                  <a:pt x="97" y="390"/>
                </a:cubicBezTo>
                <a:cubicBezTo>
                  <a:pt x="137" y="430"/>
                  <a:pt x="185" y="450"/>
                  <a:pt x="243" y="450"/>
                </a:cubicBezTo>
                <a:moveTo>
                  <a:pt x="401" y="377"/>
                </a:moveTo>
                <a:cubicBezTo>
                  <a:pt x="416" y="358"/>
                  <a:pt x="428" y="338"/>
                  <a:pt x="437" y="315"/>
                </a:cubicBezTo>
                <a:cubicBezTo>
                  <a:pt x="446" y="292"/>
                  <a:pt x="450" y="267"/>
                  <a:pt x="450" y="243"/>
                </a:cubicBezTo>
                <a:cubicBezTo>
                  <a:pt x="450" y="185"/>
                  <a:pt x="430" y="136"/>
                  <a:pt x="390" y="97"/>
                </a:cubicBezTo>
                <a:cubicBezTo>
                  <a:pt x="350" y="57"/>
                  <a:pt x="300" y="37"/>
                  <a:pt x="243" y="37"/>
                </a:cubicBezTo>
                <a:cubicBezTo>
                  <a:pt x="218" y="37"/>
                  <a:pt x="195" y="41"/>
                  <a:pt x="172" y="49"/>
                </a:cubicBezTo>
                <a:cubicBezTo>
                  <a:pt x="149" y="58"/>
                  <a:pt x="129" y="70"/>
                  <a:pt x="110" y="86"/>
                </a:cubicBezTo>
                <a:lnTo>
                  <a:pt x="401" y="377"/>
                </a:lnTo>
                <a:moveTo>
                  <a:pt x="243" y="243"/>
                </a:moveTo>
                <a:lnTo>
                  <a:pt x="243" y="243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46" name=""/>
          <p:cNvSpPr txBox="1"/>
          <p:nvPr/>
        </p:nvSpPr>
        <p:spPr>
          <a:xfrm>
            <a:off x="1257120" y="5516280"/>
            <a:ext cx="1728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ASI09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人の信頼の悪用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7" name=""/>
          <p:cNvSpPr/>
          <p:nvPr/>
        </p:nvSpPr>
        <p:spPr>
          <a:xfrm>
            <a:off x="7370640" y="557028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4"/>
                </a:moveTo>
                <a:lnTo>
                  <a:pt x="379" y="182"/>
                </a:lnTo>
                <a:lnTo>
                  <a:pt x="351" y="154"/>
                </a:lnTo>
                <a:lnTo>
                  <a:pt x="208" y="299"/>
                </a:lnTo>
                <a:lnTo>
                  <a:pt x="134" y="225"/>
                </a:lnTo>
                <a:lnTo>
                  <a:pt x="107" y="252"/>
                </a:lnTo>
                <a:lnTo>
                  <a:pt x="208" y="354"/>
                </a:lnTo>
                <a:moveTo>
                  <a:pt x="243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19" y="454"/>
                  <a:pt x="93" y="437"/>
                  <a:pt x="71" y="415"/>
                </a:cubicBezTo>
                <a:cubicBezTo>
                  <a:pt x="49" y="393"/>
                  <a:pt x="32" y="367"/>
                  <a:pt x="19" y="338"/>
                </a:cubicBezTo>
                <a:cubicBezTo>
                  <a:pt x="6" y="308"/>
                  <a:pt x="0" y="276"/>
                  <a:pt x="0" y="243"/>
                </a:cubicBezTo>
                <a:cubicBezTo>
                  <a:pt x="0" y="209"/>
                  <a:pt x="6" y="178"/>
                  <a:pt x="19" y="148"/>
                </a:cubicBezTo>
                <a:cubicBezTo>
                  <a:pt x="32" y="119"/>
                  <a:pt x="49" y="93"/>
                  <a:pt x="71" y="71"/>
                </a:cubicBezTo>
                <a:cubicBezTo>
                  <a:pt x="93" y="49"/>
                  <a:pt x="119" y="32"/>
                  <a:pt x="149" y="19"/>
                </a:cubicBezTo>
                <a:cubicBezTo>
                  <a:pt x="179" y="7"/>
                  <a:pt x="210" y="0"/>
                  <a:pt x="243" y="0"/>
                </a:cubicBezTo>
                <a:cubicBezTo>
                  <a:pt x="277" y="0"/>
                  <a:pt x="308" y="7"/>
                  <a:pt x="338" y="19"/>
                </a:cubicBezTo>
                <a:cubicBezTo>
                  <a:pt x="367" y="32"/>
                  <a:pt x="393" y="49"/>
                  <a:pt x="415" y="71"/>
                </a:cubicBezTo>
                <a:cubicBezTo>
                  <a:pt x="437" y="93"/>
                  <a:pt x="454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8"/>
                  <a:pt x="467" y="338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7" y="454"/>
                  <a:pt x="338" y="467"/>
                </a:cubicBezTo>
                <a:cubicBezTo>
                  <a:pt x="308" y="480"/>
                  <a:pt x="277" y="486"/>
                  <a:pt x="243" y="486"/>
                </a:cubicBezTo>
                <a:moveTo>
                  <a:pt x="243" y="450"/>
                </a:moveTo>
                <a:cubicBezTo>
                  <a:pt x="301" y="450"/>
                  <a:pt x="349" y="430"/>
                  <a:pt x="390" y="390"/>
                </a:cubicBezTo>
                <a:cubicBezTo>
                  <a:pt x="430" y="349"/>
                  <a:pt x="450" y="301"/>
                  <a:pt x="450" y="243"/>
                </a:cubicBezTo>
                <a:cubicBezTo>
                  <a:pt x="450" y="185"/>
                  <a:pt x="430" y="137"/>
                  <a:pt x="390" y="97"/>
                </a:cubicBezTo>
                <a:cubicBezTo>
                  <a:pt x="349" y="57"/>
                  <a:pt x="301" y="37"/>
                  <a:pt x="243" y="37"/>
                </a:cubicBezTo>
                <a:cubicBezTo>
                  <a:pt x="186" y="37"/>
                  <a:pt x="137" y="57"/>
                  <a:pt x="97" y="97"/>
                </a:cubicBezTo>
                <a:cubicBezTo>
                  <a:pt x="56" y="137"/>
                  <a:pt x="36" y="185"/>
                  <a:pt x="36" y="243"/>
                </a:cubicBezTo>
                <a:cubicBezTo>
                  <a:pt x="36" y="301"/>
                  <a:pt x="56" y="349"/>
                  <a:pt x="97" y="390"/>
                </a:cubicBezTo>
                <a:cubicBezTo>
                  <a:pt x="137" y="430"/>
                  <a:pt x="186" y="450"/>
                  <a:pt x="243" y="450"/>
                </a:cubicBezTo>
                <a:moveTo>
                  <a:pt x="243" y="243"/>
                </a:moveTo>
                <a:lnTo>
                  <a:pt x="243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48" name=""/>
          <p:cNvSpPr txBox="1"/>
          <p:nvPr/>
        </p:nvSpPr>
        <p:spPr>
          <a:xfrm>
            <a:off x="4762440" y="551628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確かめずに承認する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9" name=""/>
          <p:cNvSpPr txBox="1"/>
          <p:nvPr/>
        </p:nvSpPr>
        <p:spPr>
          <a:xfrm>
            <a:off x="7620120" y="551628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確かめてから承認する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0" name=""/>
          <p:cNvSpPr/>
          <p:nvPr/>
        </p:nvSpPr>
        <p:spPr>
          <a:xfrm>
            <a:off x="4512960" y="593244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148" y="467"/>
                </a:moveTo>
                <a:cubicBezTo>
                  <a:pt x="119" y="454"/>
                  <a:pt x="93" y="437"/>
                  <a:pt x="71" y="415"/>
                </a:cubicBezTo>
                <a:cubicBezTo>
                  <a:pt x="49" y="393"/>
                  <a:pt x="32" y="367"/>
                  <a:pt x="19" y="338"/>
                </a:cubicBezTo>
                <a:cubicBezTo>
                  <a:pt x="7" y="308"/>
                  <a:pt x="0" y="277"/>
                  <a:pt x="0" y="242"/>
                </a:cubicBezTo>
                <a:cubicBezTo>
                  <a:pt x="0" y="209"/>
                  <a:pt x="7" y="177"/>
                  <a:pt x="19" y="148"/>
                </a:cubicBezTo>
                <a:cubicBezTo>
                  <a:pt x="32" y="118"/>
                  <a:pt x="49" y="92"/>
                  <a:pt x="71" y="71"/>
                </a:cubicBezTo>
                <a:cubicBezTo>
                  <a:pt x="93" y="49"/>
                  <a:pt x="119" y="31"/>
                  <a:pt x="148" y="19"/>
                </a:cubicBezTo>
                <a:cubicBezTo>
                  <a:pt x="178" y="6"/>
                  <a:pt x="209" y="0"/>
                  <a:pt x="243" y="0"/>
                </a:cubicBezTo>
                <a:cubicBezTo>
                  <a:pt x="276" y="0"/>
                  <a:pt x="308" y="6"/>
                  <a:pt x="338" y="19"/>
                </a:cubicBezTo>
                <a:cubicBezTo>
                  <a:pt x="368" y="31"/>
                  <a:pt x="394" y="49"/>
                  <a:pt x="415" y="71"/>
                </a:cubicBezTo>
                <a:cubicBezTo>
                  <a:pt x="437" y="92"/>
                  <a:pt x="455" y="118"/>
                  <a:pt x="467" y="148"/>
                </a:cubicBezTo>
                <a:cubicBezTo>
                  <a:pt x="480" y="177"/>
                  <a:pt x="486" y="209"/>
                  <a:pt x="486" y="242"/>
                </a:cubicBezTo>
                <a:cubicBezTo>
                  <a:pt x="486" y="277"/>
                  <a:pt x="480" y="308"/>
                  <a:pt x="467" y="338"/>
                </a:cubicBezTo>
                <a:cubicBezTo>
                  <a:pt x="455" y="367"/>
                  <a:pt x="437" y="393"/>
                  <a:pt x="415" y="415"/>
                </a:cubicBezTo>
                <a:cubicBezTo>
                  <a:pt x="394" y="437"/>
                  <a:pt x="368" y="454"/>
                  <a:pt x="338" y="467"/>
                </a:cubicBezTo>
                <a:cubicBezTo>
                  <a:pt x="308" y="479"/>
                  <a:pt x="276" y="486"/>
                  <a:pt x="243" y="486"/>
                </a:cubicBezTo>
                <a:cubicBezTo>
                  <a:pt x="209" y="486"/>
                  <a:pt x="178" y="479"/>
                  <a:pt x="148" y="467"/>
                </a:cubicBezTo>
                <a:moveTo>
                  <a:pt x="243" y="449"/>
                </a:moveTo>
                <a:cubicBezTo>
                  <a:pt x="268" y="449"/>
                  <a:pt x="291" y="445"/>
                  <a:pt x="314" y="437"/>
                </a:cubicBezTo>
                <a:cubicBezTo>
                  <a:pt x="338" y="429"/>
                  <a:pt x="358" y="417"/>
                  <a:pt x="377" y="401"/>
                </a:cubicBezTo>
                <a:lnTo>
                  <a:pt x="85" y="109"/>
                </a:lnTo>
                <a:cubicBezTo>
                  <a:pt x="70" y="128"/>
                  <a:pt x="58" y="149"/>
                  <a:pt x="49" y="171"/>
                </a:cubicBezTo>
                <a:cubicBezTo>
                  <a:pt x="41" y="194"/>
                  <a:pt x="37" y="218"/>
                  <a:pt x="37" y="242"/>
                </a:cubicBezTo>
                <a:cubicBezTo>
                  <a:pt x="37" y="301"/>
                  <a:pt x="57" y="349"/>
                  <a:pt x="97" y="389"/>
                </a:cubicBezTo>
                <a:cubicBezTo>
                  <a:pt x="137" y="429"/>
                  <a:pt x="185" y="449"/>
                  <a:pt x="243" y="449"/>
                </a:cubicBezTo>
                <a:moveTo>
                  <a:pt x="401" y="376"/>
                </a:moveTo>
                <a:cubicBezTo>
                  <a:pt x="416" y="358"/>
                  <a:pt x="428" y="337"/>
                  <a:pt x="437" y="314"/>
                </a:cubicBezTo>
                <a:cubicBezTo>
                  <a:pt x="446" y="292"/>
                  <a:pt x="450" y="268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50" y="56"/>
                  <a:pt x="300" y="36"/>
                  <a:pt x="243" y="36"/>
                </a:cubicBezTo>
                <a:cubicBezTo>
                  <a:pt x="218" y="36"/>
                  <a:pt x="195" y="40"/>
                  <a:pt x="172" y="49"/>
                </a:cubicBezTo>
                <a:cubicBezTo>
                  <a:pt x="149" y="57"/>
                  <a:pt x="129" y="69"/>
                  <a:pt x="110" y="85"/>
                </a:cubicBezTo>
                <a:lnTo>
                  <a:pt x="401" y="376"/>
                </a:lnTo>
                <a:moveTo>
                  <a:pt x="243" y="242"/>
                </a:moveTo>
                <a:lnTo>
                  <a:pt x="243" y="242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1257120" y="587808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ASI10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暴走エージェント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2" name=""/>
          <p:cNvSpPr/>
          <p:nvPr/>
        </p:nvSpPr>
        <p:spPr>
          <a:xfrm>
            <a:off x="7370640" y="593244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4"/>
                </a:moveTo>
                <a:lnTo>
                  <a:pt x="379" y="181"/>
                </a:lnTo>
                <a:lnTo>
                  <a:pt x="351" y="154"/>
                </a:lnTo>
                <a:lnTo>
                  <a:pt x="208" y="298"/>
                </a:lnTo>
                <a:lnTo>
                  <a:pt x="134" y="225"/>
                </a:lnTo>
                <a:lnTo>
                  <a:pt x="107" y="252"/>
                </a:lnTo>
                <a:lnTo>
                  <a:pt x="208" y="354"/>
                </a:lnTo>
                <a:moveTo>
                  <a:pt x="243" y="486"/>
                </a:moveTo>
                <a:cubicBezTo>
                  <a:pt x="210" y="486"/>
                  <a:pt x="179" y="479"/>
                  <a:pt x="149" y="467"/>
                </a:cubicBezTo>
                <a:cubicBezTo>
                  <a:pt x="119" y="454"/>
                  <a:pt x="93" y="436"/>
                  <a:pt x="71" y="414"/>
                </a:cubicBezTo>
                <a:cubicBezTo>
                  <a:pt x="49" y="392"/>
                  <a:pt x="32" y="367"/>
                  <a:pt x="19" y="337"/>
                </a:cubicBezTo>
                <a:cubicBezTo>
                  <a:pt x="6" y="308"/>
                  <a:pt x="0" y="276"/>
                  <a:pt x="0" y="242"/>
                </a:cubicBezTo>
                <a:cubicBezTo>
                  <a:pt x="0" y="209"/>
                  <a:pt x="6" y="177"/>
                  <a:pt x="19" y="148"/>
                </a:cubicBezTo>
                <a:cubicBezTo>
                  <a:pt x="32" y="118"/>
                  <a:pt x="49" y="92"/>
                  <a:pt x="71" y="71"/>
                </a:cubicBezTo>
                <a:cubicBezTo>
                  <a:pt x="93" y="49"/>
                  <a:pt x="119" y="31"/>
                  <a:pt x="149" y="19"/>
                </a:cubicBezTo>
                <a:cubicBezTo>
                  <a:pt x="179" y="6"/>
                  <a:pt x="210" y="0"/>
                  <a:pt x="243" y="0"/>
                </a:cubicBezTo>
                <a:cubicBezTo>
                  <a:pt x="277" y="0"/>
                  <a:pt x="308" y="6"/>
                  <a:pt x="338" y="19"/>
                </a:cubicBezTo>
                <a:cubicBezTo>
                  <a:pt x="367" y="31"/>
                  <a:pt x="393" y="49"/>
                  <a:pt x="415" y="71"/>
                </a:cubicBezTo>
                <a:cubicBezTo>
                  <a:pt x="437" y="92"/>
                  <a:pt x="454" y="118"/>
                  <a:pt x="467" y="148"/>
                </a:cubicBezTo>
                <a:cubicBezTo>
                  <a:pt x="480" y="177"/>
                  <a:pt x="486" y="209"/>
                  <a:pt x="486" y="242"/>
                </a:cubicBezTo>
                <a:cubicBezTo>
                  <a:pt x="486" y="276"/>
                  <a:pt x="480" y="308"/>
                  <a:pt x="467" y="337"/>
                </a:cubicBezTo>
                <a:cubicBezTo>
                  <a:pt x="454" y="367"/>
                  <a:pt x="437" y="392"/>
                  <a:pt x="415" y="414"/>
                </a:cubicBezTo>
                <a:cubicBezTo>
                  <a:pt x="393" y="436"/>
                  <a:pt x="367" y="454"/>
                  <a:pt x="338" y="467"/>
                </a:cubicBezTo>
                <a:cubicBezTo>
                  <a:pt x="308" y="479"/>
                  <a:pt x="277" y="486"/>
                  <a:pt x="243" y="486"/>
                </a:cubicBezTo>
                <a:moveTo>
                  <a:pt x="243" y="449"/>
                </a:moveTo>
                <a:cubicBezTo>
                  <a:pt x="301" y="449"/>
                  <a:pt x="349" y="429"/>
                  <a:pt x="390" y="389"/>
                </a:cubicBezTo>
                <a:cubicBezTo>
                  <a:pt x="430" y="349"/>
                  <a:pt x="450" y="300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49" y="56"/>
                  <a:pt x="301" y="36"/>
                  <a:pt x="243" y="36"/>
                </a:cubicBezTo>
                <a:cubicBezTo>
                  <a:pt x="186" y="36"/>
                  <a:pt x="137" y="56"/>
                  <a:pt x="97" y="96"/>
                </a:cubicBezTo>
                <a:cubicBezTo>
                  <a:pt x="56" y="136"/>
                  <a:pt x="36" y="185"/>
                  <a:pt x="36" y="242"/>
                </a:cubicBezTo>
                <a:cubicBezTo>
                  <a:pt x="36" y="300"/>
                  <a:pt x="56" y="349"/>
                  <a:pt x="97" y="389"/>
                </a:cubicBezTo>
                <a:cubicBezTo>
                  <a:pt x="137" y="429"/>
                  <a:pt x="186" y="449"/>
                  <a:pt x="243" y="449"/>
                </a:cubicBezTo>
                <a:moveTo>
                  <a:pt x="243" y="242"/>
                </a:moveTo>
                <a:lnTo>
                  <a:pt x="243" y="24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53" name=""/>
          <p:cNvSpPr txBox="1"/>
          <p:nvPr/>
        </p:nvSpPr>
        <p:spPr>
          <a:xfrm>
            <a:off x="4762440" y="587808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無人で動かす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4" name=""/>
          <p:cNvSpPr txBox="1"/>
          <p:nvPr/>
        </p:nvSpPr>
        <p:spPr>
          <a:xfrm>
            <a:off x="7620120" y="587808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人が見ている間だけ動かす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5" name=""/>
          <p:cNvSpPr txBox="1"/>
          <p:nvPr/>
        </p:nvSpPr>
        <p:spPr>
          <a:xfrm>
            <a:off x="7956360" y="556560"/>
            <a:ext cx="3474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管理策 ∕ 有効性 ∕ ぜい弱性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6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16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0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609480" y="392760"/>
            <a:ext cx="10296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まとめ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2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3" name=""/>
          <p:cNvSpPr/>
          <p:nvPr/>
        </p:nvSpPr>
        <p:spPr>
          <a:xfrm>
            <a:off x="1581120" y="218088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8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2"/>
                  <a:pt x="4349" y="4"/>
                </a:cubicBezTo>
                <a:cubicBezTo>
                  <a:pt x="4361" y="6"/>
                  <a:pt x="4373" y="10"/>
                  <a:pt x="4384" y="15"/>
                </a:cubicBezTo>
                <a:cubicBezTo>
                  <a:pt x="4395" y="19"/>
                  <a:pt x="4406" y="25"/>
                  <a:pt x="4416" y="32"/>
                </a:cubicBezTo>
                <a:cubicBezTo>
                  <a:pt x="4426" y="38"/>
                  <a:pt x="4436" y="46"/>
                  <a:pt x="4444" y="55"/>
                </a:cubicBezTo>
                <a:cubicBezTo>
                  <a:pt x="4453" y="63"/>
                  <a:pt x="4461" y="73"/>
                  <a:pt x="4467" y="83"/>
                </a:cubicBezTo>
                <a:cubicBezTo>
                  <a:pt x="4474" y="93"/>
                  <a:pt x="4480" y="104"/>
                  <a:pt x="4484" y="115"/>
                </a:cubicBezTo>
                <a:cubicBezTo>
                  <a:pt x="4489" y="126"/>
                  <a:pt x="4493" y="138"/>
                  <a:pt x="4495" y="150"/>
                </a:cubicBezTo>
                <a:cubicBezTo>
                  <a:pt x="4497" y="161"/>
                  <a:pt x="4498" y="174"/>
                  <a:pt x="4498" y="186"/>
                </a:cubicBezTo>
                <a:lnTo>
                  <a:pt x="4498" y="1138"/>
                </a:lnTo>
                <a:cubicBezTo>
                  <a:pt x="4498" y="1150"/>
                  <a:pt x="4497" y="1162"/>
                  <a:pt x="4495" y="1174"/>
                </a:cubicBezTo>
                <a:cubicBezTo>
                  <a:pt x="4493" y="1186"/>
                  <a:pt x="4489" y="1198"/>
                  <a:pt x="4484" y="1209"/>
                </a:cubicBezTo>
                <a:cubicBezTo>
                  <a:pt x="4480" y="1221"/>
                  <a:pt x="4474" y="1232"/>
                  <a:pt x="4467" y="1242"/>
                </a:cubicBezTo>
                <a:cubicBezTo>
                  <a:pt x="4461" y="1252"/>
                  <a:pt x="4453" y="1262"/>
                  <a:pt x="4444" y="1270"/>
                </a:cubicBezTo>
                <a:cubicBezTo>
                  <a:pt x="4436" y="1279"/>
                  <a:pt x="4426" y="1286"/>
                  <a:pt x="4416" y="1293"/>
                </a:cubicBezTo>
                <a:cubicBezTo>
                  <a:pt x="4406" y="1300"/>
                  <a:pt x="4395" y="1306"/>
                  <a:pt x="4384" y="1310"/>
                </a:cubicBezTo>
                <a:cubicBezTo>
                  <a:pt x="4373" y="1315"/>
                  <a:pt x="4361" y="1318"/>
                  <a:pt x="4349" y="1321"/>
                </a:cubicBezTo>
                <a:cubicBezTo>
                  <a:pt x="4337" y="1323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6"/>
                  <a:pt x="92" y="1300"/>
                  <a:pt x="82" y="1293"/>
                </a:cubicBezTo>
                <a:cubicBezTo>
                  <a:pt x="72" y="1286"/>
                  <a:pt x="62" y="1279"/>
                  <a:pt x="54" y="1270"/>
                </a:cubicBezTo>
                <a:cubicBezTo>
                  <a:pt x="45" y="1262"/>
                  <a:pt x="38" y="1252"/>
                  <a:pt x="31" y="1242"/>
                </a:cubicBezTo>
                <a:cubicBezTo>
                  <a:pt x="24" y="1232"/>
                  <a:pt x="18" y="1221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4" name=""/>
          <p:cNvSpPr/>
          <p:nvPr/>
        </p:nvSpPr>
        <p:spPr>
          <a:xfrm>
            <a:off x="1581120" y="218088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8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2"/>
                  <a:pt x="4349" y="4"/>
                </a:cubicBezTo>
                <a:cubicBezTo>
                  <a:pt x="4361" y="6"/>
                  <a:pt x="4373" y="10"/>
                  <a:pt x="4384" y="15"/>
                </a:cubicBezTo>
                <a:cubicBezTo>
                  <a:pt x="4395" y="19"/>
                  <a:pt x="4406" y="25"/>
                  <a:pt x="4416" y="32"/>
                </a:cubicBezTo>
                <a:cubicBezTo>
                  <a:pt x="4426" y="38"/>
                  <a:pt x="4436" y="46"/>
                  <a:pt x="4444" y="55"/>
                </a:cubicBezTo>
                <a:cubicBezTo>
                  <a:pt x="4453" y="63"/>
                  <a:pt x="4461" y="73"/>
                  <a:pt x="4467" y="83"/>
                </a:cubicBezTo>
                <a:cubicBezTo>
                  <a:pt x="4474" y="93"/>
                  <a:pt x="4480" y="104"/>
                  <a:pt x="4484" y="115"/>
                </a:cubicBezTo>
                <a:cubicBezTo>
                  <a:pt x="4489" y="126"/>
                  <a:pt x="4493" y="138"/>
                  <a:pt x="4495" y="150"/>
                </a:cubicBezTo>
                <a:cubicBezTo>
                  <a:pt x="4497" y="161"/>
                  <a:pt x="4498" y="174"/>
                  <a:pt x="4498" y="186"/>
                </a:cubicBezTo>
                <a:lnTo>
                  <a:pt x="4498" y="1138"/>
                </a:lnTo>
                <a:cubicBezTo>
                  <a:pt x="4498" y="1150"/>
                  <a:pt x="4497" y="1162"/>
                  <a:pt x="4495" y="1174"/>
                </a:cubicBezTo>
                <a:cubicBezTo>
                  <a:pt x="4493" y="1186"/>
                  <a:pt x="4489" y="1198"/>
                  <a:pt x="4484" y="1209"/>
                </a:cubicBezTo>
                <a:cubicBezTo>
                  <a:pt x="4480" y="1221"/>
                  <a:pt x="4474" y="1232"/>
                  <a:pt x="4467" y="1242"/>
                </a:cubicBezTo>
                <a:cubicBezTo>
                  <a:pt x="4461" y="1252"/>
                  <a:pt x="4453" y="1262"/>
                  <a:pt x="4444" y="1270"/>
                </a:cubicBezTo>
                <a:cubicBezTo>
                  <a:pt x="4436" y="1279"/>
                  <a:pt x="4426" y="1286"/>
                  <a:pt x="4416" y="1293"/>
                </a:cubicBezTo>
                <a:cubicBezTo>
                  <a:pt x="4406" y="1300"/>
                  <a:pt x="4395" y="1306"/>
                  <a:pt x="4384" y="1310"/>
                </a:cubicBezTo>
                <a:cubicBezTo>
                  <a:pt x="4373" y="1315"/>
                  <a:pt x="4361" y="1318"/>
                  <a:pt x="4349" y="1321"/>
                </a:cubicBezTo>
                <a:cubicBezTo>
                  <a:pt x="4337" y="1323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6"/>
                  <a:pt x="92" y="1300"/>
                  <a:pt x="82" y="1293"/>
                </a:cubicBezTo>
                <a:cubicBezTo>
                  <a:pt x="72" y="1286"/>
                  <a:pt x="62" y="1279"/>
                  <a:pt x="54" y="1270"/>
                </a:cubicBezTo>
                <a:cubicBezTo>
                  <a:pt x="45" y="1262"/>
                  <a:pt x="38" y="1252"/>
                  <a:pt x="31" y="1242"/>
                </a:cubicBezTo>
                <a:cubicBezTo>
                  <a:pt x="24" y="1232"/>
                  <a:pt x="18" y="1221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5" name=""/>
          <p:cNvSpPr/>
          <p:nvPr/>
        </p:nvSpPr>
        <p:spPr>
          <a:xfrm>
            <a:off x="1746720" y="2304720"/>
            <a:ext cx="259560" cy="229320"/>
          </a:xfrm>
          <a:custGeom>
            <a:avLst/>
            <a:gdLst/>
            <a:ahLst/>
            <a:rect l="0" t="0" r="r" b="b"/>
            <a:pathLst>
              <a:path w="721" h="637">
                <a:moveTo>
                  <a:pt x="53" y="637"/>
                </a:moveTo>
                <a:cubicBezTo>
                  <a:pt x="39" y="637"/>
                  <a:pt x="26" y="632"/>
                  <a:pt x="16" y="622"/>
                </a:cubicBezTo>
                <a:cubicBezTo>
                  <a:pt x="5" y="611"/>
                  <a:pt x="0" y="599"/>
                  <a:pt x="0" y="584"/>
                </a:cubicBezTo>
                <a:lnTo>
                  <a:pt x="0" y="53"/>
                </a:lnTo>
                <a:cubicBezTo>
                  <a:pt x="0" y="39"/>
                  <a:pt x="5" y="27"/>
                  <a:pt x="16" y="16"/>
                </a:cubicBezTo>
                <a:cubicBezTo>
                  <a:pt x="26" y="6"/>
                  <a:pt x="39" y="0"/>
                  <a:pt x="53" y="0"/>
                </a:cubicBezTo>
                <a:lnTo>
                  <a:pt x="668" y="0"/>
                </a:lnTo>
                <a:cubicBezTo>
                  <a:pt x="682" y="0"/>
                  <a:pt x="694" y="6"/>
                  <a:pt x="705" y="16"/>
                </a:cubicBezTo>
                <a:cubicBezTo>
                  <a:pt x="715" y="27"/>
                  <a:pt x="721" y="39"/>
                  <a:pt x="721" y="53"/>
                </a:cubicBezTo>
                <a:lnTo>
                  <a:pt x="721" y="584"/>
                </a:lnTo>
                <a:cubicBezTo>
                  <a:pt x="721" y="599"/>
                  <a:pt x="715" y="611"/>
                  <a:pt x="705" y="622"/>
                </a:cubicBezTo>
                <a:cubicBezTo>
                  <a:pt x="694" y="632"/>
                  <a:pt x="682" y="637"/>
                  <a:pt x="668" y="637"/>
                </a:cubicBezTo>
                <a:lnTo>
                  <a:pt x="53" y="637"/>
                </a:lnTo>
                <a:moveTo>
                  <a:pt x="53" y="584"/>
                </a:moveTo>
                <a:lnTo>
                  <a:pt x="668" y="584"/>
                </a:lnTo>
                <a:lnTo>
                  <a:pt x="668" y="53"/>
                </a:lnTo>
                <a:lnTo>
                  <a:pt x="53" y="53"/>
                </a:lnTo>
                <a:lnTo>
                  <a:pt x="53" y="584"/>
                </a:lnTo>
                <a:moveTo>
                  <a:pt x="113" y="496"/>
                </a:moveTo>
                <a:lnTo>
                  <a:pt x="289" y="496"/>
                </a:lnTo>
                <a:lnTo>
                  <a:pt x="289" y="426"/>
                </a:lnTo>
                <a:lnTo>
                  <a:pt x="113" y="426"/>
                </a:lnTo>
                <a:lnTo>
                  <a:pt x="113" y="496"/>
                </a:lnTo>
                <a:moveTo>
                  <a:pt x="450" y="426"/>
                </a:moveTo>
                <a:lnTo>
                  <a:pt x="625" y="250"/>
                </a:lnTo>
                <a:lnTo>
                  <a:pt x="575" y="200"/>
                </a:lnTo>
                <a:lnTo>
                  <a:pt x="450" y="325"/>
                </a:lnTo>
                <a:lnTo>
                  <a:pt x="399" y="275"/>
                </a:lnTo>
                <a:lnTo>
                  <a:pt x="350" y="325"/>
                </a:lnTo>
                <a:lnTo>
                  <a:pt x="450" y="426"/>
                </a:lnTo>
                <a:moveTo>
                  <a:pt x="113" y="354"/>
                </a:moveTo>
                <a:lnTo>
                  <a:pt x="289" y="354"/>
                </a:lnTo>
                <a:lnTo>
                  <a:pt x="289" y="284"/>
                </a:lnTo>
                <a:lnTo>
                  <a:pt x="113" y="284"/>
                </a:lnTo>
                <a:lnTo>
                  <a:pt x="113" y="354"/>
                </a:lnTo>
                <a:moveTo>
                  <a:pt x="113" y="213"/>
                </a:moveTo>
                <a:lnTo>
                  <a:pt x="289" y="213"/>
                </a:lnTo>
                <a:lnTo>
                  <a:pt x="289" y="143"/>
                </a:lnTo>
                <a:lnTo>
                  <a:pt x="113" y="143"/>
                </a:lnTo>
                <a:lnTo>
                  <a:pt x="113" y="213"/>
                </a:lnTo>
                <a:moveTo>
                  <a:pt x="53" y="584"/>
                </a:moveTo>
                <a:lnTo>
                  <a:pt x="53" y="53"/>
                </a:lnTo>
                <a:lnTo>
                  <a:pt x="53" y="58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609480" y="1090800"/>
            <a:ext cx="87037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のリスクは、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つの管理策に追加のリスク対応を重ねれば低減できる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2103120" y="227448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結論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8" name=""/>
          <p:cNvSpPr/>
          <p:nvPr/>
        </p:nvSpPr>
        <p:spPr>
          <a:xfrm>
            <a:off x="1581120" y="296208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4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9"/>
                  <a:pt x="4406" y="24"/>
                  <a:pt x="4416" y="31"/>
                </a:cubicBezTo>
                <a:cubicBezTo>
                  <a:pt x="4426" y="38"/>
                  <a:pt x="4436" y="46"/>
                  <a:pt x="4444" y="54"/>
                </a:cubicBezTo>
                <a:cubicBezTo>
                  <a:pt x="4453" y="63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6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139"/>
                </a:lnTo>
                <a:cubicBezTo>
                  <a:pt x="4498" y="1151"/>
                  <a:pt x="4497" y="1163"/>
                  <a:pt x="4495" y="1175"/>
                </a:cubicBezTo>
                <a:cubicBezTo>
                  <a:pt x="4493" y="1187"/>
                  <a:pt x="4489" y="1198"/>
                  <a:pt x="4484" y="1210"/>
                </a:cubicBezTo>
                <a:cubicBezTo>
                  <a:pt x="4480" y="1221"/>
                  <a:pt x="4474" y="1232"/>
                  <a:pt x="4467" y="1242"/>
                </a:cubicBezTo>
                <a:cubicBezTo>
                  <a:pt x="4461" y="1252"/>
                  <a:pt x="4453" y="1261"/>
                  <a:pt x="4444" y="1270"/>
                </a:cubicBezTo>
                <a:cubicBezTo>
                  <a:pt x="4436" y="1278"/>
                  <a:pt x="4426" y="1286"/>
                  <a:pt x="4416" y="1293"/>
                </a:cubicBezTo>
                <a:cubicBezTo>
                  <a:pt x="4406" y="1299"/>
                  <a:pt x="4395" y="1305"/>
                  <a:pt x="4384" y="1310"/>
                </a:cubicBezTo>
                <a:cubicBezTo>
                  <a:pt x="4373" y="1315"/>
                  <a:pt x="4361" y="1318"/>
                  <a:pt x="4349" y="1320"/>
                </a:cubicBezTo>
                <a:cubicBezTo>
                  <a:pt x="4337" y="1323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299"/>
                  <a:pt x="82" y="1293"/>
                </a:cubicBezTo>
                <a:cubicBezTo>
                  <a:pt x="72" y="1286"/>
                  <a:pt x="62" y="1278"/>
                  <a:pt x="54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9" name=""/>
          <p:cNvSpPr/>
          <p:nvPr/>
        </p:nvSpPr>
        <p:spPr>
          <a:xfrm>
            <a:off x="1581120" y="296208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4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9"/>
                  <a:pt x="4406" y="24"/>
                  <a:pt x="4416" y="31"/>
                </a:cubicBezTo>
                <a:cubicBezTo>
                  <a:pt x="4426" y="38"/>
                  <a:pt x="4436" y="46"/>
                  <a:pt x="4444" y="54"/>
                </a:cubicBezTo>
                <a:cubicBezTo>
                  <a:pt x="4453" y="63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6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139"/>
                </a:lnTo>
                <a:cubicBezTo>
                  <a:pt x="4498" y="1151"/>
                  <a:pt x="4497" y="1163"/>
                  <a:pt x="4495" y="1175"/>
                </a:cubicBezTo>
                <a:cubicBezTo>
                  <a:pt x="4493" y="1187"/>
                  <a:pt x="4489" y="1198"/>
                  <a:pt x="4484" y="1210"/>
                </a:cubicBezTo>
                <a:cubicBezTo>
                  <a:pt x="4480" y="1221"/>
                  <a:pt x="4474" y="1232"/>
                  <a:pt x="4467" y="1242"/>
                </a:cubicBezTo>
                <a:cubicBezTo>
                  <a:pt x="4461" y="1252"/>
                  <a:pt x="4453" y="1261"/>
                  <a:pt x="4444" y="1270"/>
                </a:cubicBezTo>
                <a:cubicBezTo>
                  <a:pt x="4436" y="1278"/>
                  <a:pt x="4426" y="1286"/>
                  <a:pt x="4416" y="1293"/>
                </a:cubicBezTo>
                <a:cubicBezTo>
                  <a:pt x="4406" y="1299"/>
                  <a:pt x="4395" y="1305"/>
                  <a:pt x="4384" y="1310"/>
                </a:cubicBezTo>
                <a:cubicBezTo>
                  <a:pt x="4373" y="1315"/>
                  <a:pt x="4361" y="1318"/>
                  <a:pt x="4349" y="1320"/>
                </a:cubicBezTo>
                <a:cubicBezTo>
                  <a:pt x="4337" y="1323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299"/>
                  <a:pt x="82" y="1293"/>
                </a:cubicBezTo>
                <a:cubicBezTo>
                  <a:pt x="72" y="1286"/>
                  <a:pt x="62" y="1278"/>
                  <a:pt x="54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0" name=""/>
          <p:cNvSpPr/>
          <p:nvPr/>
        </p:nvSpPr>
        <p:spPr>
          <a:xfrm>
            <a:off x="1774800" y="3072960"/>
            <a:ext cx="203400" cy="254160"/>
          </a:xfrm>
          <a:custGeom>
            <a:avLst/>
            <a:gdLst/>
            <a:ahLst/>
            <a:rect l="0" t="0" r="r" b="b"/>
            <a:pathLst>
              <a:path w="565" h="706">
                <a:moveTo>
                  <a:pt x="282" y="706"/>
                </a:moveTo>
                <a:cubicBezTo>
                  <a:pt x="199" y="686"/>
                  <a:pt x="132" y="638"/>
                  <a:pt x="79" y="563"/>
                </a:cubicBezTo>
                <a:cubicBezTo>
                  <a:pt x="26" y="488"/>
                  <a:pt x="0" y="406"/>
                  <a:pt x="0" y="317"/>
                </a:cubicBezTo>
                <a:lnTo>
                  <a:pt x="0" y="106"/>
                </a:lnTo>
                <a:lnTo>
                  <a:pt x="282" y="0"/>
                </a:lnTo>
                <a:lnTo>
                  <a:pt x="565" y="106"/>
                </a:lnTo>
                <a:lnTo>
                  <a:pt x="565" y="317"/>
                </a:lnTo>
                <a:cubicBezTo>
                  <a:pt x="565" y="406"/>
                  <a:pt x="539" y="488"/>
                  <a:pt x="486" y="563"/>
                </a:cubicBezTo>
                <a:cubicBezTo>
                  <a:pt x="433" y="638"/>
                  <a:pt x="364" y="686"/>
                  <a:pt x="282" y="706"/>
                </a:cubicBezTo>
                <a:moveTo>
                  <a:pt x="282" y="652"/>
                </a:moveTo>
                <a:cubicBezTo>
                  <a:pt x="349" y="629"/>
                  <a:pt x="405" y="587"/>
                  <a:pt x="448" y="525"/>
                </a:cubicBezTo>
                <a:cubicBezTo>
                  <a:pt x="491" y="463"/>
                  <a:pt x="512" y="394"/>
                  <a:pt x="512" y="317"/>
                </a:cubicBezTo>
                <a:lnTo>
                  <a:pt x="512" y="143"/>
                </a:lnTo>
                <a:lnTo>
                  <a:pt x="282" y="56"/>
                </a:lnTo>
                <a:lnTo>
                  <a:pt x="52" y="143"/>
                </a:lnTo>
                <a:lnTo>
                  <a:pt x="52" y="317"/>
                </a:lnTo>
                <a:cubicBezTo>
                  <a:pt x="52" y="394"/>
                  <a:pt x="74" y="463"/>
                  <a:pt x="116" y="525"/>
                </a:cubicBezTo>
                <a:cubicBezTo>
                  <a:pt x="159" y="587"/>
                  <a:pt x="214" y="629"/>
                  <a:pt x="282" y="652"/>
                </a:cubicBezTo>
                <a:moveTo>
                  <a:pt x="282" y="354"/>
                </a:moveTo>
                <a:lnTo>
                  <a:pt x="282" y="35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3570120" y="2249280"/>
            <a:ext cx="7096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つの管理策は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6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つのリスクを低減するが、起こりやすさは変えない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2103120" y="3055680"/>
            <a:ext cx="572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管理策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3" name=""/>
          <p:cNvSpPr/>
          <p:nvPr/>
        </p:nvSpPr>
        <p:spPr>
          <a:xfrm>
            <a:off x="1581120" y="374328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138"/>
                </a:lnTo>
                <a:cubicBezTo>
                  <a:pt x="4498" y="1150"/>
                  <a:pt x="4497" y="1163"/>
                  <a:pt x="4495" y="1174"/>
                </a:cubicBezTo>
                <a:cubicBezTo>
                  <a:pt x="4493" y="1186"/>
                  <a:pt x="4489" y="1198"/>
                  <a:pt x="4484" y="1209"/>
                </a:cubicBezTo>
                <a:cubicBezTo>
                  <a:pt x="4480" y="1220"/>
                  <a:pt x="4474" y="1231"/>
                  <a:pt x="4467" y="1241"/>
                </a:cubicBezTo>
                <a:cubicBezTo>
                  <a:pt x="4461" y="1251"/>
                  <a:pt x="4453" y="1261"/>
                  <a:pt x="4444" y="1269"/>
                </a:cubicBezTo>
                <a:cubicBezTo>
                  <a:pt x="4436" y="1278"/>
                  <a:pt x="4426" y="1286"/>
                  <a:pt x="4416" y="1292"/>
                </a:cubicBezTo>
                <a:cubicBezTo>
                  <a:pt x="4406" y="1299"/>
                  <a:pt x="4395" y="1305"/>
                  <a:pt x="4384" y="1309"/>
                </a:cubicBezTo>
                <a:cubicBezTo>
                  <a:pt x="4373" y="1314"/>
                  <a:pt x="4361" y="1318"/>
                  <a:pt x="4349" y="1320"/>
                </a:cubicBezTo>
                <a:cubicBezTo>
                  <a:pt x="4337" y="1322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09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2" y="1278"/>
                  <a:pt x="54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8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3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4" name=""/>
          <p:cNvSpPr/>
          <p:nvPr/>
        </p:nvSpPr>
        <p:spPr>
          <a:xfrm>
            <a:off x="1581120" y="374328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8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2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138"/>
                </a:lnTo>
                <a:cubicBezTo>
                  <a:pt x="4498" y="1150"/>
                  <a:pt x="4497" y="1163"/>
                  <a:pt x="4495" y="1174"/>
                </a:cubicBezTo>
                <a:cubicBezTo>
                  <a:pt x="4493" y="1186"/>
                  <a:pt x="4489" y="1198"/>
                  <a:pt x="4484" y="1209"/>
                </a:cubicBezTo>
                <a:cubicBezTo>
                  <a:pt x="4480" y="1220"/>
                  <a:pt x="4474" y="1231"/>
                  <a:pt x="4467" y="1241"/>
                </a:cubicBezTo>
                <a:cubicBezTo>
                  <a:pt x="4461" y="1251"/>
                  <a:pt x="4453" y="1261"/>
                  <a:pt x="4444" y="1269"/>
                </a:cubicBezTo>
                <a:cubicBezTo>
                  <a:pt x="4436" y="1278"/>
                  <a:pt x="4426" y="1286"/>
                  <a:pt x="4416" y="1292"/>
                </a:cubicBezTo>
                <a:cubicBezTo>
                  <a:pt x="4406" y="1299"/>
                  <a:pt x="4395" y="1305"/>
                  <a:pt x="4384" y="1309"/>
                </a:cubicBezTo>
                <a:cubicBezTo>
                  <a:pt x="4373" y="1314"/>
                  <a:pt x="4361" y="1318"/>
                  <a:pt x="4349" y="1320"/>
                </a:cubicBezTo>
                <a:cubicBezTo>
                  <a:pt x="4337" y="1322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09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2" y="1278"/>
                  <a:pt x="54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8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3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5" name=""/>
          <p:cNvSpPr/>
          <p:nvPr/>
        </p:nvSpPr>
        <p:spPr>
          <a:xfrm>
            <a:off x="1749240" y="3880440"/>
            <a:ext cx="254520" cy="202680"/>
          </a:xfrm>
          <a:custGeom>
            <a:avLst/>
            <a:gdLst/>
            <a:ahLst/>
            <a:rect l="0" t="0" r="r" b="b"/>
            <a:pathLst>
              <a:path w="707" h="563">
                <a:moveTo>
                  <a:pt x="438" y="563"/>
                </a:moveTo>
                <a:lnTo>
                  <a:pt x="400" y="526"/>
                </a:lnTo>
                <a:lnTo>
                  <a:pt x="499" y="428"/>
                </a:lnTo>
                <a:lnTo>
                  <a:pt x="400" y="330"/>
                </a:lnTo>
                <a:lnTo>
                  <a:pt x="438" y="293"/>
                </a:lnTo>
                <a:lnTo>
                  <a:pt x="536" y="391"/>
                </a:lnTo>
                <a:lnTo>
                  <a:pt x="634" y="293"/>
                </a:lnTo>
                <a:lnTo>
                  <a:pt x="671" y="330"/>
                </a:lnTo>
                <a:lnTo>
                  <a:pt x="573" y="428"/>
                </a:lnTo>
                <a:lnTo>
                  <a:pt x="671" y="526"/>
                </a:lnTo>
                <a:lnTo>
                  <a:pt x="634" y="563"/>
                </a:lnTo>
                <a:lnTo>
                  <a:pt x="536" y="465"/>
                </a:lnTo>
                <a:lnTo>
                  <a:pt x="438" y="563"/>
                </a:lnTo>
                <a:moveTo>
                  <a:pt x="512" y="233"/>
                </a:moveTo>
                <a:lnTo>
                  <a:pt x="385" y="107"/>
                </a:lnTo>
                <a:lnTo>
                  <a:pt x="422" y="70"/>
                </a:lnTo>
                <a:lnTo>
                  <a:pt x="512" y="157"/>
                </a:lnTo>
                <a:lnTo>
                  <a:pt x="670" y="0"/>
                </a:lnTo>
                <a:lnTo>
                  <a:pt x="707" y="38"/>
                </a:lnTo>
                <a:lnTo>
                  <a:pt x="512" y="233"/>
                </a:lnTo>
                <a:moveTo>
                  <a:pt x="0" y="449"/>
                </a:moveTo>
                <a:lnTo>
                  <a:pt x="0" y="396"/>
                </a:lnTo>
                <a:lnTo>
                  <a:pt x="318" y="396"/>
                </a:lnTo>
                <a:lnTo>
                  <a:pt x="318" y="449"/>
                </a:lnTo>
                <a:lnTo>
                  <a:pt x="0" y="449"/>
                </a:lnTo>
                <a:moveTo>
                  <a:pt x="0" y="165"/>
                </a:moveTo>
                <a:lnTo>
                  <a:pt x="0" y="113"/>
                </a:lnTo>
                <a:lnTo>
                  <a:pt x="318" y="113"/>
                </a:lnTo>
                <a:lnTo>
                  <a:pt x="318" y="165"/>
                </a:lnTo>
                <a:lnTo>
                  <a:pt x="0" y="16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3570120" y="3030480"/>
            <a:ext cx="7096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つの管理策は、ホストとの境界と外部との境界に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2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つずつ置かれる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7" name=""/>
          <p:cNvSpPr txBox="1"/>
          <p:nvPr/>
        </p:nvSpPr>
        <p:spPr>
          <a:xfrm>
            <a:off x="2103120" y="3836520"/>
            <a:ext cx="572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有効性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8" name=""/>
          <p:cNvSpPr/>
          <p:nvPr/>
        </p:nvSpPr>
        <p:spPr>
          <a:xfrm>
            <a:off x="1581120" y="452412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4"/>
                </a:cubicBezTo>
                <a:cubicBezTo>
                  <a:pt x="4361" y="6"/>
                  <a:pt x="4373" y="10"/>
                  <a:pt x="4384" y="14"/>
                </a:cubicBezTo>
                <a:cubicBezTo>
                  <a:pt x="4395" y="19"/>
                  <a:pt x="4406" y="25"/>
                  <a:pt x="4416" y="31"/>
                </a:cubicBezTo>
                <a:cubicBezTo>
                  <a:pt x="4426" y="38"/>
                  <a:pt x="4436" y="46"/>
                  <a:pt x="4444" y="54"/>
                </a:cubicBezTo>
                <a:cubicBezTo>
                  <a:pt x="4453" y="63"/>
                  <a:pt x="4461" y="72"/>
                  <a:pt x="4467" y="83"/>
                </a:cubicBezTo>
                <a:cubicBezTo>
                  <a:pt x="4474" y="93"/>
                  <a:pt x="4480" y="103"/>
                  <a:pt x="4484" y="115"/>
                </a:cubicBezTo>
                <a:cubicBezTo>
                  <a:pt x="4489" y="126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138"/>
                </a:lnTo>
                <a:cubicBezTo>
                  <a:pt x="4498" y="1150"/>
                  <a:pt x="4497" y="1162"/>
                  <a:pt x="4495" y="1174"/>
                </a:cubicBezTo>
                <a:cubicBezTo>
                  <a:pt x="4493" y="1186"/>
                  <a:pt x="4489" y="1198"/>
                  <a:pt x="4484" y="1209"/>
                </a:cubicBezTo>
                <a:cubicBezTo>
                  <a:pt x="4480" y="1220"/>
                  <a:pt x="4474" y="1231"/>
                  <a:pt x="4467" y="1241"/>
                </a:cubicBezTo>
                <a:cubicBezTo>
                  <a:pt x="4461" y="1251"/>
                  <a:pt x="4453" y="1260"/>
                  <a:pt x="4444" y="1269"/>
                </a:cubicBezTo>
                <a:cubicBezTo>
                  <a:pt x="4436" y="1277"/>
                  <a:pt x="4426" y="1285"/>
                  <a:pt x="4416" y="1292"/>
                </a:cubicBezTo>
                <a:cubicBezTo>
                  <a:pt x="4406" y="1299"/>
                  <a:pt x="4395" y="1304"/>
                  <a:pt x="4384" y="1309"/>
                </a:cubicBezTo>
                <a:cubicBezTo>
                  <a:pt x="4373" y="1315"/>
                  <a:pt x="4361" y="1318"/>
                  <a:pt x="4349" y="1321"/>
                </a:cubicBezTo>
                <a:cubicBezTo>
                  <a:pt x="4337" y="1323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09"/>
                </a:cubicBezTo>
                <a:cubicBezTo>
                  <a:pt x="103" y="1304"/>
                  <a:pt x="92" y="1299"/>
                  <a:pt x="82" y="1292"/>
                </a:cubicBezTo>
                <a:cubicBezTo>
                  <a:pt x="72" y="1285"/>
                  <a:pt x="62" y="1277"/>
                  <a:pt x="54" y="1269"/>
                </a:cubicBezTo>
                <a:cubicBezTo>
                  <a:pt x="45" y="1260"/>
                  <a:pt x="38" y="1251"/>
                  <a:pt x="31" y="1241"/>
                </a:cubicBezTo>
                <a:cubicBezTo>
                  <a:pt x="24" y="1231"/>
                  <a:pt x="18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9" name=""/>
          <p:cNvSpPr/>
          <p:nvPr/>
        </p:nvSpPr>
        <p:spPr>
          <a:xfrm>
            <a:off x="1581120" y="452412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4"/>
                </a:cubicBezTo>
                <a:cubicBezTo>
                  <a:pt x="4361" y="6"/>
                  <a:pt x="4373" y="10"/>
                  <a:pt x="4384" y="14"/>
                </a:cubicBezTo>
                <a:cubicBezTo>
                  <a:pt x="4395" y="19"/>
                  <a:pt x="4406" y="25"/>
                  <a:pt x="4416" y="31"/>
                </a:cubicBezTo>
                <a:cubicBezTo>
                  <a:pt x="4426" y="38"/>
                  <a:pt x="4436" y="46"/>
                  <a:pt x="4444" y="54"/>
                </a:cubicBezTo>
                <a:cubicBezTo>
                  <a:pt x="4453" y="63"/>
                  <a:pt x="4461" y="72"/>
                  <a:pt x="4467" y="83"/>
                </a:cubicBezTo>
                <a:cubicBezTo>
                  <a:pt x="4474" y="93"/>
                  <a:pt x="4480" y="103"/>
                  <a:pt x="4484" y="115"/>
                </a:cubicBezTo>
                <a:cubicBezTo>
                  <a:pt x="4489" y="126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138"/>
                </a:lnTo>
                <a:cubicBezTo>
                  <a:pt x="4498" y="1150"/>
                  <a:pt x="4497" y="1162"/>
                  <a:pt x="4495" y="1174"/>
                </a:cubicBezTo>
                <a:cubicBezTo>
                  <a:pt x="4493" y="1186"/>
                  <a:pt x="4489" y="1198"/>
                  <a:pt x="4484" y="1209"/>
                </a:cubicBezTo>
                <a:cubicBezTo>
                  <a:pt x="4480" y="1220"/>
                  <a:pt x="4474" y="1231"/>
                  <a:pt x="4467" y="1241"/>
                </a:cubicBezTo>
                <a:cubicBezTo>
                  <a:pt x="4461" y="1251"/>
                  <a:pt x="4453" y="1260"/>
                  <a:pt x="4444" y="1269"/>
                </a:cubicBezTo>
                <a:cubicBezTo>
                  <a:pt x="4436" y="1277"/>
                  <a:pt x="4426" y="1285"/>
                  <a:pt x="4416" y="1292"/>
                </a:cubicBezTo>
                <a:cubicBezTo>
                  <a:pt x="4406" y="1299"/>
                  <a:pt x="4395" y="1304"/>
                  <a:pt x="4384" y="1309"/>
                </a:cubicBezTo>
                <a:cubicBezTo>
                  <a:pt x="4373" y="1315"/>
                  <a:pt x="4361" y="1318"/>
                  <a:pt x="4349" y="1321"/>
                </a:cubicBezTo>
                <a:cubicBezTo>
                  <a:pt x="4337" y="1323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09"/>
                </a:cubicBezTo>
                <a:cubicBezTo>
                  <a:pt x="103" y="1304"/>
                  <a:pt x="92" y="1299"/>
                  <a:pt x="82" y="1292"/>
                </a:cubicBezTo>
                <a:cubicBezTo>
                  <a:pt x="72" y="1285"/>
                  <a:pt x="62" y="1277"/>
                  <a:pt x="54" y="1269"/>
                </a:cubicBezTo>
                <a:cubicBezTo>
                  <a:pt x="45" y="1260"/>
                  <a:pt x="38" y="1251"/>
                  <a:pt x="31" y="1241"/>
                </a:cubicBezTo>
                <a:cubicBezTo>
                  <a:pt x="24" y="1231"/>
                  <a:pt x="18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0" name=""/>
          <p:cNvSpPr/>
          <p:nvPr/>
        </p:nvSpPr>
        <p:spPr>
          <a:xfrm>
            <a:off x="1774800" y="4622760"/>
            <a:ext cx="203400" cy="266760"/>
          </a:xfrm>
          <a:custGeom>
            <a:avLst/>
            <a:gdLst/>
            <a:ahLst/>
            <a:rect l="0" t="0" r="r" b="b"/>
            <a:pathLst>
              <a:path w="565" h="741">
                <a:moveTo>
                  <a:pt x="52" y="253"/>
                </a:moveTo>
                <a:lnTo>
                  <a:pt x="396" y="253"/>
                </a:lnTo>
                <a:lnTo>
                  <a:pt x="396" y="168"/>
                </a:lnTo>
                <a:cubicBezTo>
                  <a:pt x="396" y="136"/>
                  <a:pt x="385" y="108"/>
                  <a:pt x="363" y="86"/>
                </a:cubicBezTo>
                <a:cubicBezTo>
                  <a:pt x="341" y="64"/>
                  <a:pt x="314" y="53"/>
                  <a:pt x="282" y="53"/>
                </a:cubicBezTo>
                <a:cubicBezTo>
                  <a:pt x="250" y="53"/>
                  <a:pt x="223" y="64"/>
                  <a:pt x="201" y="86"/>
                </a:cubicBezTo>
                <a:cubicBezTo>
                  <a:pt x="178" y="108"/>
                  <a:pt x="167" y="136"/>
                  <a:pt x="167" y="168"/>
                </a:cubicBezTo>
                <a:lnTo>
                  <a:pt x="114" y="168"/>
                </a:lnTo>
                <a:cubicBezTo>
                  <a:pt x="114" y="122"/>
                  <a:pt x="131" y="81"/>
                  <a:pt x="163" y="49"/>
                </a:cubicBezTo>
                <a:cubicBezTo>
                  <a:pt x="196" y="16"/>
                  <a:pt x="235" y="0"/>
                  <a:pt x="282" y="0"/>
                </a:cubicBezTo>
                <a:cubicBezTo>
                  <a:pt x="328" y="0"/>
                  <a:pt x="368" y="16"/>
                  <a:pt x="400" y="49"/>
                </a:cubicBezTo>
                <a:cubicBezTo>
                  <a:pt x="434" y="81"/>
                  <a:pt x="450" y="122"/>
                  <a:pt x="450" y="168"/>
                </a:cubicBezTo>
                <a:lnTo>
                  <a:pt x="450" y="253"/>
                </a:lnTo>
                <a:lnTo>
                  <a:pt x="512" y="253"/>
                </a:lnTo>
                <a:cubicBezTo>
                  <a:pt x="527" y="253"/>
                  <a:pt x="539" y="258"/>
                  <a:pt x="549" y="268"/>
                </a:cubicBezTo>
                <a:cubicBezTo>
                  <a:pt x="560" y="279"/>
                  <a:pt x="565" y="291"/>
                  <a:pt x="565" y="306"/>
                </a:cubicBezTo>
                <a:lnTo>
                  <a:pt x="565" y="689"/>
                </a:lnTo>
                <a:cubicBezTo>
                  <a:pt x="565" y="703"/>
                  <a:pt x="560" y="716"/>
                  <a:pt x="549" y="726"/>
                </a:cubicBezTo>
                <a:cubicBezTo>
                  <a:pt x="539" y="736"/>
                  <a:pt x="527" y="741"/>
                  <a:pt x="512" y="741"/>
                </a:cubicBezTo>
                <a:lnTo>
                  <a:pt x="52" y="741"/>
                </a:lnTo>
                <a:cubicBezTo>
                  <a:pt x="38" y="741"/>
                  <a:pt x="25" y="736"/>
                  <a:pt x="15" y="726"/>
                </a:cubicBezTo>
                <a:cubicBezTo>
                  <a:pt x="5" y="716"/>
                  <a:pt x="0" y="703"/>
                  <a:pt x="0" y="689"/>
                </a:cubicBezTo>
                <a:lnTo>
                  <a:pt x="0" y="306"/>
                </a:lnTo>
                <a:cubicBezTo>
                  <a:pt x="0" y="291"/>
                  <a:pt x="5" y="279"/>
                  <a:pt x="15" y="268"/>
                </a:cubicBezTo>
                <a:cubicBezTo>
                  <a:pt x="25" y="258"/>
                  <a:pt x="38" y="253"/>
                  <a:pt x="52" y="253"/>
                </a:cubicBezTo>
                <a:moveTo>
                  <a:pt x="52" y="689"/>
                </a:moveTo>
                <a:lnTo>
                  <a:pt x="512" y="689"/>
                </a:lnTo>
                <a:lnTo>
                  <a:pt x="512" y="306"/>
                </a:lnTo>
                <a:lnTo>
                  <a:pt x="52" y="306"/>
                </a:lnTo>
                <a:lnTo>
                  <a:pt x="52" y="689"/>
                </a:lnTo>
                <a:moveTo>
                  <a:pt x="330" y="546"/>
                </a:moveTo>
                <a:cubicBezTo>
                  <a:pt x="343" y="533"/>
                  <a:pt x="350" y="517"/>
                  <a:pt x="350" y="499"/>
                </a:cubicBezTo>
                <a:cubicBezTo>
                  <a:pt x="350" y="481"/>
                  <a:pt x="343" y="465"/>
                  <a:pt x="330" y="451"/>
                </a:cubicBezTo>
                <a:cubicBezTo>
                  <a:pt x="316" y="436"/>
                  <a:pt x="300" y="429"/>
                  <a:pt x="282" y="429"/>
                </a:cubicBezTo>
                <a:cubicBezTo>
                  <a:pt x="263" y="429"/>
                  <a:pt x="247" y="436"/>
                  <a:pt x="234" y="451"/>
                </a:cubicBezTo>
                <a:cubicBezTo>
                  <a:pt x="220" y="465"/>
                  <a:pt x="214" y="481"/>
                  <a:pt x="214" y="499"/>
                </a:cubicBezTo>
                <a:cubicBezTo>
                  <a:pt x="214" y="517"/>
                  <a:pt x="221" y="533"/>
                  <a:pt x="234" y="546"/>
                </a:cubicBezTo>
                <a:cubicBezTo>
                  <a:pt x="247" y="559"/>
                  <a:pt x="263" y="565"/>
                  <a:pt x="282" y="565"/>
                </a:cubicBezTo>
                <a:cubicBezTo>
                  <a:pt x="301" y="565"/>
                  <a:pt x="317" y="559"/>
                  <a:pt x="330" y="546"/>
                </a:cubicBezTo>
                <a:moveTo>
                  <a:pt x="52" y="689"/>
                </a:moveTo>
                <a:lnTo>
                  <a:pt x="52" y="306"/>
                </a:lnTo>
                <a:lnTo>
                  <a:pt x="52" y="68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3570120" y="3811680"/>
            <a:ext cx="6705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境界だけでリスクを低減できるのは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6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つで、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つは低減できない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2" name=""/>
          <p:cNvSpPr txBox="1"/>
          <p:nvPr/>
        </p:nvSpPr>
        <p:spPr>
          <a:xfrm>
            <a:off x="2103120" y="4617720"/>
            <a:ext cx="762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ぜい弱性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3" name=""/>
          <p:cNvSpPr/>
          <p:nvPr/>
        </p:nvSpPr>
        <p:spPr>
          <a:xfrm>
            <a:off x="1581120" y="530532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9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3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138"/>
                </a:lnTo>
                <a:cubicBezTo>
                  <a:pt x="4498" y="1151"/>
                  <a:pt x="4497" y="1163"/>
                  <a:pt x="4495" y="1175"/>
                </a:cubicBezTo>
                <a:cubicBezTo>
                  <a:pt x="4493" y="1187"/>
                  <a:pt x="4489" y="1198"/>
                  <a:pt x="4484" y="1209"/>
                </a:cubicBezTo>
                <a:cubicBezTo>
                  <a:pt x="4480" y="1221"/>
                  <a:pt x="4474" y="1231"/>
                  <a:pt x="4467" y="1241"/>
                </a:cubicBezTo>
                <a:cubicBezTo>
                  <a:pt x="4461" y="1252"/>
                  <a:pt x="4453" y="1261"/>
                  <a:pt x="4444" y="1269"/>
                </a:cubicBezTo>
                <a:cubicBezTo>
                  <a:pt x="4436" y="1278"/>
                  <a:pt x="4426" y="1286"/>
                  <a:pt x="4416" y="1292"/>
                </a:cubicBezTo>
                <a:cubicBezTo>
                  <a:pt x="4406" y="1299"/>
                  <a:pt x="4395" y="1305"/>
                  <a:pt x="4384" y="1310"/>
                </a:cubicBezTo>
                <a:cubicBezTo>
                  <a:pt x="4373" y="1314"/>
                  <a:pt x="4361" y="1318"/>
                  <a:pt x="4349" y="1320"/>
                </a:cubicBezTo>
                <a:cubicBezTo>
                  <a:pt x="4337" y="1323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4"/>
                  <a:pt x="114" y="1310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2" y="1278"/>
                  <a:pt x="54" y="1269"/>
                </a:cubicBezTo>
                <a:cubicBezTo>
                  <a:pt x="45" y="1261"/>
                  <a:pt x="38" y="1252"/>
                  <a:pt x="31" y="1241"/>
                </a:cubicBezTo>
                <a:cubicBezTo>
                  <a:pt x="24" y="1231"/>
                  <a:pt x="18" y="1221"/>
                  <a:pt x="14" y="1209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4" name=""/>
          <p:cNvSpPr/>
          <p:nvPr/>
        </p:nvSpPr>
        <p:spPr>
          <a:xfrm>
            <a:off x="1581120" y="5305320"/>
            <a:ext cx="1619280" cy="476640"/>
          </a:xfrm>
          <a:custGeom>
            <a:avLst/>
            <a:gdLst/>
            <a:ahLst/>
            <a:rect l="0" t="0" r="r" b="b"/>
            <a:pathLst>
              <a:path w="4498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313" y="0"/>
                </a:lnTo>
                <a:cubicBezTo>
                  <a:pt x="4325" y="0"/>
                  <a:pt x="4337" y="1"/>
                  <a:pt x="4349" y="3"/>
                </a:cubicBezTo>
                <a:cubicBezTo>
                  <a:pt x="4361" y="6"/>
                  <a:pt x="4373" y="9"/>
                  <a:pt x="4384" y="14"/>
                </a:cubicBezTo>
                <a:cubicBezTo>
                  <a:pt x="4395" y="19"/>
                  <a:pt x="4406" y="24"/>
                  <a:pt x="4416" y="31"/>
                </a:cubicBezTo>
                <a:cubicBezTo>
                  <a:pt x="4426" y="38"/>
                  <a:pt x="4436" y="45"/>
                  <a:pt x="4444" y="54"/>
                </a:cubicBezTo>
                <a:cubicBezTo>
                  <a:pt x="4453" y="63"/>
                  <a:pt x="4461" y="72"/>
                  <a:pt x="4467" y="82"/>
                </a:cubicBezTo>
                <a:cubicBezTo>
                  <a:pt x="4474" y="92"/>
                  <a:pt x="4480" y="103"/>
                  <a:pt x="4484" y="114"/>
                </a:cubicBezTo>
                <a:cubicBezTo>
                  <a:pt x="4489" y="125"/>
                  <a:pt x="4493" y="137"/>
                  <a:pt x="4495" y="149"/>
                </a:cubicBezTo>
                <a:cubicBezTo>
                  <a:pt x="4497" y="161"/>
                  <a:pt x="4498" y="173"/>
                  <a:pt x="4498" y="185"/>
                </a:cubicBezTo>
                <a:lnTo>
                  <a:pt x="4498" y="1138"/>
                </a:lnTo>
                <a:cubicBezTo>
                  <a:pt x="4498" y="1151"/>
                  <a:pt x="4497" y="1163"/>
                  <a:pt x="4495" y="1175"/>
                </a:cubicBezTo>
                <a:cubicBezTo>
                  <a:pt x="4493" y="1187"/>
                  <a:pt x="4489" y="1198"/>
                  <a:pt x="4484" y="1209"/>
                </a:cubicBezTo>
                <a:cubicBezTo>
                  <a:pt x="4480" y="1221"/>
                  <a:pt x="4474" y="1231"/>
                  <a:pt x="4467" y="1241"/>
                </a:cubicBezTo>
                <a:cubicBezTo>
                  <a:pt x="4461" y="1252"/>
                  <a:pt x="4453" y="1261"/>
                  <a:pt x="4444" y="1269"/>
                </a:cubicBezTo>
                <a:cubicBezTo>
                  <a:pt x="4436" y="1278"/>
                  <a:pt x="4426" y="1286"/>
                  <a:pt x="4416" y="1292"/>
                </a:cubicBezTo>
                <a:cubicBezTo>
                  <a:pt x="4406" y="1299"/>
                  <a:pt x="4395" y="1305"/>
                  <a:pt x="4384" y="1310"/>
                </a:cubicBezTo>
                <a:cubicBezTo>
                  <a:pt x="4373" y="1314"/>
                  <a:pt x="4361" y="1318"/>
                  <a:pt x="4349" y="1320"/>
                </a:cubicBezTo>
                <a:cubicBezTo>
                  <a:pt x="4337" y="1323"/>
                  <a:pt x="4325" y="1324"/>
                  <a:pt x="431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4"/>
                  <a:pt x="114" y="1310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2" y="1278"/>
                  <a:pt x="54" y="1269"/>
                </a:cubicBezTo>
                <a:cubicBezTo>
                  <a:pt x="45" y="1261"/>
                  <a:pt x="38" y="1252"/>
                  <a:pt x="31" y="1241"/>
                </a:cubicBezTo>
                <a:cubicBezTo>
                  <a:pt x="24" y="1231"/>
                  <a:pt x="18" y="1221"/>
                  <a:pt x="14" y="1209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5" name=""/>
          <p:cNvSpPr/>
          <p:nvPr/>
        </p:nvSpPr>
        <p:spPr>
          <a:xfrm>
            <a:off x="1736640" y="5416560"/>
            <a:ext cx="279720" cy="254160"/>
          </a:xfrm>
          <a:custGeom>
            <a:avLst/>
            <a:gdLst/>
            <a:ahLst/>
            <a:rect l="0" t="0" r="r" b="b"/>
            <a:pathLst>
              <a:path w="777" h="706">
                <a:moveTo>
                  <a:pt x="384" y="653"/>
                </a:moveTo>
                <a:cubicBezTo>
                  <a:pt x="387" y="653"/>
                  <a:pt x="391" y="652"/>
                  <a:pt x="395" y="651"/>
                </a:cubicBezTo>
                <a:cubicBezTo>
                  <a:pt x="398" y="649"/>
                  <a:pt x="401" y="648"/>
                  <a:pt x="404" y="645"/>
                </a:cubicBezTo>
                <a:lnTo>
                  <a:pt x="701" y="347"/>
                </a:lnTo>
                <a:cubicBezTo>
                  <a:pt x="709" y="339"/>
                  <a:pt x="714" y="331"/>
                  <a:pt x="718" y="321"/>
                </a:cubicBezTo>
                <a:cubicBezTo>
                  <a:pt x="722" y="311"/>
                  <a:pt x="724" y="301"/>
                  <a:pt x="724" y="292"/>
                </a:cubicBezTo>
                <a:cubicBezTo>
                  <a:pt x="724" y="282"/>
                  <a:pt x="722" y="272"/>
                  <a:pt x="718" y="262"/>
                </a:cubicBezTo>
                <a:cubicBezTo>
                  <a:pt x="714" y="252"/>
                  <a:pt x="709" y="243"/>
                  <a:pt x="701" y="235"/>
                </a:cubicBezTo>
                <a:lnTo>
                  <a:pt x="542" y="75"/>
                </a:lnTo>
                <a:cubicBezTo>
                  <a:pt x="535" y="68"/>
                  <a:pt x="526" y="62"/>
                  <a:pt x="516" y="58"/>
                </a:cubicBezTo>
                <a:cubicBezTo>
                  <a:pt x="506" y="54"/>
                  <a:pt x="496" y="52"/>
                  <a:pt x="486" y="52"/>
                </a:cubicBezTo>
                <a:cubicBezTo>
                  <a:pt x="476" y="52"/>
                  <a:pt x="466" y="54"/>
                  <a:pt x="456" y="58"/>
                </a:cubicBezTo>
                <a:cubicBezTo>
                  <a:pt x="447" y="62"/>
                  <a:pt x="438" y="68"/>
                  <a:pt x="430" y="75"/>
                </a:cubicBezTo>
                <a:lnTo>
                  <a:pt x="414" y="92"/>
                </a:lnTo>
                <a:lnTo>
                  <a:pt x="486" y="165"/>
                </a:lnTo>
                <a:cubicBezTo>
                  <a:pt x="493" y="173"/>
                  <a:pt x="500" y="182"/>
                  <a:pt x="506" y="193"/>
                </a:cubicBezTo>
                <a:cubicBezTo>
                  <a:pt x="512" y="204"/>
                  <a:pt x="515" y="216"/>
                  <a:pt x="515" y="229"/>
                </a:cubicBezTo>
                <a:cubicBezTo>
                  <a:pt x="515" y="251"/>
                  <a:pt x="506" y="271"/>
                  <a:pt x="489" y="288"/>
                </a:cubicBezTo>
                <a:cubicBezTo>
                  <a:pt x="472" y="305"/>
                  <a:pt x="452" y="314"/>
                  <a:pt x="429" y="314"/>
                </a:cubicBezTo>
                <a:cubicBezTo>
                  <a:pt x="415" y="314"/>
                  <a:pt x="402" y="311"/>
                  <a:pt x="393" y="307"/>
                </a:cubicBezTo>
                <a:cubicBezTo>
                  <a:pt x="383" y="303"/>
                  <a:pt x="374" y="296"/>
                  <a:pt x="366" y="288"/>
                </a:cubicBezTo>
                <a:lnTo>
                  <a:pt x="301" y="224"/>
                </a:lnTo>
                <a:lnTo>
                  <a:pt x="141" y="383"/>
                </a:lnTo>
                <a:cubicBezTo>
                  <a:pt x="138" y="386"/>
                  <a:pt x="136" y="389"/>
                  <a:pt x="135" y="393"/>
                </a:cubicBezTo>
                <a:cubicBezTo>
                  <a:pt x="133" y="396"/>
                  <a:pt x="133" y="399"/>
                  <a:pt x="133" y="403"/>
                </a:cubicBezTo>
                <a:cubicBezTo>
                  <a:pt x="133" y="410"/>
                  <a:pt x="135" y="417"/>
                  <a:pt x="140" y="422"/>
                </a:cubicBezTo>
                <a:cubicBezTo>
                  <a:pt x="145" y="427"/>
                  <a:pt x="152" y="429"/>
                  <a:pt x="159" y="429"/>
                </a:cubicBezTo>
                <a:cubicBezTo>
                  <a:pt x="163" y="429"/>
                  <a:pt x="166" y="428"/>
                  <a:pt x="170" y="426"/>
                </a:cubicBezTo>
                <a:cubicBezTo>
                  <a:pt x="173" y="425"/>
                  <a:pt x="176" y="423"/>
                  <a:pt x="178" y="420"/>
                </a:cubicBezTo>
                <a:lnTo>
                  <a:pt x="301" y="299"/>
                </a:lnTo>
                <a:lnTo>
                  <a:pt x="338" y="336"/>
                </a:lnTo>
                <a:lnTo>
                  <a:pt x="216" y="456"/>
                </a:lnTo>
                <a:cubicBezTo>
                  <a:pt x="213" y="459"/>
                  <a:pt x="211" y="463"/>
                  <a:pt x="210" y="466"/>
                </a:cubicBezTo>
                <a:cubicBezTo>
                  <a:pt x="208" y="470"/>
                  <a:pt x="208" y="473"/>
                  <a:pt x="208" y="477"/>
                </a:cubicBezTo>
                <a:cubicBezTo>
                  <a:pt x="208" y="484"/>
                  <a:pt x="211" y="490"/>
                  <a:pt x="216" y="495"/>
                </a:cubicBezTo>
                <a:cubicBezTo>
                  <a:pt x="222" y="501"/>
                  <a:pt x="228" y="503"/>
                  <a:pt x="235" y="503"/>
                </a:cubicBezTo>
                <a:cubicBezTo>
                  <a:pt x="239" y="503"/>
                  <a:pt x="242" y="502"/>
                  <a:pt x="245" y="501"/>
                </a:cubicBezTo>
                <a:cubicBezTo>
                  <a:pt x="249" y="500"/>
                  <a:pt x="252" y="498"/>
                  <a:pt x="254" y="495"/>
                </a:cubicBezTo>
                <a:lnTo>
                  <a:pt x="376" y="374"/>
                </a:lnTo>
                <a:lnTo>
                  <a:pt x="413" y="411"/>
                </a:lnTo>
                <a:lnTo>
                  <a:pt x="292" y="531"/>
                </a:lnTo>
                <a:cubicBezTo>
                  <a:pt x="289" y="534"/>
                  <a:pt x="288" y="537"/>
                  <a:pt x="286" y="541"/>
                </a:cubicBezTo>
                <a:cubicBezTo>
                  <a:pt x="285" y="544"/>
                  <a:pt x="284" y="548"/>
                  <a:pt x="284" y="552"/>
                </a:cubicBezTo>
                <a:cubicBezTo>
                  <a:pt x="284" y="559"/>
                  <a:pt x="286" y="565"/>
                  <a:pt x="292" y="570"/>
                </a:cubicBezTo>
                <a:cubicBezTo>
                  <a:pt x="297" y="575"/>
                  <a:pt x="303" y="578"/>
                  <a:pt x="310" y="578"/>
                </a:cubicBezTo>
                <a:cubicBezTo>
                  <a:pt x="314" y="578"/>
                  <a:pt x="317" y="578"/>
                  <a:pt x="320" y="576"/>
                </a:cubicBezTo>
                <a:cubicBezTo>
                  <a:pt x="323" y="575"/>
                  <a:pt x="326" y="573"/>
                  <a:pt x="329" y="570"/>
                </a:cubicBezTo>
                <a:lnTo>
                  <a:pt x="451" y="448"/>
                </a:lnTo>
                <a:lnTo>
                  <a:pt x="488" y="486"/>
                </a:lnTo>
                <a:lnTo>
                  <a:pt x="366" y="607"/>
                </a:lnTo>
                <a:cubicBezTo>
                  <a:pt x="363" y="610"/>
                  <a:pt x="361" y="613"/>
                  <a:pt x="360" y="617"/>
                </a:cubicBezTo>
                <a:cubicBezTo>
                  <a:pt x="359" y="620"/>
                  <a:pt x="358" y="624"/>
                  <a:pt x="358" y="627"/>
                </a:cubicBezTo>
                <a:cubicBezTo>
                  <a:pt x="358" y="635"/>
                  <a:pt x="360" y="641"/>
                  <a:pt x="365" y="646"/>
                </a:cubicBezTo>
                <a:cubicBezTo>
                  <a:pt x="370" y="651"/>
                  <a:pt x="376" y="653"/>
                  <a:pt x="384" y="653"/>
                </a:cubicBezTo>
                <a:moveTo>
                  <a:pt x="384" y="706"/>
                </a:moveTo>
                <a:cubicBezTo>
                  <a:pt x="365" y="706"/>
                  <a:pt x="348" y="699"/>
                  <a:pt x="332" y="684"/>
                </a:cubicBezTo>
                <a:cubicBezTo>
                  <a:pt x="317" y="670"/>
                  <a:pt x="308" y="652"/>
                  <a:pt x="305" y="631"/>
                </a:cubicBezTo>
                <a:cubicBezTo>
                  <a:pt x="285" y="628"/>
                  <a:pt x="268" y="620"/>
                  <a:pt x="255" y="606"/>
                </a:cubicBezTo>
                <a:cubicBezTo>
                  <a:pt x="241" y="593"/>
                  <a:pt x="233" y="576"/>
                  <a:pt x="230" y="556"/>
                </a:cubicBezTo>
                <a:cubicBezTo>
                  <a:pt x="209" y="553"/>
                  <a:pt x="192" y="545"/>
                  <a:pt x="179" y="531"/>
                </a:cubicBezTo>
                <a:cubicBezTo>
                  <a:pt x="166" y="517"/>
                  <a:pt x="158" y="501"/>
                  <a:pt x="155" y="481"/>
                </a:cubicBezTo>
                <a:cubicBezTo>
                  <a:pt x="133" y="478"/>
                  <a:pt x="115" y="469"/>
                  <a:pt x="101" y="455"/>
                </a:cubicBezTo>
                <a:cubicBezTo>
                  <a:pt x="87" y="440"/>
                  <a:pt x="80" y="422"/>
                  <a:pt x="80" y="402"/>
                </a:cubicBezTo>
                <a:cubicBezTo>
                  <a:pt x="80" y="392"/>
                  <a:pt x="82" y="382"/>
                  <a:pt x="86" y="372"/>
                </a:cubicBezTo>
                <a:cubicBezTo>
                  <a:pt x="90" y="362"/>
                  <a:pt x="96" y="353"/>
                  <a:pt x="103" y="345"/>
                </a:cubicBezTo>
                <a:lnTo>
                  <a:pt x="301" y="148"/>
                </a:lnTo>
                <a:lnTo>
                  <a:pt x="398" y="245"/>
                </a:lnTo>
                <a:cubicBezTo>
                  <a:pt x="403" y="249"/>
                  <a:pt x="408" y="253"/>
                  <a:pt x="414" y="256"/>
                </a:cubicBezTo>
                <a:cubicBezTo>
                  <a:pt x="419" y="258"/>
                  <a:pt x="425" y="260"/>
                  <a:pt x="430" y="260"/>
                </a:cubicBezTo>
                <a:cubicBezTo>
                  <a:pt x="438" y="260"/>
                  <a:pt x="445" y="256"/>
                  <a:pt x="452" y="250"/>
                </a:cubicBezTo>
                <a:cubicBezTo>
                  <a:pt x="459" y="243"/>
                  <a:pt x="462" y="236"/>
                  <a:pt x="462" y="228"/>
                </a:cubicBezTo>
                <a:cubicBezTo>
                  <a:pt x="462" y="224"/>
                  <a:pt x="461" y="221"/>
                  <a:pt x="459" y="216"/>
                </a:cubicBezTo>
                <a:cubicBezTo>
                  <a:pt x="457" y="212"/>
                  <a:pt x="453" y="207"/>
                  <a:pt x="449" y="202"/>
                </a:cubicBezTo>
                <a:lnTo>
                  <a:pt x="323" y="75"/>
                </a:lnTo>
                <a:cubicBezTo>
                  <a:pt x="315" y="68"/>
                  <a:pt x="306" y="62"/>
                  <a:pt x="296" y="58"/>
                </a:cubicBezTo>
                <a:cubicBezTo>
                  <a:pt x="286" y="54"/>
                  <a:pt x="276" y="52"/>
                  <a:pt x="266" y="52"/>
                </a:cubicBezTo>
                <a:cubicBezTo>
                  <a:pt x="256" y="52"/>
                  <a:pt x="247" y="54"/>
                  <a:pt x="237" y="58"/>
                </a:cubicBezTo>
                <a:cubicBezTo>
                  <a:pt x="227" y="62"/>
                  <a:pt x="217" y="68"/>
                  <a:pt x="210" y="75"/>
                </a:cubicBezTo>
                <a:lnTo>
                  <a:pt x="76" y="210"/>
                </a:lnTo>
                <a:cubicBezTo>
                  <a:pt x="67" y="219"/>
                  <a:pt x="62" y="227"/>
                  <a:pt x="58" y="236"/>
                </a:cubicBezTo>
                <a:cubicBezTo>
                  <a:pt x="55" y="246"/>
                  <a:pt x="53" y="256"/>
                  <a:pt x="53" y="267"/>
                </a:cubicBezTo>
                <a:cubicBezTo>
                  <a:pt x="52" y="279"/>
                  <a:pt x="54" y="290"/>
                  <a:pt x="59" y="301"/>
                </a:cubicBezTo>
                <a:cubicBezTo>
                  <a:pt x="64" y="312"/>
                  <a:pt x="70" y="321"/>
                  <a:pt x="77" y="330"/>
                </a:cubicBezTo>
                <a:lnTo>
                  <a:pt x="39" y="368"/>
                </a:lnTo>
                <a:cubicBezTo>
                  <a:pt x="28" y="355"/>
                  <a:pt x="18" y="340"/>
                  <a:pt x="11" y="321"/>
                </a:cubicBezTo>
                <a:cubicBezTo>
                  <a:pt x="3" y="303"/>
                  <a:pt x="0" y="285"/>
                  <a:pt x="0" y="266"/>
                </a:cubicBezTo>
                <a:cubicBezTo>
                  <a:pt x="0" y="248"/>
                  <a:pt x="3" y="231"/>
                  <a:pt x="10" y="215"/>
                </a:cubicBezTo>
                <a:cubicBezTo>
                  <a:pt x="17" y="199"/>
                  <a:pt x="26" y="185"/>
                  <a:pt x="39" y="172"/>
                </a:cubicBezTo>
                <a:lnTo>
                  <a:pt x="172" y="38"/>
                </a:lnTo>
                <a:cubicBezTo>
                  <a:pt x="185" y="25"/>
                  <a:pt x="199" y="16"/>
                  <a:pt x="216" y="10"/>
                </a:cubicBezTo>
                <a:cubicBezTo>
                  <a:pt x="233" y="3"/>
                  <a:pt x="250" y="0"/>
                  <a:pt x="267" y="0"/>
                </a:cubicBezTo>
                <a:cubicBezTo>
                  <a:pt x="284" y="0"/>
                  <a:pt x="301" y="3"/>
                  <a:pt x="317" y="10"/>
                </a:cubicBezTo>
                <a:cubicBezTo>
                  <a:pt x="333" y="16"/>
                  <a:pt x="348" y="25"/>
                  <a:pt x="361" y="38"/>
                </a:cubicBezTo>
                <a:lnTo>
                  <a:pt x="376" y="54"/>
                </a:lnTo>
                <a:lnTo>
                  <a:pt x="392" y="38"/>
                </a:lnTo>
                <a:cubicBezTo>
                  <a:pt x="405" y="25"/>
                  <a:pt x="420" y="16"/>
                  <a:pt x="436" y="10"/>
                </a:cubicBezTo>
                <a:cubicBezTo>
                  <a:pt x="453" y="3"/>
                  <a:pt x="469" y="0"/>
                  <a:pt x="487" y="0"/>
                </a:cubicBezTo>
                <a:cubicBezTo>
                  <a:pt x="504" y="0"/>
                  <a:pt x="520" y="3"/>
                  <a:pt x="537" y="10"/>
                </a:cubicBezTo>
                <a:cubicBezTo>
                  <a:pt x="553" y="16"/>
                  <a:pt x="567" y="25"/>
                  <a:pt x="580" y="38"/>
                </a:cubicBezTo>
                <a:lnTo>
                  <a:pt x="738" y="197"/>
                </a:lnTo>
                <a:cubicBezTo>
                  <a:pt x="751" y="210"/>
                  <a:pt x="761" y="225"/>
                  <a:pt x="767" y="241"/>
                </a:cubicBezTo>
                <a:cubicBezTo>
                  <a:pt x="774" y="258"/>
                  <a:pt x="777" y="275"/>
                  <a:pt x="777" y="292"/>
                </a:cubicBezTo>
                <a:cubicBezTo>
                  <a:pt x="777" y="309"/>
                  <a:pt x="774" y="325"/>
                  <a:pt x="767" y="341"/>
                </a:cubicBezTo>
                <a:cubicBezTo>
                  <a:pt x="761" y="358"/>
                  <a:pt x="751" y="372"/>
                  <a:pt x="738" y="385"/>
                </a:cubicBezTo>
                <a:lnTo>
                  <a:pt x="441" y="682"/>
                </a:lnTo>
                <a:cubicBezTo>
                  <a:pt x="433" y="690"/>
                  <a:pt x="425" y="696"/>
                  <a:pt x="415" y="700"/>
                </a:cubicBezTo>
                <a:cubicBezTo>
                  <a:pt x="405" y="704"/>
                  <a:pt x="395" y="706"/>
                  <a:pt x="384" y="706"/>
                </a:cubicBezTo>
                <a:moveTo>
                  <a:pt x="298" y="224"/>
                </a:moveTo>
                <a:lnTo>
                  <a:pt x="298" y="22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3570120" y="4592520"/>
            <a:ext cx="6574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持ち出しの経路など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10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のぜい弱性が、管理策そのものにも残る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7" name=""/>
          <p:cNvSpPr txBox="1"/>
          <p:nvPr/>
        </p:nvSpPr>
        <p:spPr>
          <a:xfrm>
            <a:off x="2103120" y="5398920"/>
            <a:ext cx="953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8" name=""/>
          <p:cNvSpPr txBox="1"/>
          <p:nvPr/>
        </p:nvSpPr>
        <p:spPr>
          <a:xfrm>
            <a:off x="3570120" y="5373720"/>
            <a:ext cx="7087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持ち出しの経路が残っても、構成を変えれば残留リスクは低減できる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9" name=""/>
          <p:cNvSpPr/>
          <p:nvPr/>
        </p:nvSpPr>
        <p:spPr>
          <a:xfrm>
            <a:off x="3209760" y="24094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90" name=""/>
          <p:cNvSpPr/>
          <p:nvPr/>
        </p:nvSpPr>
        <p:spPr>
          <a:xfrm>
            <a:off x="2180880" y="2666880"/>
            <a:ext cx="19440" cy="286200"/>
          </a:xfrm>
          <a:custGeom>
            <a:avLst/>
            <a:gdLst/>
            <a:ahLst/>
            <a:rect l="0" t="0" r="r" b="b"/>
            <a:pathLst>
              <a:path w="54" h="795">
                <a:moveTo>
                  <a:pt x="0" y="0"/>
                </a:moveTo>
                <a:lnTo>
                  <a:pt x="54" y="0"/>
                </a:lnTo>
                <a:lnTo>
                  <a:pt x="54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91" name=""/>
          <p:cNvSpPr/>
          <p:nvPr/>
        </p:nvSpPr>
        <p:spPr>
          <a:xfrm>
            <a:off x="2133360" y="285732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59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92" name=""/>
          <p:cNvSpPr/>
          <p:nvPr/>
        </p:nvSpPr>
        <p:spPr>
          <a:xfrm>
            <a:off x="3209760" y="31906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93" name=""/>
          <p:cNvSpPr/>
          <p:nvPr/>
        </p:nvSpPr>
        <p:spPr>
          <a:xfrm>
            <a:off x="2180880" y="3447720"/>
            <a:ext cx="19440" cy="286200"/>
          </a:xfrm>
          <a:custGeom>
            <a:avLst/>
            <a:gdLst/>
            <a:ahLst/>
            <a:rect l="0" t="0" r="r" b="b"/>
            <a:pathLst>
              <a:path w="54" h="795">
                <a:moveTo>
                  <a:pt x="0" y="0"/>
                </a:moveTo>
                <a:lnTo>
                  <a:pt x="54" y="0"/>
                </a:lnTo>
                <a:lnTo>
                  <a:pt x="54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94" name=""/>
          <p:cNvSpPr/>
          <p:nvPr/>
        </p:nvSpPr>
        <p:spPr>
          <a:xfrm>
            <a:off x="2133360" y="363852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159" y="265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95" name=""/>
          <p:cNvSpPr/>
          <p:nvPr/>
        </p:nvSpPr>
        <p:spPr>
          <a:xfrm>
            <a:off x="3209760" y="39718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96" name=""/>
          <p:cNvSpPr/>
          <p:nvPr/>
        </p:nvSpPr>
        <p:spPr>
          <a:xfrm>
            <a:off x="2180880" y="4228920"/>
            <a:ext cx="19440" cy="286200"/>
          </a:xfrm>
          <a:custGeom>
            <a:avLst/>
            <a:gdLst/>
            <a:ahLst/>
            <a:rect l="0" t="0" r="r" b="b"/>
            <a:pathLst>
              <a:path w="54" h="795">
                <a:moveTo>
                  <a:pt x="0" y="0"/>
                </a:moveTo>
                <a:lnTo>
                  <a:pt x="54" y="0"/>
                </a:lnTo>
                <a:lnTo>
                  <a:pt x="54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97" name=""/>
          <p:cNvSpPr/>
          <p:nvPr/>
        </p:nvSpPr>
        <p:spPr>
          <a:xfrm>
            <a:off x="2133360" y="441936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59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98" name=""/>
          <p:cNvSpPr/>
          <p:nvPr/>
        </p:nvSpPr>
        <p:spPr>
          <a:xfrm>
            <a:off x="3209760" y="475272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99" name=""/>
          <p:cNvSpPr/>
          <p:nvPr/>
        </p:nvSpPr>
        <p:spPr>
          <a:xfrm>
            <a:off x="2180880" y="5010120"/>
            <a:ext cx="19440" cy="285840"/>
          </a:xfrm>
          <a:custGeom>
            <a:avLst/>
            <a:gdLst/>
            <a:ahLst/>
            <a:rect l="0" t="0" r="r" b="b"/>
            <a:pathLst>
              <a:path w="54" h="794">
                <a:moveTo>
                  <a:pt x="0" y="0"/>
                </a:moveTo>
                <a:lnTo>
                  <a:pt x="54" y="0"/>
                </a:lnTo>
                <a:lnTo>
                  <a:pt x="54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00" name=""/>
          <p:cNvSpPr/>
          <p:nvPr/>
        </p:nvSpPr>
        <p:spPr>
          <a:xfrm>
            <a:off x="2133360" y="520056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159" y="265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01" name=""/>
          <p:cNvSpPr/>
          <p:nvPr/>
        </p:nvSpPr>
        <p:spPr>
          <a:xfrm>
            <a:off x="3209760" y="553392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7956360" y="556560"/>
            <a:ext cx="3474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結論 ∕ 管理策 ∕ 有効性 ∕ ぜい弱性 ∕ リスク対応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3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17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7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08" name=""/>
          <p:cNvSpPr/>
          <p:nvPr/>
        </p:nvSpPr>
        <p:spPr>
          <a:xfrm>
            <a:off x="609480" y="1238040"/>
            <a:ext cx="10973160" cy="5162760"/>
          </a:xfrm>
          <a:custGeom>
            <a:avLst/>
            <a:gdLst/>
            <a:ahLst/>
            <a:rect l="0" t="0" r="r" b="b"/>
            <a:pathLst>
              <a:path w="30481" h="14341">
                <a:moveTo>
                  <a:pt x="0" y="14130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2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1"/>
                  <a:pt x="30310" y="4"/>
                </a:cubicBezTo>
                <a:cubicBezTo>
                  <a:pt x="30324" y="7"/>
                  <a:pt x="30337" y="11"/>
                  <a:pt x="30350" y="16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3"/>
                  <a:pt x="30409" y="52"/>
                  <a:pt x="30419" y="62"/>
                </a:cubicBezTo>
                <a:cubicBezTo>
                  <a:pt x="30429" y="72"/>
                  <a:pt x="30437" y="83"/>
                  <a:pt x="30445" y="94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0"/>
                </a:cubicBezTo>
                <a:cubicBezTo>
                  <a:pt x="30479" y="184"/>
                  <a:pt x="30481" y="198"/>
                  <a:pt x="30481" y="212"/>
                </a:cubicBezTo>
                <a:lnTo>
                  <a:pt x="30481" y="14130"/>
                </a:lnTo>
                <a:cubicBezTo>
                  <a:pt x="30481" y="14144"/>
                  <a:pt x="30479" y="14157"/>
                  <a:pt x="30477" y="14171"/>
                </a:cubicBezTo>
                <a:cubicBezTo>
                  <a:pt x="30474" y="14185"/>
                  <a:pt x="30470" y="14198"/>
                  <a:pt x="30465" y="14211"/>
                </a:cubicBezTo>
                <a:cubicBezTo>
                  <a:pt x="30459" y="14224"/>
                  <a:pt x="30453" y="14236"/>
                  <a:pt x="30445" y="14247"/>
                </a:cubicBezTo>
                <a:cubicBezTo>
                  <a:pt x="30437" y="14259"/>
                  <a:pt x="30429" y="14270"/>
                  <a:pt x="30419" y="14280"/>
                </a:cubicBezTo>
                <a:cubicBezTo>
                  <a:pt x="30409" y="14289"/>
                  <a:pt x="30398" y="14298"/>
                  <a:pt x="30387" y="14306"/>
                </a:cubicBezTo>
                <a:cubicBezTo>
                  <a:pt x="30375" y="14314"/>
                  <a:pt x="30363" y="14320"/>
                  <a:pt x="30350" y="14325"/>
                </a:cubicBezTo>
                <a:cubicBezTo>
                  <a:pt x="30337" y="14331"/>
                  <a:pt x="30324" y="14335"/>
                  <a:pt x="30310" y="14337"/>
                </a:cubicBezTo>
                <a:cubicBezTo>
                  <a:pt x="30297" y="14340"/>
                  <a:pt x="30283" y="14341"/>
                  <a:pt x="30269" y="14341"/>
                </a:cubicBezTo>
                <a:lnTo>
                  <a:pt x="211" y="14341"/>
                </a:lnTo>
                <a:cubicBezTo>
                  <a:pt x="198" y="14341"/>
                  <a:pt x="184" y="14340"/>
                  <a:pt x="170" y="14337"/>
                </a:cubicBezTo>
                <a:cubicBezTo>
                  <a:pt x="157" y="14335"/>
                  <a:pt x="143" y="14331"/>
                  <a:pt x="130" y="14325"/>
                </a:cubicBezTo>
                <a:cubicBezTo>
                  <a:pt x="118" y="14320"/>
                  <a:pt x="105" y="14314"/>
                  <a:pt x="94" y="14306"/>
                </a:cubicBezTo>
                <a:cubicBezTo>
                  <a:pt x="82" y="14298"/>
                  <a:pt x="72" y="14289"/>
                  <a:pt x="62" y="14280"/>
                </a:cubicBezTo>
                <a:cubicBezTo>
                  <a:pt x="52" y="14270"/>
                  <a:pt x="43" y="14259"/>
                  <a:pt x="36" y="14247"/>
                </a:cubicBezTo>
                <a:cubicBezTo>
                  <a:pt x="28" y="14236"/>
                  <a:pt x="21" y="14224"/>
                  <a:pt x="16" y="14211"/>
                </a:cubicBezTo>
                <a:cubicBezTo>
                  <a:pt x="11" y="14198"/>
                  <a:pt x="7" y="14185"/>
                  <a:pt x="4" y="14171"/>
                </a:cubicBezTo>
                <a:cubicBezTo>
                  <a:pt x="1" y="14157"/>
                  <a:pt x="0" y="14144"/>
                  <a:pt x="0" y="14130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9" name=""/>
          <p:cNvSpPr/>
          <p:nvPr/>
        </p:nvSpPr>
        <p:spPr>
          <a:xfrm>
            <a:off x="1618920" y="1895400"/>
            <a:ext cx="419760" cy="1381320"/>
          </a:xfrm>
          <a:custGeom>
            <a:avLst/>
            <a:gdLst/>
            <a:ahLst/>
            <a:rect l="0" t="0" r="r" b="b"/>
            <a:pathLst>
              <a:path w="1166" h="3837">
                <a:moveTo>
                  <a:pt x="0" y="0"/>
                </a:moveTo>
                <a:lnTo>
                  <a:pt x="1166" y="0"/>
                </a:lnTo>
                <a:lnTo>
                  <a:pt x="1166" y="3837"/>
                </a:lnTo>
                <a:lnTo>
                  <a:pt x="0" y="38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0" name=""/>
          <p:cNvSpPr/>
          <p:nvPr/>
        </p:nvSpPr>
        <p:spPr>
          <a:xfrm>
            <a:off x="2038320" y="1895400"/>
            <a:ext cx="8534520" cy="1381320"/>
          </a:xfrm>
          <a:custGeom>
            <a:avLst/>
            <a:gdLst/>
            <a:ahLst/>
            <a:rect l="0" t="0" r="r" b="b"/>
            <a:pathLst>
              <a:path w="23707" h="3837">
                <a:moveTo>
                  <a:pt x="0" y="0"/>
                </a:moveTo>
                <a:lnTo>
                  <a:pt x="23707" y="0"/>
                </a:lnTo>
                <a:lnTo>
                  <a:pt x="23707" y="3837"/>
                </a:lnTo>
                <a:lnTo>
                  <a:pt x="0" y="38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1" name=""/>
          <p:cNvSpPr/>
          <p:nvPr/>
        </p:nvSpPr>
        <p:spPr>
          <a:xfrm>
            <a:off x="1618920" y="3276360"/>
            <a:ext cx="419760" cy="810000"/>
          </a:xfrm>
          <a:custGeom>
            <a:avLst/>
            <a:gdLst/>
            <a:ahLst/>
            <a:rect l="0" t="0" r="r" b="b"/>
            <a:pathLst>
              <a:path w="1166" h="2250">
                <a:moveTo>
                  <a:pt x="0" y="0"/>
                </a:moveTo>
                <a:lnTo>
                  <a:pt x="1166" y="0"/>
                </a:lnTo>
                <a:lnTo>
                  <a:pt x="1166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2" name=""/>
          <p:cNvSpPr/>
          <p:nvPr/>
        </p:nvSpPr>
        <p:spPr>
          <a:xfrm>
            <a:off x="2038320" y="3276360"/>
            <a:ext cx="8534520" cy="810000"/>
          </a:xfrm>
          <a:custGeom>
            <a:avLst/>
            <a:gdLst/>
            <a:ahLst/>
            <a:rect l="0" t="0" r="r" b="b"/>
            <a:pathLst>
              <a:path w="23707" h="2250">
                <a:moveTo>
                  <a:pt x="0" y="0"/>
                </a:moveTo>
                <a:lnTo>
                  <a:pt x="23707" y="0"/>
                </a:lnTo>
                <a:lnTo>
                  <a:pt x="2370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3" name=""/>
          <p:cNvSpPr/>
          <p:nvPr/>
        </p:nvSpPr>
        <p:spPr>
          <a:xfrm>
            <a:off x="1618920" y="4086000"/>
            <a:ext cx="419760" cy="810000"/>
          </a:xfrm>
          <a:custGeom>
            <a:avLst/>
            <a:gdLst/>
            <a:ahLst/>
            <a:rect l="0" t="0" r="r" b="b"/>
            <a:pathLst>
              <a:path w="1166" h="2250">
                <a:moveTo>
                  <a:pt x="0" y="0"/>
                </a:moveTo>
                <a:lnTo>
                  <a:pt x="1166" y="0"/>
                </a:lnTo>
                <a:lnTo>
                  <a:pt x="1166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4" name=""/>
          <p:cNvSpPr/>
          <p:nvPr/>
        </p:nvSpPr>
        <p:spPr>
          <a:xfrm>
            <a:off x="2038320" y="4086000"/>
            <a:ext cx="8534520" cy="810000"/>
          </a:xfrm>
          <a:custGeom>
            <a:avLst/>
            <a:gdLst/>
            <a:ahLst/>
            <a:rect l="0" t="0" r="r" b="b"/>
            <a:pathLst>
              <a:path w="23707" h="2250">
                <a:moveTo>
                  <a:pt x="0" y="0"/>
                </a:moveTo>
                <a:lnTo>
                  <a:pt x="23707" y="0"/>
                </a:lnTo>
                <a:lnTo>
                  <a:pt x="2370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5" name=""/>
          <p:cNvSpPr/>
          <p:nvPr/>
        </p:nvSpPr>
        <p:spPr>
          <a:xfrm>
            <a:off x="1618920" y="4895640"/>
            <a:ext cx="419760" cy="810000"/>
          </a:xfrm>
          <a:custGeom>
            <a:avLst/>
            <a:gdLst/>
            <a:ahLst/>
            <a:rect l="0" t="0" r="r" b="b"/>
            <a:pathLst>
              <a:path w="1166" h="2250">
                <a:moveTo>
                  <a:pt x="0" y="0"/>
                </a:moveTo>
                <a:lnTo>
                  <a:pt x="1166" y="0"/>
                </a:lnTo>
                <a:lnTo>
                  <a:pt x="1166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6" name=""/>
          <p:cNvSpPr/>
          <p:nvPr/>
        </p:nvSpPr>
        <p:spPr>
          <a:xfrm>
            <a:off x="2038320" y="4895640"/>
            <a:ext cx="8534520" cy="810000"/>
          </a:xfrm>
          <a:custGeom>
            <a:avLst/>
            <a:gdLst/>
            <a:ahLst/>
            <a:rect l="0" t="0" r="r" b="b"/>
            <a:pathLst>
              <a:path w="23707" h="2250">
                <a:moveTo>
                  <a:pt x="0" y="0"/>
                </a:moveTo>
                <a:lnTo>
                  <a:pt x="23707" y="0"/>
                </a:lnTo>
                <a:lnTo>
                  <a:pt x="23707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7" name=""/>
          <p:cNvSpPr/>
          <p:nvPr/>
        </p:nvSpPr>
        <p:spPr>
          <a:xfrm>
            <a:off x="1618920" y="3267000"/>
            <a:ext cx="419760" cy="9720"/>
          </a:xfrm>
          <a:custGeom>
            <a:avLst/>
            <a:gdLst/>
            <a:ahLst/>
            <a:rect l="0" t="0" r="r" b="b"/>
            <a:pathLst>
              <a:path w="1166" h="27">
                <a:moveTo>
                  <a:pt x="0" y="0"/>
                </a:moveTo>
                <a:lnTo>
                  <a:pt x="1166" y="0"/>
                </a:lnTo>
                <a:lnTo>
                  <a:pt x="11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8" name=""/>
          <p:cNvSpPr/>
          <p:nvPr/>
        </p:nvSpPr>
        <p:spPr>
          <a:xfrm>
            <a:off x="2038320" y="3267000"/>
            <a:ext cx="8534520" cy="9720"/>
          </a:xfrm>
          <a:custGeom>
            <a:avLst/>
            <a:gdLst/>
            <a:ahLst/>
            <a:rect l="0" t="0" r="r" b="b"/>
            <a:pathLst>
              <a:path w="23707" h="27">
                <a:moveTo>
                  <a:pt x="0" y="0"/>
                </a:moveTo>
                <a:lnTo>
                  <a:pt x="23707" y="0"/>
                </a:lnTo>
                <a:lnTo>
                  <a:pt x="237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9" name=""/>
          <p:cNvSpPr/>
          <p:nvPr/>
        </p:nvSpPr>
        <p:spPr>
          <a:xfrm>
            <a:off x="1618920" y="4076640"/>
            <a:ext cx="419760" cy="9720"/>
          </a:xfrm>
          <a:custGeom>
            <a:avLst/>
            <a:gdLst/>
            <a:ahLst/>
            <a:rect l="0" t="0" r="r" b="b"/>
            <a:pathLst>
              <a:path w="1166" h="27">
                <a:moveTo>
                  <a:pt x="0" y="0"/>
                </a:moveTo>
                <a:lnTo>
                  <a:pt x="1166" y="0"/>
                </a:lnTo>
                <a:lnTo>
                  <a:pt x="11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0" name=""/>
          <p:cNvSpPr/>
          <p:nvPr/>
        </p:nvSpPr>
        <p:spPr>
          <a:xfrm>
            <a:off x="2038320" y="4076640"/>
            <a:ext cx="8534520" cy="9720"/>
          </a:xfrm>
          <a:custGeom>
            <a:avLst/>
            <a:gdLst/>
            <a:ahLst/>
            <a:rect l="0" t="0" r="r" b="b"/>
            <a:pathLst>
              <a:path w="23707" h="27">
                <a:moveTo>
                  <a:pt x="0" y="0"/>
                </a:moveTo>
                <a:lnTo>
                  <a:pt x="23707" y="0"/>
                </a:lnTo>
                <a:lnTo>
                  <a:pt x="237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1" name=""/>
          <p:cNvSpPr/>
          <p:nvPr/>
        </p:nvSpPr>
        <p:spPr>
          <a:xfrm>
            <a:off x="1618920" y="4886280"/>
            <a:ext cx="419760" cy="9720"/>
          </a:xfrm>
          <a:custGeom>
            <a:avLst/>
            <a:gdLst/>
            <a:ahLst/>
            <a:rect l="0" t="0" r="r" b="b"/>
            <a:pathLst>
              <a:path w="1166" h="27">
                <a:moveTo>
                  <a:pt x="0" y="0"/>
                </a:moveTo>
                <a:lnTo>
                  <a:pt x="1166" y="0"/>
                </a:lnTo>
                <a:lnTo>
                  <a:pt x="11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2" name=""/>
          <p:cNvSpPr/>
          <p:nvPr/>
        </p:nvSpPr>
        <p:spPr>
          <a:xfrm>
            <a:off x="2038320" y="4886280"/>
            <a:ext cx="8534520" cy="9720"/>
          </a:xfrm>
          <a:custGeom>
            <a:avLst/>
            <a:gdLst/>
            <a:ahLst/>
            <a:rect l="0" t="0" r="r" b="b"/>
            <a:pathLst>
              <a:path w="23707" h="27">
                <a:moveTo>
                  <a:pt x="0" y="0"/>
                </a:moveTo>
                <a:lnTo>
                  <a:pt x="23707" y="0"/>
                </a:lnTo>
                <a:lnTo>
                  <a:pt x="237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3" name=""/>
          <p:cNvSpPr/>
          <p:nvPr/>
        </p:nvSpPr>
        <p:spPr>
          <a:xfrm>
            <a:off x="1618920" y="5695920"/>
            <a:ext cx="419760" cy="9720"/>
          </a:xfrm>
          <a:custGeom>
            <a:avLst/>
            <a:gdLst/>
            <a:ahLst/>
            <a:rect l="0" t="0" r="r" b="b"/>
            <a:pathLst>
              <a:path w="1166" h="27">
                <a:moveTo>
                  <a:pt x="0" y="0"/>
                </a:moveTo>
                <a:lnTo>
                  <a:pt x="1166" y="0"/>
                </a:lnTo>
                <a:lnTo>
                  <a:pt x="11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4" name=""/>
          <p:cNvSpPr/>
          <p:nvPr/>
        </p:nvSpPr>
        <p:spPr>
          <a:xfrm>
            <a:off x="2038320" y="5695920"/>
            <a:ext cx="8534520" cy="9720"/>
          </a:xfrm>
          <a:custGeom>
            <a:avLst/>
            <a:gdLst/>
            <a:ahLst/>
            <a:rect l="0" t="0" r="r" b="b"/>
            <a:pathLst>
              <a:path w="23707" h="27">
                <a:moveTo>
                  <a:pt x="0" y="0"/>
                </a:moveTo>
                <a:lnTo>
                  <a:pt x="23707" y="0"/>
                </a:lnTo>
                <a:lnTo>
                  <a:pt x="237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609480" y="392760"/>
            <a:ext cx="13723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参考文献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1767600" y="2007720"/>
            <a:ext cx="190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1.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2193120" y="2007720"/>
            <a:ext cx="5190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OWASP Gen AI Security Project - Agentic Security Initiative,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8" name=""/>
          <p:cNvSpPr txBox="1"/>
          <p:nvPr/>
        </p:nvSpPr>
        <p:spPr>
          <a:xfrm>
            <a:off x="2193120" y="2293560"/>
            <a:ext cx="5043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"OWASP Top 10 for Agentic Applications for 2026" (2025);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9" name=""/>
          <p:cNvSpPr txBox="1"/>
          <p:nvPr/>
        </p:nvSpPr>
        <p:spPr>
          <a:xfrm>
            <a:off x="2193120" y="2579400"/>
            <a:ext cx="6720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ink0"/>
              </a:rPr>
              <a:t>genai.owasp.org/resource/owasp-top-10-for-agentic-applications-for-2026/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0" name=""/>
          <p:cNvSpPr txBox="1"/>
          <p:nvPr/>
        </p:nvSpPr>
        <p:spPr>
          <a:xfrm>
            <a:off x="2193120" y="2865240"/>
            <a:ext cx="8334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のリスクの図は、この文献の「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Agentic Top 10 At A Glance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」をもとに作成（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CC BY-SA 4.0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）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1" name=""/>
          <p:cNvSpPr txBox="1"/>
          <p:nvPr/>
        </p:nvSpPr>
        <p:spPr>
          <a:xfrm>
            <a:off x="1767600" y="3389040"/>
            <a:ext cx="190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2.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2" name=""/>
          <p:cNvSpPr txBox="1"/>
          <p:nvPr/>
        </p:nvSpPr>
        <p:spPr>
          <a:xfrm>
            <a:off x="2193120" y="3389040"/>
            <a:ext cx="5554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Anthropic, claude-code: .devcontainer, commit 1c229fc (2026);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2193120" y="3674880"/>
            <a:ext cx="5494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ink1"/>
              </a:rPr>
              <a:t>github.com/anthropics/claude-code/tree/main/.devcontainer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1767600" y="4198680"/>
            <a:ext cx="190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3.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5" name=""/>
          <p:cNvSpPr txBox="1"/>
          <p:nvPr/>
        </p:nvSpPr>
        <p:spPr>
          <a:xfrm>
            <a:off x="2193120" y="4198680"/>
            <a:ext cx="7605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Microsoft, Sharing Git credentials with your container, Visual Studio Code Docs (2026);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6" name=""/>
          <p:cNvSpPr txBox="1"/>
          <p:nvPr/>
        </p:nvSpPr>
        <p:spPr>
          <a:xfrm>
            <a:off x="2193120" y="4484520"/>
            <a:ext cx="67154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ink2"/>
              </a:rPr>
              <a:t>code.visualstudio.com/remote/advancedcontainers/sharing-git-credentials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7" name=""/>
          <p:cNvSpPr txBox="1"/>
          <p:nvPr/>
        </p:nvSpPr>
        <p:spPr>
          <a:xfrm>
            <a:off x="1767600" y="5008320"/>
            <a:ext cx="190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4.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8" name=""/>
          <p:cNvSpPr txBox="1"/>
          <p:nvPr/>
        </p:nvSpPr>
        <p:spPr>
          <a:xfrm>
            <a:off x="2193120" y="5008320"/>
            <a:ext cx="550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Anthropic, Development containers, Claude Code Docs (2026);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2193120" y="5294160"/>
            <a:ext cx="3573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ink3"/>
              </a:rPr>
              <a:t>code.claude.com/docs/en/devcontainer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18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17c1"/>
      </a:hlink>
      <a:folHlink>
        <a:srgbClr val="0017c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